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sldIdLst>
    <p:sldId id="256" r:id="rId2"/>
    <p:sldId id="28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7" r:id="rId31"/>
    <p:sldId id="288" r:id="rId32"/>
    <p:sldId id="284" r:id="rId33"/>
    <p:sldId id="285" r:id="rId34"/>
    <p:sldId id="289" r:id="rId35"/>
    <p:sldId id="290" r:id="rId36"/>
    <p:sldId id="291" r:id="rId37"/>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2" d="100"/>
          <a:sy n="52"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4800" cy="5159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10358438" y="0"/>
            <a:ext cx="7924800" cy="515938"/>
          </a:xfrm>
          <a:prstGeom prst="rect">
            <a:avLst/>
          </a:prstGeom>
        </p:spPr>
        <p:txBody>
          <a:bodyPr vert="horz" lIns="91440" tIns="45720" rIns="91440" bIns="45720" rtlCol="0"/>
          <a:lstStyle>
            <a:lvl1pPr algn="r">
              <a:defRPr sz="1200"/>
            </a:lvl1pPr>
          </a:lstStyle>
          <a:p>
            <a:fld id="{F73DF159-08FA-4D8C-81B8-2D8B2D309D7D}" type="datetimeFigureOut">
              <a:rPr lang="en-US" smtClean="0"/>
              <a:t>4/6/2025</a:t>
            </a:fld>
            <a:endParaRPr lang="en-US"/>
          </a:p>
        </p:txBody>
      </p:sp>
      <p:sp>
        <p:nvSpPr>
          <p:cNvPr id="4" name="Slide Image Placeholder 3"/>
          <p:cNvSpPr>
            <a:spLocks noGrp="1" noRot="1" noChangeAspect="1"/>
          </p:cNvSpPr>
          <p:nvPr>
            <p:ph type="sldImg" idx="2"/>
          </p:nvPr>
        </p:nvSpPr>
        <p:spPr>
          <a:xfrm>
            <a:off x="6057900" y="1285875"/>
            <a:ext cx="6172200" cy="347186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828800" y="4951413"/>
            <a:ext cx="14630400" cy="40497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71063"/>
            <a:ext cx="7924800" cy="5159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10358438" y="9771063"/>
            <a:ext cx="7924800" cy="515937"/>
          </a:xfrm>
          <a:prstGeom prst="rect">
            <a:avLst/>
          </a:prstGeom>
        </p:spPr>
        <p:txBody>
          <a:bodyPr vert="horz" lIns="91440" tIns="45720" rIns="91440" bIns="45720" rtlCol="0" anchor="b"/>
          <a:lstStyle>
            <a:lvl1pPr algn="r">
              <a:defRPr sz="1200"/>
            </a:lvl1pPr>
          </a:lstStyle>
          <a:p>
            <a:fld id="{9A3E779A-3E08-426D-90DD-3AC0D3D8122B}" type="slidenum">
              <a:rPr lang="en-US" smtClean="0"/>
              <a:t>‹#›</a:t>
            </a:fld>
            <a:endParaRPr lang="en-US"/>
          </a:p>
        </p:txBody>
      </p:sp>
    </p:spTree>
    <p:extLst>
      <p:ext uri="{BB962C8B-B14F-4D97-AF65-F5344CB8AC3E}">
        <p14:creationId xmlns:p14="http://schemas.microsoft.com/office/powerpoint/2010/main" val="3412992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3E779A-3E08-426D-90DD-3AC0D3D8122B}" type="slidenum">
              <a:rPr lang="en-US" smtClean="0"/>
              <a:t>3</a:t>
            </a:fld>
            <a:endParaRPr lang="en-US"/>
          </a:p>
        </p:txBody>
      </p:sp>
    </p:spTree>
    <p:extLst>
      <p:ext uri="{BB962C8B-B14F-4D97-AF65-F5344CB8AC3E}">
        <p14:creationId xmlns:p14="http://schemas.microsoft.com/office/powerpoint/2010/main" val="34860764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3E779A-3E08-426D-90DD-3AC0D3D8122B}" type="slidenum">
              <a:rPr lang="en-US" smtClean="0"/>
              <a:t>5</a:t>
            </a:fld>
            <a:endParaRPr lang="en-US"/>
          </a:p>
        </p:txBody>
      </p:sp>
    </p:spTree>
    <p:extLst>
      <p:ext uri="{BB962C8B-B14F-4D97-AF65-F5344CB8AC3E}">
        <p14:creationId xmlns:p14="http://schemas.microsoft.com/office/powerpoint/2010/main" val="35865375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7550" b="1" i="0">
                <a:solidFill>
                  <a:srgbClr val="D6FCFF"/>
                </a:solidFill>
                <a:latin typeface="Arial"/>
                <a:cs typeface="Arial"/>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3550" b="0" i="0">
                <a:solidFill>
                  <a:srgbClr val="D6FCFF"/>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7550" b="1" i="0">
                <a:solidFill>
                  <a:srgbClr val="D6FCFF"/>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3550" b="0" i="0">
                <a:solidFill>
                  <a:srgbClr val="D6FCFF"/>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7550" b="1" i="0">
                <a:solidFill>
                  <a:srgbClr val="D6FCFF"/>
                </a:solidFill>
                <a:latin typeface="Arial"/>
                <a:cs typeface="Arial"/>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7550" b="1" i="0">
                <a:solidFill>
                  <a:srgbClr val="D6FCFF"/>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7" Type="http://schemas.openxmlformats.org/officeDocument/2006/relationships/image" Target="../media/image111.png"/><Relationship Id="rId21" Type="http://schemas.openxmlformats.org/officeDocument/2006/relationships/image" Target="../media/image15.png"/><Relationship Id="rId63" Type="http://schemas.openxmlformats.org/officeDocument/2006/relationships/image" Target="../media/image57.png"/><Relationship Id="rId159" Type="http://schemas.openxmlformats.org/officeDocument/2006/relationships/image" Target="../media/image153.png"/><Relationship Id="rId324" Type="http://schemas.openxmlformats.org/officeDocument/2006/relationships/image" Target="../media/image318.png"/><Relationship Id="rId366" Type="http://schemas.openxmlformats.org/officeDocument/2006/relationships/image" Target="../media/image360.png"/><Relationship Id="rId170" Type="http://schemas.openxmlformats.org/officeDocument/2006/relationships/image" Target="../media/image164.png"/><Relationship Id="rId226" Type="http://schemas.openxmlformats.org/officeDocument/2006/relationships/image" Target="../media/image220.png"/><Relationship Id="rId433" Type="http://schemas.openxmlformats.org/officeDocument/2006/relationships/image" Target="../media/image427.png"/><Relationship Id="rId268" Type="http://schemas.openxmlformats.org/officeDocument/2006/relationships/image" Target="../media/image262.png"/><Relationship Id="rId475" Type="http://schemas.openxmlformats.org/officeDocument/2006/relationships/image" Target="../media/image469.png"/><Relationship Id="rId32" Type="http://schemas.openxmlformats.org/officeDocument/2006/relationships/image" Target="../media/image26.png"/><Relationship Id="rId74" Type="http://schemas.openxmlformats.org/officeDocument/2006/relationships/image" Target="../media/image68.png"/><Relationship Id="rId128" Type="http://schemas.openxmlformats.org/officeDocument/2006/relationships/image" Target="../media/image122.png"/><Relationship Id="rId335" Type="http://schemas.openxmlformats.org/officeDocument/2006/relationships/image" Target="../media/image329.png"/><Relationship Id="rId377" Type="http://schemas.openxmlformats.org/officeDocument/2006/relationships/image" Target="../media/image371.png"/><Relationship Id="rId500" Type="http://schemas.openxmlformats.org/officeDocument/2006/relationships/image" Target="../media/image494.png"/><Relationship Id="rId5" Type="http://schemas.openxmlformats.org/officeDocument/2006/relationships/slideLayout" Target="../slideLayouts/slideLayout5.xml"/><Relationship Id="rId181" Type="http://schemas.openxmlformats.org/officeDocument/2006/relationships/image" Target="../media/image175.png"/><Relationship Id="rId237" Type="http://schemas.openxmlformats.org/officeDocument/2006/relationships/image" Target="../media/image231.png"/><Relationship Id="rId402" Type="http://schemas.openxmlformats.org/officeDocument/2006/relationships/image" Target="../media/image396.png"/><Relationship Id="rId279" Type="http://schemas.openxmlformats.org/officeDocument/2006/relationships/image" Target="../media/image273.png"/><Relationship Id="rId444" Type="http://schemas.openxmlformats.org/officeDocument/2006/relationships/image" Target="../media/image438.png"/><Relationship Id="rId486" Type="http://schemas.openxmlformats.org/officeDocument/2006/relationships/image" Target="../media/image480.png"/><Relationship Id="rId43" Type="http://schemas.openxmlformats.org/officeDocument/2006/relationships/image" Target="../media/image37.png"/><Relationship Id="rId139" Type="http://schemas.openxmlformats.org/officeDocument/2006/relationships/image" Target="../media/image133.png"/><Relationship Id="rId290" Type="http://schemas.openxmlformats.org/officeDocument/2006/relationships/image" Target="../media/image284.png"/><Relationship Id="rId304" Type="http://schemas.openxmlformats.org/officeDocument/2006/relationships/image" Target="../media/image298.png"/><Relationship Id="rId346" Type="http://schemas.openxmlformats.org/officeDocument/2006/relationships/image" Target="../media/image340.png"/><Relationship Id="rId388" Type="http://schemas.openxmlformats.org/officeDocument/2006/relationships/image" Target="../media/image382.png"/><Relationship Id="rId511" Type="http://schemas.openxmlformats.org/officeDocument/2006/relationships/image" Target="../media/image505.png"/><Relationship Id="rId85" Type="http://schemas.openxmlformats.org/officeDocument/2006/relationships/image" Target="../media/image79.png"/><Relationship Id="rId150" Type="http://schemas.openxmlformats.org/officeDocument/2006/relationships/image" Target="../media/image144.png"/><Relationship Id="rId192" Type="http://schemas.openxmlformats.org/officeDocument/2006/relationships/image" Target="../media/image186.png"/><Relationship Id="rId206" Type="http://schemas.openxmlformats.org/officeDocument/2006/relationships/image" Target="../media/image200.png"/><Relationship Id="rId413" Type="http://schemas.openxmlformats.org/officeDocument/2006/relationships/image" Target="../media/image407.png"/><Relationship Id="rId248" Type="http://schemas.openxmlformats.org/officeDocument/2006/relationships/image" Target="../media/image242.png"/><Relationship Id="rId455" Type="http://schemas.openxmlformats.org/officeDocument/2006/relationships/image" Target="../media/image449.png"/><Relationship Id="rId497" Type="http://schemas.openxmlformats.org/officeDocument/2006/relationships/image" Target="../media/image491.png"/><Relationship Id="rId12" Type="http://schemas.openxmlformats.org/officeDocument/2006/relationships/image" Target="../media/image6.png"/><Relationship Id="rId108" Type="http://schemas.openxmlformats.org/officeDocument/2006/relationships/image" Target="../media/image102.png"/><Relationship Id="rId315" Type="http://schemas.openxmlformats.org/officeDocument/2006/relationships/image" Target="../media/image309.png"/><Relationship Id="rId357" Type="http://schemas.openxmlformats.org/officeDocument/2006/relationships/image" Target="../media/image351.png"/><Relationship Id="rId54" Type="http://schemas.openxmlformats.org/officeDocument/2006/relationships/image" Target="../media/image48.png"/><Relationship Id="rId96" Type="http://schemas.openxmlformats.org/officeDocument/2006/relationships/image" Target="../media/image90.png"/><Relationship Id="rId161" Type="http://schemas.openxmlformats.org/officeDocument/2006/relationships/image" Target="../media/image155.png"/><Relationship Id="rId217" Type="http://schemas.openxmlformats.org/officeDocument/2006/relationships/image" Target="../media/image211.png"/><Relationship Id="rId399" Type="http://schemas.openxmlformats.org/officeDocument/2006/relationships/image" Target="../media/image393.png"/><Relationship Id="rId259" Type="http://schemas.openxmlformats.org/officeDocument/2006/relationships/image" Target="../media/image253.png"/><Relationship Id="rId424" Type="http://schemas.openxmlformats.org/officeDocument/2006/relationships/image" Target="../media/image418.png"/><Relationship Id="rId466" Type="http://schemas.openxmlformats.org/officeDocument/2006/relationships/image" Target="../media/image460.png"/><Relationship Id="rId23" Type="http://schemas.openxmlformats.org/officeDocument/2006/relationships/image" Target="../media/image17.png"/><Relationship Id="rId119" Type="http://schemas.openxmlformats.org/officeDocument/2006/relationships/image" Target="../media/image113.png"/><Relationship Id="rId270" Type="http://schemas.openxmlformats.org/officeDocument/2006/relationships/image" Target="../media/image264.png"/><Relationship Id="rId326" Type="http://schemas.openxmlformats.org/officeDocument/2006/relationships/image" Target="../media/image320.png"/><Relationship Id="rId65" Type="http://schemas.openxmlformats.org/officeDocument/2006/relationships/image" Target="../media/image59.png"/><Relationship Id="rId130" Type="http://schemas.openxmlformats.org/officeDocument/2006/relationships/image" Target="../media/image124.png"/><Relationship Id="rId368" Type="http://schemas.openxmlformats.org/officeDocument/2006/relationships/image" Target="../media/image362.png"/><Relationship Id="rId172" Type="http://schemas.openxmlformats.org/officeDocument/2006/relationships/image" Target="../media/image166.png"/><Relationship Id="rId228" Type="http://schemas.openxmlformats.org/officeDocument/2006/relationships/image" Target="../media/image222.png"/><Relationship Id="rId435" Type="http://schemas.openxmlformats.org/officeDocument/2006/relationships/image" Target="../media/image429.png"/><Relationship Id="rId477" Type="http://schemas.openxmlformats.org/officeDocument/2006/relationships/image" Target="../media/image471.png"/><Relationship Id="rId281" Type="http://schemas.openxmlformats.org/officeDocument/2006/relationships/image" Target="../media/image275.png"/><Relationship Id="rId337" Type="http://schemas.openxmlformats.org/officeDocument/2006/relationships/image" Target="../media/image331.png"/><Relationship Id="rId502" Type="http://schemas.openxmlformats.org/officeDocument/2006/relationships/image" Target="../media/image496.png"/><Relationship Id="rId34" Type="http://schemas.openxmlformats.org/officeDocument/2006/relationships/image" Target="../media/image28.png"/><Relationship Id="rId76" Type="http://schemas.openxmlformats.org/officeDocument/2006/relationships/image" Target="../media/image70.png"/><Relationship Id="rId141" Type="http://schemas.openxmlformats.org/officeDocument/2006/relationships/image" Target="../media/image135.png"/><Relationship Id="rId379" Type="http://schemas.openxmlformats.org/officeDocument/2006/relationships/image" Target="../media/image373.png"/><Relationship Id="rId7" Type="http://schemas.openxmlformats.org/officeDocument/2006/relationships/image" Target="../media/image1.png"/><Relationship Id="rId183" Type="http://schemas.openxmlformats.org/officeDocument/2006/relationships/image" Target="../media/image177.png"/><Relationship Id="rId239" Type="http://schemas.openxmlformats.org/officeDocument/2006/relationships/image" Target="../media/image233.png"/><Relationship Id="rId390" Type="http://schemas.openxmlformats.org/officeDocument/2006/relationships/image" Target="../media/image384.png"/><Relationship Id="rId404" Type="http://schemas.openxmlformats.org/officeDocument/2006/relationships/image" Target="../media/image398.png"/><Relationship Id="rId446" Type="http://schemas.openxmlformats.org/officeDocument/2006/relationships/image" Target="../media/image440.png"/><Relationship Id="rId250" Type="http://schemas.openxmlformats.org/officeDocument/2006/relationships/image" Target="../media/image244.png"/><Relationship Id="rId292" Type="http://schemas.openxmlformats.org/officeDocument/2006/relationships/image" Target="../media/image286.png"/><Relationship Id="rId306" Type="http://schemas.openxmlformats.org/officeDocument/2006/relationships/image" Target="../media/image300.png"/><Relationship Id="rId488" Type="http://schemas.openxmlformats.org/officeDocument/2006/relationships/image" Target="../media/image482.png"/><Relationship Id="rId45" Type="http://schemas.openxmlformats.org/officeDocument/2006/relationships/image" Target="../media/image39.png"/><Relationship Id="rId87" Type="http://schemas.openxmlformats.org/officeDocument/2006/relationships/image" Target="../media/image81.png"/><Relationship Id="rId110" Type="http://schemas.openxmlformats.org/officeDocument/2006/relationships/image" Target="../media/image104.png"/><Relationship Id="rId348" Type="http://schemas.openxmlformats.org/officeDocument/2006/relationships/image" Target="../media/image342.png"/><Relationship Id="rId513" Type="http://schemas.openxmlformats.org/officeDocument/2006/relationships/image" Target="../media/image507.png"/><Relationship Id="rId152" Type="http://schemas.openxmlformats.org/officeDocument/2006/relationships/image" Target="../media/image146.png"/><Relationship Id="rId194" Type="http://schemas.openxmlformats.org/officeDocument/2006/relationships/image" Target="../media/image188.png"/><Relationship Id="rId208" Type="http://schemas.openxmlformats.org/officeDocument/2006/relationships/image" Target="../media/image202.png"/><Relationship Id="rId415" Type="http://schemas.openxmlformats.org/officeDocument/2006/relationships/image" Target="../media/image409.png"/><Relationship Id="rId457" Type="http://schemas.openxmlformats.org/officeDocument/2006/relationships/image" Target="../media/image451.png"/><Relationship Id="rId261" Type="http://schemas.openxmlformats.org/officeDocument/2006/relationships/image" Target="../media/image255.png"/><Relationship Id="rId499" Type="http://schemas.openxmlformats.org/officeDocument/2006/relationships/image" Target="../media/image493.png"/><Relationship Id="rId14" Type="http://schemas.openxmlformats.org/officeDocument/2006/relationships/image" Target="../media/image8.png"/><Relationship Id="rId56" Type="http://schemas.openxmlformats.org/officeDocument/2006/relationships/image" Target="../media/image50.png"/><Relationship Id="rId317" Type="http://schemas.openxmlformats.org/officeDocument/2006/relationships/image" Target="../media/image311.png"/><Relationship Id="rId359" Type="http://schemas.openxmlformats.org/officeDocument/2006/relationships/image" Target="../media/image353.png"/><Relationship Id="rId98" Type="http://schemas.openxmlformats.org/officeDocument/2006/relationships/image" Target="../media/image92.png"/><Relationship Id="rId121" Type="http://schemas.openxmlformats.org/officeDocument/2006/relationships/image" Target="../media/image115.png"/><Relationship Id="rId163" Type="http://schemas.openxmlformats.org/officeDocument/2006/relationships/image" Target="../media/image157.png"/><Relationship Id="rId219" Type="http://schemas.openxmlformats.org/officeDocument/2006/relationships/image" Target="../media/image213.png"/><Relationship Id="rId370" Type="http://schemas.openxmlformats.org/officeDocument/2006/relationships/image" Target="../media/image364.png"/><Relationship Id="rId426" Type="http://schemas.openxmlformats.org/officeDocument/2006/relationships/image" Target="../media/image420.png"/><Relationship Id="rId230" Type="http://schemas.openxmlformats.org/officeDocument/2006/relationships/image" Target="../media/image224.png"/><Relationship Id="rId468" Type="http://schemas.openxmlformats.org/officeDocument/2006/relationships/image" Target="../media/image462.png"/><Relationship Id="rId25" Type="http://schemas.openxmlformats.org/officeDocument/2006/relationships/image" Target="../media/image19.png"/><Relationship Id="rId67" Type="http://schemas.openxmlformats.org/officeDocument/2006/relationships/image" Target="../media/image61.png"/><Relationship Id="rId272" Type="http://schemas.openxmlformats.org/officeDocument/2006/relationships/image" Target="../media/image266.png"/><Relationship Id="rId328" Type="http://schemas.openxmlformats.org/officeDocument/2006/relationships/image" Target="../media/image322.png"/><Relationship Id="rId132" Type="http://schemas.openxmlformats.org/officeDocument/2006/relationships/image" Target="../media/image126.png"/><Relationship Id="rId174" Type="http://schemas.openxmlformats.org/officeDocument/2006/relationships/image" Target="../media/image168.png"/><Relationship Id="rId381" Type="http://schemas.openxmlformats.org/officeDocument/2006/relationships/image" Target="../media/image375.png"/><Relationship Id="rId241" Type="http://schemas.openxmlformats.org/officeDocument/2006/relationships/image" Target="../media/image235.png"/><Relationship Id="rId437" Type="http://schemas.openxmlformats.org/officeDocument/2006/relationships/image" Target="../media/image431.png"/><Relationship Id="rId479" Type="http://schemas.openxmlformats.org/officeDocument/2006/relationships/image" Target="../media/image473.png"/><Relationship Id="rId36" Type="http://schemas.openxmlformats.org/officeDocument/2006/relationships/image" Target="../media/image30.png"/><Relationship Id="rId283" Type="http://schemas.openxmlformats.org/officeDocument/2006/relationships/image" Target="../media/image277.png"/><Relationship Id="rId339" Type="http://schemas.openxmlformats.org/officeDocument/2006/relationships/image" Target="../media/image333.png"/><Relationship Id="rId490" Type="http://schemas.openxmlformats.org/officeDocument/2006/relationships/image" Target="../media/image484.png"/><Relationship Id="rId504" Type="http://schemas.openxmlformats.org/officeDocument/2006/relationships/image" Target="../media/image498.png"/><Relationship Id="rId78" Type="http://schemas.openxmlformats.org/officeDocument/2006/relationships/image" Target="../media/image72.png"/><Relationship Id="rId101" Type="http://schemas.openxmlformats.org/officeDocument/2006/relationships/image" Target="../media/image95.png"/><Relationship Id="rId143" Type="http://schemas.openxmlformats.org/officeDocument/2006/relationships/image" Target="../media/image137.png"/><Relationship Id="rId185" Type="http://schemas.openxmlformats.org/officeDocument/2006/relationships/image" Target="../media/image179.png"/><Relationship Id="rId350" Type="http://schemas.openxmlformats.org/officeDocument/2006/relationships/image" Target="../media/image344.png"/><Relationship Id="rId406" Type="http://schemas.openxmlformats.org/officeDocument/2006/relationships/image" Target="../media/image400.png"/><Relationship Id="rId9" Type="http://schemas.openxmlformats.org/officeDocument/2006/relationships/image" Target="../media/image3.jpg"/><Relationship Id="rId210" Type="http://schemas.openxmlformats.org/officeDocument/2006/relationships/image" Target="../media/image204.png"/><Relationship Id="rId392" Type="http://schemas.openxmlformats.org/officeDocument/2006/relationships/image" Target="../media/image386.png"/><Relationship Id="rId448" Type="http://schemas.openxmlformats.org/officeDocument/2006/relationships/image" Target="../media/image442.png"/><Relationship Id="rId252" Type="http://schemas.openxmlformats.org/officeDocument/2006/relationships/image" Target="../media/image246.png"/><Relationship Id="rId294" Type="http://schemas.openxmlformats.org/officeDocument/2006/relationships/image" Target="../media/image288.png"/><Relationship Id="rId308" Type="http://schemas.openxmlformats.org/officeDocument/2006/relationships/image" Target="../media/image302.png"/><Relationship Id="rId515" Type="http://schemas.openxmlformats.org/officeDocument/2006/relationships/image" Target="../media/image509.png"/><Relationship Id="rId47" Type="http://schemas.openxmlformats.org/officeDocument/2006/relationships/image" Target="../media/image41.png"/><Relationship Id="rId89" Type="http://schemas.openxmlformats.org/officeDocument/2006/relationships/image" Target="../media/image83.png"/><Relationship Id="rId112" Type="http://schemas.openxmlformats.org/officeDocument/2006/relationships/image" Target="../media/image106.png"/><Relationship Id="rId154" Type="http://schemas.openxmlformats.org/officeDocument/2006/relationships/image" Target="../media/image148.png"/><Relationship Id="rId361" Type="http://schemas.openxmlformats.org/officeDocument/2006/relationships/image" Target="../media/image355.png"/><Relationship Id="rId196" Type="http://schemas.openxmlformats.org/officeDocument/2006/relationships/image" Target="../media/image190.png"/><Relationship Id="rId417" Type="http://schemas.openxmlformats.org/officeDocument/2006/relationships/image" Target="../media/image411.png"/><Relationship Id="rId459" Type="http://schemas.openxmlformats.org/officeDocument/2006/relationships/image" Target="../media/image453.png"/><Relationship Id="rId16" Type="http://schemas.openxmlformats.org/officeDocument/2006/relationships/image" Target="../media/image10.png"/><Relationship Id="rId221" Type="http://schemas.openxmlformats.org/officeDocument/2006/relationships/image" Target="../media/image215.png"/><Relationship Id="rId263" Type="http://schemas.openxmlformats.org/officeDocument/2006/relationships/image" Target="../media/image257.png"/><Relationship Id="rId319" Type="http://schemas.openxmlformats.org/officeDocument/2006/relationships/image" Target="../media/image313.png"/><Relationship Id="rId470" Type="http://schemas.openxmlformats.org/officeDocument/2006/relationships/image" Target="../media/image464.png"/><Relationship Id="rId58" Type="http://schemas.openxmlformats.org/officeDocument/2006/relationships/image" Target="../media/image52.png"/><Relationship Id="rId123" Type="http://schemas.openxmlformats.org/officeDocument/2006/relationships/image" Target="../media/image117.png"/><Relationship Id="rId330" Type="http://schemas.openxmlformats.org/officeDocument/2006/relationships/image" Target="../media/image324.png"/><Relationship Id="rId165" Type="http://schemas.openxmlformats.org/officeDocument/2006/relationships/image" Target="../media/image159.png"/><Relationship Id="rId372" Type="http://schemas.openxmlformats.org/officeDocument/2006/relationships/image" Target="../media/image366.png"/><Relationship Id="rId428" Type="http://schemas.openxmlformats.org/officeDocument/2006/relationships/image" Target="../media/image422.png"/><Relationship Id="rId232" Type="http://schemas.openxmlformats.org/officeDocument/2006/relationships/image" Target="../media/image226.png"/><Relationship Id="rId274" Type="http://schemas.openxmlformats.org/officeDocument/2006/relationships/image" Target="../media/image268.png"/><Relationship Id="rId481" Type="http://schemas.openxmlformats.org/officeDocument/2006/relationships/image" Target="../media/image475.png"/><Relationship Id="rId27" Type="http://schemas.openxmlformats.org/officeDocument/2006/relationships/image" Target="../media/image21.png"/><Relationship Id="rId69" Type="http://schemas.openxmlformats.org/officeDocument/2006/relationships/image" Target="../media/image63.png"/><Relationship Id="rId134" Type="http://schemas.openxmlformats.org/officeDocument/2006/relationships/image" Target="../media/image128.png"/><Relationship Id="rId80" Type="http://schemas.openxmlformats.org/officeDocument/2006/relationships/image" Target="../media/image74.png"/><Relationship Id="rId176" Type="http://schemas.openxmlformats.org/officeDocument/2006/relationships/image" Target="../media/image170.png"/><Relationship Id="rId341" Type="http://schemas.openxmlformats.org/officeDocument/2006/relationships/image" Target="../media/image335.png"/><Relationship Id="rId383" Type="http://schemas.openxmlformats.org/officeDocument/2006/relationships/image" Target="../media/image377.png"/><Relationship Id="rId439" Type="http://schemas.openxmlformats.org/officeDocument/2006/relationships/image" Target="../media/image433.png"/><Relationship Id="rId201" Type="http://schemas.openxmlformats.org/officeDocument/2006/relationships/image" Target="../media/image195.png"/><Relationship Id="rId243" Type="http://schemas.openxmlformats.org/officeDocument/2006/relationships/image" Target="../media/image237.png"/><Relationship Id="rId285" Type="http://schemas.openxmlformats.org/officeDocument/2006/relationships/image" Target="../media/image279.png"/><Relationship Id="rId450" Type="http://schemas.openxmlformats.org/officeDocument/2006/relationships/image" Target="../media/image444.png"/><Relationship Id="rId506" Type="http://schemas.openxmlformats.org/officeDocument/2006/relationships/image" Target="../media/image500.png"/><Relationship Id="rId38" Type="http://schemas.openxmlformats.org/officeDocument/2006/relationships/image" Target="../media/image32.png"/><Relationship Id="rId103" Type="http://schemas.openxmlformats.org/officeDocument/2006/relationships/image" Target="../media/image97.png"/><Relationship Id="rId310" Type="http://schemas.openxmlformats.org/officeDocument/2006/relationships/image" Target="../media/image304.png"/><Relationship Id="rId492" Type="http://schemas.openxmlformats.org/officeDocument/2006/relationships/image" Target="../media/image486.png"/><Relationship Id="rId91" Type="http://schemas.openxmlformats.org/officeDocument/2006/relationships/image" Target="../media/image85.png"/><Relationship Id="rId145" Type="http://schemas.openxmlformats.org/officeDocument/2006/relationships/image" Target="../media/image139.png"/><Relationship Id="rId187" Type="http://schemas.openxmlformats.org/officeDocument/2006/relationships/image" Target="../media/image181.png"/><Relationship Id="rId352" Type="http://schemas.openxmlformats.org/officeDocument/2006/relationships/image" Target="../media/image346.png"/><Relationship Id="rId394" Type="http://schemas.openxmlformats.org/officeDocument/2006/relationships/image" Target="../media/image388.png"/><Relationship Id="rId408" Type="http://schemas.openxmlformats.org/officeDocument/2006/relationships/image" Target="../media/image402.png"/><Relationship Id="rId212" Type="http://schemas.openxmlformats.org/officeDocument/2006/relationships/image" Target="../media/image206.png"/><Relationship Id="rId254" Type="http://schemas.openxmlformats.org/officeDocument/2006/relationships/image" Target="../media/image248.png"/><Relationship Id="rId49" Type="http://schemas.openxmlformats.org/officeDocument/2006/relationships/image" Target="../media/image43.png"/><Relationship Id="rId114" Type="http://schemas.openxmlformats.org/officeDocument/2006/relationships/image" Target="../media/image108.png"/><Relationship Id="rId296" Type="http://schemas.openxmlformats.org/officeDocument/2006/relationships/image" Target="../media/image290.png"/><Relationship Id="rId461" Type="http://schemas.openxmlformats.org/officeDocument/2006/relationships/image" Target="../media/image455.png"/><Relationship Id="rId60" Type="http://schemas.openxmlformats.org/officeDocument/2006/relationships/image" Target="../media/image54.png"/><Relationship Id="rId156" Type="http://schemas.openxmlformats.org/officeDocument/2006/relationships/image" Target="../media/image150.png"/><Relationship Id="rId198" Type="http://schemas.openxmlformats.org/officeDocument/2006/relationships/image" Target="../media/image192.png"/><Relationship Id="rId321" Type="http://schemas.openxmlformats.org/officeDocument/2006/relationships/image" Target="../media/image315.png"/><Relationship Id="rId363" Type="http://schemas.openxmlformats.org/officeDocument/2006/relationships/image" Target="../media/image357.png"/><Relationship Id="rId419" Type="http://schemas.openxmlformats.org/officeDocument/2006/relationships/image" Target="../media/image413.png"/><Relationship Id="rId223" Type="http://schemas.openxmlformats.org/officeDocument/2006/relationships/image" Target="../media/image217.png"/><Relationship Id="rId430" Type="http://schemas.openxmlformats.org/officeDocument/2006/relationships/image" Target="../media/image424.png"/><Relationship Id="rId18" Type="http://schemas.openxmlformats.org/officeDocument/2006/relationships/image" Target="../media/image12.png"/><Relationship Id="rId265" Type="http://schemas.openxmlformats.org/officeDocument/2006/relationships/image" Target="../media/image259.png"/><Relationship Id="rId472" Type="http://schemas.openxmlformats.org/officeDocument/2006/relationships/image" Target="../media/image466.png"/><Relationship Id="rId125" Type="http://schemas.openxmlformats.org/officeDocument/2006/relationships/image" Target="../media/image119.png"/><Relationship Id="rId167" Type="http://schemas.openxmlformats.org/officeDocument/2006/relationships/image" Target="../media/image161.png"/><Relationship Id="rId332" Type="http://schemas.openxmlformats.org/officeDocument/2006/relationships/image" Target="../media/image326.png"/><Relationship Id="rId374" Type="http://schemas.openxmlformats.org/officeDocument/2006/relationships/image" Target="../media/image368.png"/><Relationship Id="rId71" Type="http://schemas.openxmlformats.org/officeDocument/2006/relationships/image" Target="../media/image65.png"/><Relationship Id="rId234" Type="http://schemas.openxmlformats.org/officeDocument/2006/relationships/image" Target="../media/image228.png"/><Relationship Id="rId2" Type="http://schemas.openxmlformats.org/officeDocument/2006/relationships/slideLayout" Target="../slideLayouts/slideLayout2.xml"/><Relationship Id="rId29" Type="http://schemas.openxmlformats.org/officeDocument/2006/relationships/image" Target="../media/image23.png"/><Relationship Id="rId276" Type="http://schemas.openxmlformats.org/officeDocument/2006/relationships/image" Target="../media/image270.png"/><Relationship Id="rId441" Type="http://schemas.openxmlformats.org/officeDocument/2006/relationships/image" Target="../media/image435.png"/><Relationship Id="rId483" Type="http://schemas.openxmlformats.org/officeDocument/2006/relationships/image" Target="../media/image477.png"/><Relationship Id="rId40" Type="http://schemas.openxmlformats.org/officeDocument/2006/relationships/image" Target="../media/image34.png"/><Relationship Id="rId136" Type="http://schemas.openxmlformats.org/officeDocument/2006/relationships/image" Target="../media/image130.png"/><Relationship Id="rId178" Type="http://schemas.openxmlformats.org/officeDocument/2006/relationships/image" Target="../media/image172.png"/><Relationship Id="rId301" Type="http://schemas.openxmlformats.org/officeDocument/2006/relationships/image" Target="../media/image295.png"/><Relationship Id="rId343" Type="http://schemas.openxmlformats.org/officeDocument/2006/relationships/image" Target="../media/image337.png"/><Relationship Id="rId82" Type="http://schemas.openxmlformats.org/officeDocument/2006/relationships/image" Target="../media/image76.png"/><Relationship Id="rId203" Type="http://schemas.openxmlformats.org/officeDocument/2006/relationships/image" Target="../media/image197.png"/><Relationship Id="rId385" Type="http://schemas.openxmlformats.org/officeDocument/2006/relationships/image" Target="../media/image379.png"/><Relationship Id="rId245" Type="http://schemas.openxmlformats.org/officeDocument/2006/relationships/image" Target="../media/image239.png"/><Relationship Id="rId287" Type="http://schemas.openxmlformats.org/officeDocument/2006/relationships/image" Target="../media/image281.png"/><Relationship Id="rId410" Type="http://schemas.openxmlformats.org/officeDocument/2006/relationships/image" Target="../media/image404.png"/><Relationship Id="rId452" Type="http://schemas.openxmlformats.org/officeDocument/2006/relationships/image" Target="../media/image446.png"/><Relationship Id="rId494" Type="http://schemas.openxmlformats.org/officeDocument/2006/relationships/image" Target="../media/image488.png"/><Relationship Id="rId508" Type="http://schemas.openxmlformats.org/officeDocument/2006/relationships/image" Target="../media/image502.png"/><Relationship Id="rId105" Type="http://schemas.openxmlformats.org/officeDocument/2006/relationships/image" Target="../media/image99.png"/><Relationship Id="rId147" Type="http://schemas.openxmlformats.org/officeDocument/2006/relationships/image" Target="../media/image141.png"/><Relationship Id="rId312" Type="http://schemas.openxmlformats.org/officeDocument/2006/relationships/image" Target="../media/image306.png"/><Relationship Id="rId354" Type="http://schemas.openxmlformats.org/officeDocument/2006/relationships/image" Target="../media/image348.png"/><Relationship Id="rId51" Type="http://schemas.openxmlformats.org/officeDocument/2006/relationships/image" Target="../media/image45.png"/><Relationship Id="rId93" Type="http://schemas.openxmlformats.org/officeDocument/2006/relationships/image" Target="../media/image87.png"/><Relationship Id="rId189" Type="http://schemas.openxmlformats.org/officeDocument/2006/relationships/image" Target="../media/image183.png"/><Relationship Id="rId396" Type="http://schemas.openxmlformats.org/officeDocument/2006/relationships/image" Target="../media/image390.png"/><Relationship Id="rId214" Type="http://schemas.openxmlformats.org/officeDocument/2006/relationships/image" Target="../media/image208.png"/><Relationship Id="rId256" Type="http://schemas.openxmlformats.org/officeDocument/2006/relationships/image" Target="../media/image250.png"/><Relationship Id="rId298" Type="http://schemas.openxmlformats.org/officeDocument/2006/relationships/image" Target="../media/image292.png"/><Relationship Id="rId421" Type="http://schemas.openxmlformats.org/officeDocument/2006/relationships/image" Target="../media/image415.png"/><Relationship Id="rId463" Type="http://schemas.openxmlformats.org/officeDocument/2006/relationships/image" Target="../media/image457.png"/><Relationship Id="rId116" Type="http://schemas.openxmlformats.org/officeDocument/2006/relationships/image" Target="../media/image110.png"/><Relationship Id="rId158" Type="http://schemas.openxmlformats.org/officeDocument/2006/relationships/image" Target="../media/image152.png"/><Relationship Id="rId323" Type="http://schemas.openxmlformats.org/officeDocument/2006/relationships/image" Target="../media/image317.png"/><Relationship Id="rId20" Type="http://schemas.openxmlformats.org/officeDocument/2006/relationships/image" Target="../media/image14.png"/><Relationship Id="rId62" Type="http://schemas.openxmlformats.org/officeDocument/2006/relationships/image" Target="../media/image56.png"/><Relationship Id="rId365" Type="http://schemas.openxmlformats.org/officeDocument/2006/relationships/image" Target="../media/image359.png"/><Relationship Id="rId225" Type="http://schemas.openxmlformats.org/officeDocument/2006/relationships/image" Target="../media/image219.png"/><Relationship Id="rId267" Type="http://schemas.openxmlformats.org/officeDocument/2006/relationships/image" Target="../media/image261.png"/><Relationship Id="rId432" Type="http://schemas.openxmlformats.org/officeDocument/2006/relationships/image" Target="../media/image426.png"/><Relationship Id="rId474" Type="http://schemas.openxmlformats.org/officeDocument/2006/relationships/image" Target="../media/image468.png"/><Relationship Id="rId127" Type="http://schemas.openxmlformats.org/officeDocument/2006/relationships/image" Target="../media/image121.png"/><Relationship Id="rId31" Type="http://schemas.openxmlformats.org/officeDocument/2006/relationships/image" Target="../media/image25.png"/><Relationship Id="rId73" Type="http://schemas.openxmlformats.org/officeDocument/2006/relationships/image" Target="../media/image67.png"/><Relationship Id="rId169" Type="http://schemas.openxmlformats.org/officeDocument/2006/relationships/image" Target="../media/image163.png"/><Relationship Id="rId334" Type="http://schemas.openxmlformats.org/officeDocument/2006/relationships/image" Target="../media/image328.png"/><Relationship Id="rId376" Type="http://schemas.openxmlformats.org/officeDocument/2006/relationships/image" Target="../media/image370.png"/><Relationship Id="rId4" Type="http://schemas.openxmlformats.org/officeDocument/2006/relationships/slideLayout" Target="../slideLayouts/slideLayout4.xml"/><Relationship Id="rId180" Type="http://schemas.openxmlformats.org/officeDocument/2006/relationships/image" Target="../media/image174.png"/><Relationship Id="rId236" Type="http://schemas.openxmlformats.org/officeDocument/2006/relationships/image" Target="../media/image230.png"/><Relationship Id="rId278" Type="http://schemas.openxmlformats.org/officeDocument/2006/relationships/image" Target="../media/image272.png"/><Relationship Id="rId401" Type="http://schemas.openxmlformats.org/officeDocument/2006/relationships/image" Target="../media/image395.png"/><Relationship Id="rId443" Type="http://schemas.openxmlformats.org/officeDocument/2006/relationships/image" Target="../media/image437.png"/><Relationship Id="rId303" Type="http://schemas.openxmlformats.org/officeDocument/2006/relationships/image" Target="../media/image297.png"/><Relationship Id="rId485" Type="http://schemas.openxmlformats.org/officeDocument/2006/relationships/image" Target="../media/image479.png"/><Relationship Id="rId42" Type="http://schemas.openxmlformats.org/officeDocument/2006/relationships/image" Target="../media/image36.png"/><Relationship Id="rId84" Type="http://schemas.openxmlformats.org/officeDocument/2006/relationships/image" Target="../media/image78.png"/><Relationship Id="rId138" Type="http://schemas.openxmlformats.org/officeDocument/2006/relationships/image" Target="../media/image132.png"/><Relationship Id="rId345" Type="http://schemas.openxmlformats.org/officeDocument/2006/relationships/image" Target="../media/image339.png"/><Relationship Id="rId387" Type="http://schemas.openxmlformats.org/officeDocument/2006/relationships/image" Target="../media/image381.png"/><Relationship Id="rId510" Type="http://schemas.openxmlformats.org/officeDocument/2006/relationships/image" Target="../media/image504.png"/><Relationship Id="rId191" Type="http://schemas.openxmlformats.org/officeDocument/2006/relationships/image" Target="../media/image185.png"/><Relationship Id="rId205" Type="http://schemas.openxmlformats.org/officeDocument/2006/relationships/image" Target="../media/image199.png"/><Relationship Id="rId247" Type="http://schemas.openxmlformats.org/officeDocument/2006/relationships/image" Target="../media/image241.png"/><Relationship Id="rId412" Type="http://schemas.openxmlformats.org/officeDocument/2006/relationships/image" Target="../media/image406.png"/><Relationship Id="rId107" Type="http://schemas.openxmlformats.org/officeDocument/2006/relationships/image" Target="../media/image101.png"/><Relationship Id="rId289" Type="http://schemas.openxmlformats.org/officeDocument/2006/relationships/image" Target="../media/image283.png"/><Relationship Id="rId454" Type="http://schemas.openxmlformats.org/officeDocument/2006/relationships/image" Target="../media/image448.png"/><Relationship Id="rId496" Type="http://schemas.openxmlformats.org/officeDocument/2006/relationships/image" Target="../media/image490.png"/><Relationship Id="rId11" Type="http://schemas.openxmlformats.org/officeDocument/2006/relationships/image" Target="../media/image5.png"/><Relationship Id="rId53" Type="http://schemas.openxmlformats.org/officeDocument/2006/relationships/image" Target="../media/image47.png"/><Relationship Id="rId149" Type="http://schemas.openxmlformats.org/officeDocument/2006/relationships/image" Target="../media/image143.png"/><Relationship Id="rId314" Type="http://schemas.openxmlformats.org/officeDocument/2006/relationships/image" Target="../media/image308.png"/><Relationship Id="rId356" Type="http://schemas.openxmlformats.org/officeDocument/2006/relationships/image" Target="../media/image350.png"/><Relationship Id="rId398" Type="http://schemas.openxmlformats.org/officeDocument/2006/relationships/image" Target="../media/image392.png"/><Relationship Id="rId95" Type="http://schemas.openxmlformats.org/officeDocument/2006/relationships/image" Target="../media/image89.png"/><Relationship Id="rId160" Type="http://schemas.openxmlformats.org/officeDocument/2006/relationships/image" Target="../media/image154.png"/><Relationship Id="rId216" Type="http://schemas.openxmlformats.org/officeDocument/2006/relationships/image" Target="../media/image210.png"/><Relationship Id="rId423" Type="http://schemas.openxmlformats.org/officeDocument/2006/relationships/image" Target="../media/image417.png"/><Relationship Id="rId258" Type="http://schemas.openxmlformats.org/officeDocument/2006/relationships/image" Target="../media/image252.png"/><Relationship Id="rId465" Type="http://schemas.openxmlformats.org/officeDocument/2006/relationships/image" Target="../media/image459.png"/><Relationship Id="rId22" Type="http://schemas.openxmlformats.org/officeDocument/2006/relationships/image" Target="../media/image16.png"/><Relationship Id="rId64" Type="http://schemas.openxmlformats.org/officeDocument/2006/relationships/image" Target="../media/image58.png"/><Relationship Id="rId118" Type="http://schemas.openxmlformats.org/officeDocument/2006/relationships/image" Target="../media/image112.png"/><Relationship Id="rId325" Type="http://schemas.openxmlformats.org/officeDocument/2006/relationships/image" Target="../media/image319.png"/><Relationship Id="rId367" Type="http://schemas.openxmlformats.org/officeDocument/2006/relationships/image" Target="../media/image361.png"/><Relationship Id="rId171" Type="http://schemas.openxmlformats.org/officeDocument/2006/relationships/image" Target="../media/image165.png"/><Relationship Id="rId227" Type="http://schemas.openxmlformats.org/officeDocument/2006/relationships/image" Target="../media/image221.png"/><Relationship Id="rId269" Type="http://schemas.openxmlformats.org/officeDocument/2006/relationships/image" Target="../media/image263.png"/><Relationship Id="rId434" Type="http://schemas.openxmlformats.org/officeDocument/2006/relationships/image" Target="../media/image428.png"/><Relationship Id="rId476" Type="http://schemas.openxmlformats.org/officeDocument/2006/relationships/image" Target="../media/image470.png"/><Relationship Id="rId33" Type="http://schemas.openxmlformats.org/officeDocument/2006/relationships/image" Target="../media/image27.png"/><Relationship Id="rId129" Type="http://schemas.openxmlformats.org/officeDocument/2006/relationships/image" Target="../media/image123.png"/><Relationship Id="rId280" Type="http://schemas.openxmlformats.org/officeDocument/2006/relationships/image" Target="../media/image274.png"/><Relationship Id="rId336" Type="http://schemas.openxmlformats.org/officeDocument/2006/relationships/image" Target="../media/image330.png"/><Relationship Id="rId501" Type="http://schemas.openxmlformats.org/officeDocument/2006/relationships/image" Target="../media/image495.png"/><Relationship Id="rId75" Type="http://schemas.openxmlformats.org/officeDocument/2006/relationships/image" Target="../media/image69.png"/><Relationship Id="rId140" Type="http://schemas.openxmlformats.org/officeDocument/2006/relationships/image" Target="../media/image134.png"/><Relationship Id="rId182" Type="http://schemas.openxmlformats.org/officeDocument/2006/relationships/image" Target="../media/image176.png"/><Relationship Id="rId378" Type="http://schemas.openxmlformats.org/officeDocument/2006/relationships/image" Target="../media/image372.png"/><Relationship Id="rId403" Type="http://schemas.openxmlformats.org/officeDocument/2006/relationships/image" Target="../media/image397.png"/><Relationship Id="rId6" Type="http://schemas.openxmlformats.org/officeDocument/2006/relationships/theme" Target="../theme/theme1.xml"/><Relationship Id="rId238" Type="http://schemas.openxmlformats.org/officeDocument/2006/relationships/image" Target="../media/image232.png"/><Relationship Id="rId445" Type="http://schemas.openxmlformats.org/officeDocument/2006/relationships/image" Target="../media/image439.png"/><Relationship Id="rId487" Type="http://schemas.openxmlformats.org/officeDocument/2006/relationships/image" Target="../media/image481.png"/><Relationship Id="rId291" Type="http://schemas.openxmlformats.org/officeDocument/2006/relationships/image" Target="../media/image285.png"/><Relationship Id="rId305" Type="http://schemas.openxmlformats.org/officeDocument/2006/relationships/image" Target="../media/image299.png"/><Relationship Id="rId347" Type="http://schemas.openxmlformats.org/officeDocument/2006/relationships/image" Target="../media/image341.png"/><Relationship Id="rId512" Type="http://schemas.openxmlformats.org/officeDocument/2006/relationships/image" Target="../media/image506.png"/><Relationship Id="rId44" Type="http://schemas.openxmlformats.org/officeDocument/2006/relationships/image" Target="../media/image38.png"/><Relationship Id="rId86" Type="http://schemas.openxmlformats.org/officeDocument/2006/relationships/image" Target="../media/image80.png"/><Relationship Id="rId151" Type="http://schemas.openxmlformats.org/officeDocument/2006/relationships/image" Target="../media/image145.png"/><Relationship Id="rId389" Type="http://schemas.openxmlformats.org/officeDocument/2006/relationships/image" Target="../media/image383.png"/><Relationship Id="rId193" Type="http://schemas.openxmlformats.org/officeDocument/2006/relationships/image" Target="../media/image187.png"/><Relationship Id="rId207" Type="http://schemas.openxmlformats.org/officeDocument/2006/relationships/image" Target="../media/image201.png"/><Relationship Id="rId249" Type="http://schemas.openxmlformats.org/officeDocument/2006/relationships/image" Target="../media/image243.png"/><Relationship Id="rId414" Type="http://schemas.openxmlformats.org/officeDocument/2006/relationships/image" Target="../media/image408.png"/><Relationship Id="rId456" Type="http://schemas.openxmlformats.org/officeDocument/2006/relationships/image" Target="../media/image450.png"/><Relationship Id="rId498" Type="http://schemas.openxmlformats.org/officeDocument/2006/relationships/image" Target="../media/image492.png"/><Relationship Id="rId13" Type="http://schemas.openxmlformats.org/officeDocument/2006/relationships/image" Target="../media/image7.png"/><Relationship Id="rId109" Type="http://schemas.openxmlformats.org/officeDocument/2006/relationships/image" Target="../media/image103.png"/><Relationship Id="rId260" Type="http://schemas.openxmlformats.org/officeDocument/2006/relationships/image" Target="../media/image254.png"/><Relationship Id="rId316" Type="http://schemas.openxmlformats.org/officeDocument/2006/relationships/image" Target="../media/image310.png"/><Relationship Id="rId55" Type="http://schemas.openxmlformats.org/officeDocument/2006/relationships/image" Target="../media/image49.png"/><Relationship Id="rId97" Type="http://schemas.openxmlformats.org/officeDocument/2006/relationships/image" Target="../media/image91.png"/><Relationship Id="rId120" Type="http://schemas.openxmlformats.org/officeDocument/2006/relationships/image" Target="../media/image114.png"/><Relationship Id="rId358" Type="http://schemas.openxmlformats.org/officeDocument/2006/relationships/image" Target="../media/image352.png"/><Relationship Id="rId162" Type="http://schemas.openxmlformats.org/officeDocument/2006/relationships/image" Target="../media/image156.png"/><Relationship Id="rId218" Type="http://schemas.openxmlformats.org/officeDocument/2006/relationships/image" Target="../media/image212.png"/><Relationship Id="rId425" Type="http://schemas.openxmlformats.org/officeDocument/2006/relationships/image" Target="../media/image419.png"/><Relationship Id="rId467" Type="http://schemas.openxmlformats.org/officeDocument/2006/relationships/image" Target="../media/image461.png"/><Relationship Id="rId271" Type="http://schemas.openxmlformats.org/officeDocument/2006/relationships/image" Target="../media/image265.png"/><Relationship Id="rId24" Type="http://schemas.openxmlformats.org/officeDocument/2006/relationships/image" Target="../media/image18.png"/><Relationship Id="rId66" Type="http://schemas.openxmlformats.org/officeDocument/2006/relationships/image" Target="../media/image60.png"/><Relationship Id="rId131" Type="http://schemas.openxmlformats.org/officeDocument/2006/relationships/image" Target="../media/image125.png"/><Relationship Id="rId327" Type="http://schemas.openxmlformats.org/officeDocument/2006/relationships/image" Target="../media/image321.png"/><Relationship Id="rId369" Type="http://schemas.openxmlformats.org/officeDocument/2006/relationships/image" Target="../media/image363.png"/><Relationship Id="rId173" Type="http://schemas.openxmlformats.org/officeDocument/2006/relationships/image" Target="../media/image167.png"/><Relationship Id="rId229" Type="http://schemas.openxmlformats.org/officeDocument/2006/relationships/image" Target="../media/image223.png"/><Relationship Id="rId380" Type="http://schemas.openxmlformats.org/officeDocument/2006/relationships/image" Target="../media/image374.png"/><Relationship Id="rId436" Type="http://schemas.openxmlformats.org/officeDocument/2006/relationships/image" Target="../media/image430.png"/><Relationship Id="rId240" Type="http://schemas.openxmlformats.org/officeDocument/2006/relationships/image" Target="../media/image234.png"/><Relationship Id="rId478" Type="http://schemas.openxmlformats.org/officeDocument/2006/relationships/image" Target="../media/image472.png"/><Relationship Id="rId35" Type="http://schemas.openxmlformats.org/officeDocument/2006/relationships/image" Target="../media/image29.png"/><Relationship Id="rId77" Type="http://schemas.openxmlformats.org/officeDocument/2006/relationships/image" Target="../media/image71.png"/><Relationship Id="rId100" Type="http://schemas.openxmlformats.org/officeDocument/2006/relationships/image" Target="../media/image94.png"/><Relationship Id="rId282" Type="http://schemas.openxmlformats.org/officeDocument/2006/relationships/image" Target="../media/image276.png"/><Relationship Id="rId338" Type="http://schemas.openxmlformats.org/officeDocument/2006/relationships/image" Target="../media/image332.png"/><Relationship Id="rId503" Type="http://schemas.openxmlformats.org/officeDocument/2006/relationships/image" Target="../media/image497.png"/><Relationship Id="rId8" Type="http://schemas.openxmlformats.org/officeDocument/2006/relationships/image" Target="../media/image2.png"/><Relationship Id="rId142" Type="http://schemas.openxmlformats.org/officeDocument/2006/relationships/image" Target="../media/image136.png"/><Relationship Id="rId184" Type="http://schemas.openxmlformats.org/officeDocument/2006/relationships/image" Target="../media/image178.png"/><Relationship Id="rId391" Type="http://schemas.openxmlformats.org/officeDocument/2006/relationships/image" Target="../media/image385.png"/><Relationship Id="rId405" Type="http://schemas.openxmlformats.org/officeDocument/2006/relationships/image" Target="../media/image399.png"/><Relationship Id="rId447" Type="http://schemas.openxmlformats.org/officeDocument/2006/relationships/image" Target="../media/image441.png"/><Relationship Id="rId251" Type="http://schemas.openxmlformats.org/officeDocument/2006/relationships/image" Target="../media/image245.png"/><Relationship Id="rId489" Type="http://schemas.openxmlformats.org/officeDocument/2006/relationships/image" Target="../media/image483.png"/><Relationship Id="rId46" Type="http://schemas.openxmlformats.org/officeDocument/2006/relationships/image" Target="../media/image40.png"/><Relationship Id="rId293" Type="http://schemas.openxmlformats.org/officeDocument/2006/relationships/image" Target="../media/image287.png"/><Relationship Id="rId307" Type="http://schemas.openxmlformats.org/officeDocument/2006/relationships/image" Target="../media/image301.png"/><Relationship Id="rId349" Type="http://schemas.openxmlformats.org/officeDocument/2006/relationships/image" Target="../media/image343.png"/><Relationship Id="rId514" Type="http://schemas.openxmlformats.org/officeDocument/2006/relationships/image" Target="../media/image508.png"/><Relationship Id="rId88" Type="http://schemas.openxmlformats.org/officeDocument/2006/relationships/image" Target="../media/image82.png"/><Relationship Id="rId111" Type="http://schemas.openxmlformats.org/officeDocument/2006/relationships/image" Target="../media/image105.png"/><Relationship Id="rId153" Type="http://schemas.openxmlformats.org/officeDocument/2006/relationships/image" Target="../media/image147.png"/><Relationship Id="rId195" Type="http://schemas.openxmlformats.org/officeDocument/2006/relationships/image" Target="../media/image189.png"/><Relationship Id="rId209" Type="http://schemas.openxmlformats.org/officeDocument/2006/relationships/image" Target="../media/image203.png"/><Relationship Id="rId360" Type="http://schemas.openxmlformats.org/officeDocument/2006/relationships/image" Target="../media/image354.png"/><Relationship Id="rId416" Type="http://schemas.openxmlformats.org/officeDocument/2006/relationships/image" Target="../media/image410.png"/><Relationship Id="rId220" Type="http://schemas.openxmlformats.org/officeDocument/2006/relationships/image" Target="../media/image214.png"/><Relationship Id="rId458" Type="http://schemas.openxmlformats.org/officeDocument/2006/relationships/image" Target="../media/image452.png"/><Relationship Id="rId15" Type="http://schemas.openxmlformats.org/officeDocument/2006/relationships/image" Target="../media/image9.png"/><Relationship Id="rId57" Type="http://schemas.openxmlformats.org/officeDocument/2006/relationships/image" Target="../media/image51.png"/><Relationship Id="rId262" Type="http://schemas.openxmlformats.org/officeDocument/2006/relationships/image" Target="../media/image256.png"/><Relationship Id="rId318" Type="http://schemas.openxmlformats.org/officeDocument/2006/relationships/image" Target="../media/image312.png"/><Relationship Id="rId99" Type="http://schemas.openxmlformats.org/officeDocument/2006/relationships/image" Target="../media/image93.png"/><Relationship Id="rId122" Type="http://schemas.openxmlformats.org/officeDocument/2006/relationships/image" Target="../media/image116.png"/><Relationship Id="rId164" Type="http://schemas.openxmlformats.org/officeDocument/2006/relationships/image" Target="../media/image158.png"/><Relationship Id="rId371" Type="http://schemas.openxmlformats.org/officeDocument/2006/relationships/image" Target="../media/image365.png"/><Relationship Id="rId427" Type="http://schemas.openxmlformats.org/officeDocument/2006/relationships/image" Target="../media/image421.png"/><Relationship Id="rId469" Type="http://schemas.openxmlformats.org/officeDocument/2006/relationships/image" Target="../media/image463.png"/><Relationship Id="rId26" Type="http://schemas.openxmlformats.org/officeDocument/2006/relationships/image" Target="../media/image20.png"/><Relationship Id="rId231" Type="http://schemas.openxmlformats.org/officeDocument/2006/relationships/image" Target="../media/image225.png"/><Relationship Id="rId273" Type="http://schemas.openxmlformats.org/officeDocument/2006/relationships/image" Target="../media/image267.png"/><Relationship Id="rId329" Type="http://schemas.openxmlformats.org/officeDocument/2006/relationships/image" Target="../media/image323.png"/><Relationship Id="rId480" Type="http://schemas.openxmlformats.org/officeDocument/2006/relationships/image" Target="../media/image474.png"/><Relationship Id="rId68" Type="http://schemas.openxmlformats.org/officeDocument/2006/relationships/image" Target="../media/image62.png"/><Relationship Id="rId133" Type="http://schemas.openxmlformats.org/officeDocument/2006/relationships/image" Target="../media/image127.png"/><Relationship Id="rId175" Type="http://schemas.openxmlformats.org/officeDocument/2006/relationships/image" Target="../media/image169.png"/><Relationship Id="rId340" Type="http://schemas.openxmlformats.org/officeDocument/2006/relationships/image" Target="../media/image334.png"/><Relationship Id="rId200" Type="http://schemas.openxmlformats.org/officeDocument/2006/relationships/image" Target="../media/image194.png"/><Relationship Id="rId382" Type="http://schemas.openxmlformats.org/officeDocument/2006/relationships/image" Target="../media/image376.png"/><Relationship Id="rId438" Type="http://schemas.openxmlformats.org/officeDocument/2006/relationships/image" Target="../media/image432.png"/><Relationship Id="rId242" Type="http://schemas.openxmlformats.org/officeDocument/2006/relationships/image" Target="../media/image236.png"/><Relationship Id="rId284" Type="http://schemas.openxmlformats.org/officeDocument/2006/relationships/image" Target="../media/image278.png"/><Relationship Id="rId491" Type="http://schemas.openxmlformats.org/officeDocument/2006/relationships/image" Target="../media/image485.png"/><Relationship Id="rId505" Type="http://schemas.openxmlformats.org/officeDocument/2006/relationships/image" Target="../media/image499.png"/><Relationship Id="rId37" Type="http://schemas.openxmlformats.org/officeDocument/2006/relationships/image" Target="../media/image31.png"/><Relationship Id="rId79" Type="http://schemas.openxmlformats.org/officeDocument/2006/relationships/image" Target="../media/image73.png"/><Relationship Id="rId102" Type="http://schemas.openxmlformats.org/officeDocument/2006/relationships/image" Target="../media/image96.png"/><Relationship Id="rId144" Type="http://schemas.openxmlformats.org/officeDocument/2006/relationships/image" Target="../media/image138.png"/><Relationship Id="rId90" Type="http://schemas.openxmlformats.org/officeDocument/2006/relationships/image" Target="../media/image84.png"/><Relationship Id="rId186" Type="http://schemas.openxmlformats.org/officeDocument/2006/relationships/image" Target="../media/image180.png"/><Relationship Id="rId351" Type="http://schemas.openxmlformats.org/officeDocument/2006/relationships/image" Target="../media/image345.png"/><Relationship Id="rId393" Type="http://schemas.openxmlformats.org/officeDocument/2006/relationships/image" Target="../media/image387.png"/><Relationship Id="rId407" Type="http://schemas.openxmlformats.org/officeDocument/2006/relationships/image" Target="../media/image401.png"/><Relationship Id="rId449" Type="http://schemas.openxmlformats.org/officeDocument/2006/relationships/image" Target="../media/image443.png"/><Relationship Id="rId211" Type="http://schemas.openxmlformats.org/officeDocument/2006/relationships/image" Target="../media/image205.png"/><Relationship Id="rId253" Type="http://schemas.openxmlformats.org/officeDocument/2006/relationships/image" Target="../media/image247.png"/><Relationship Id="rId295" Type="http://schemas.openxmlformats.org/officeDocument/2006/relationships/image" Target="../media/image289.png"/><Relationship Id="rId309" Type="http://schemas.openxmlformats.org/officeDocument/2006/relationships/image" Target="../media/image303.png"/><Relationship Id="rId460" Type="http://schemas.openxmlformats.org/officeDocument/2006/relationships/image" Target="../media/image454.png"/><Relationship Id="rId516" Type="http://schemas.openxmlformats.org/officeDocument/2006/relationships/image" Target="../media/image510.png"/><Relationship Id="rId48" Type="http://schemas.openxmlformats.org/officeDocument/2006/relationships/image" Target="../media/image42.png"/><Relationship Id="rId113" Type="http://schemas.openxmlformats.org/officeDocument/2006/relationships/image" Target="../media/image107.png"/><Relationship Id="rId320" Type="http://schemas.openxmlformats.org/officeDocument/2006/relationships/image" Target="../media/image314.png"/><Relationship Id="rId155" Type="http://schemas.openxmlformats.org/officeDocument/2006/relationships/image" Target="../media/image149.png"/><Relationship Id="rId197" Type="http://schemas.openxmlformats.org/officeDocument/2006/relationships/image" Target="../media/image191.png"/><Relationship Id="rId362" Type="http://schemas.openxmlformats.org/officeDocument/2006/relationships/image" Target="../media/image356.png"/><Relationship Id="rId418" Type="http://schemas.openxmlformats.org/officeDocument/2006/relationships/image" Target="../media/image412.png"/><Relationship Id="rId222" Type="http://schemas.openxmlformats.org/officeDocument/2006/relationships/image" Target="../media/image216.png"/><Relationship Id="rId264" Type="http://schemas.openxmlformats.org/officeDocument/2006/relationships/image" Target="../media/image258.png"/><Relationship Id="rId471" Type="http://schemas.openxmlformats.org/officeDocument/2006/relationships/image" Target="../media/image465.png"/><Relationship Id="rId17" Type="http://schemas.openxmlformats.org/officeDocument/2006/relationships/image" Target="../media/image11.png"/><Relationship Id="rId59" Type="http://schemas.openxmlformats.org/officeDocument/2006/relationships/image" Target="../media/image53.png"/><Relationship Id="rId124" Type="http://schemas.openxmlformats.org/officeDocument/2006/relationships/image" Target="../media/image118.png"/><Relationship Id="rId70" Type="http://schemas.openxmlformats.org/officeDocument/2006/relationships/image" Target="../media/image64.png"/><Relationship Id="rId166" Type="http://schemas.openxmlformats.org/officeDocument/2006/relationships/image" Target="../media/image160.png"/><Relationship Id="rId331" Type="http://schemas.openxmlformats.org/officeDocument/2006/relationships/image" Target="../media/image325.png"/><Relationship Id="rId373" Type="http://schemas.openxmlformats.org/officeDocument/2006/relationships/image" Target="../media/image367.png"/><Relationship Id="rId429" Type="http://schemas.openxmlformats.org/officeDocument/2006/relationships/image" Target="../media/image423.png"/><Relationship Id="rId1" Type="http://schemas.openxmlformats.org/officeDocument/2006/relationships/slideLayout" Target="../slideLayouts/slideLayout1.xml"/><Relationship Id="rId233" Type="http://schemas.openxmlformats.org/officeDocument/2006/relationships/image" Target="../media/image227.png"/><Relationship Id="rId440" Type="http://schemas.openxmlformats.org/officeDocument/2006/relationships/image" Target="../media/image434.png"/><Relationship Id="rId28" Type="http://schemas.openxmlformats.org/officeDocument/2006/relationships/image" Target="../media/image22.png"/><Relationship Id="rId275" Type="http://schemas.openxmlformats.org/officeDocument/2006/relationships/image" Target="../media/image269.png"/><Relationship Id="rId300" Type="http://schemas.openxmlformats.org/officeDocument/2006/relationships/image" Target="../media/image294.png"/><Relationship Id="rId482" Type="http://schemas.openxmlformats.org/officeDocument/2006/relationships/image" Target="../media/image476.png"/><Relationship Id="rId81" Type="http://schemas.openxmlformats.org/officeDocument/2006/relationships/image" Target="../media/image75.png"/><Relationship Id="rId135" Type="http://schemas.openxmlformats.org/officeDocument/2006/relationships/image" Target="../media/image129.png"/><Relationship Id="rId177" Type="http://schemas.openxmlformats.org/officeDocument/2006/relationships/image" Target="../media/image171.png"/><Relationship Id="rId342" Type="http://schemas.openxmlformats.org/officeDocument/2006/relationships/image" Target="../media/image336.png"/><Relationship Id="rId384" Type="http://schemas.openxmlformats.org/officeDocument/2006/relationships/image" Target="../media/image378.png"/><Relationship Id="rId202" Type="http://schemas.openxmlformats.org/officeDocument/2006/relationships/image" Target="../media/image196.png"/><Relationship Id="rId244" Type="http://schemas.openxmlformats.org/officeDocument/2006/relationships/image" Target="../media/image238.png"/><Relationship Id="rId39" Type="http://schemas.openxmlformats.org/officeDocument/2006/relationships/image" Target="../media/image33.png"/><Relationship Id="rId286" Type="http://schemas.openxmlformats.org/officeDocument/2006/relationships/image" Target="../media/image280.png"/><Relationship Id="rId451" Type="http://schemas.openxmlformats.org/officeDocument/2006/relationships/image" Target="../media/image445.png"/><Relationship Id="rId493" Type="http://schemas.openxmlformats.org/officeDocument/2006/relationships/image" Target="../media/image487.png"/><Relationship Id="rId507" Type="http://schemas.openxmlformats.org/officeDocument/2006/relationships/image" Target="../media/image501.png"/><Relationship Id="rId50" Type="http://schemas.openxmlformats.org/officeDocument/2006/relationships/image" Target="../media/image44.png"/><Relationship Id="rId104" Type="http://schemas.openxmlformats.org/officeDocument/2006/relationships/image" Target="../media/image98.png"/><Relationship Id="rId146" Type="http://schemas.openxmlformats.org/officeDocument/2006/relationships/image" Target="../media/image140.png"/><Relationship Id="rId188" Type="http://schemas.openxmlformats.org/officeDocument/2006/relationships/image" Target="../media/image182.png"/><Relationship Id="rId311" Type="http://schemas.openxmlformats.org/officeDocument/2006/relationships/image" Target="../media/image305.png"/><Relationship Id="rId353" Type="http://schemas.openxmlformats.org/officeDocument/2006/relationships/image" Target="../media/image347.png"/><Relationship Id="rId395" Type="http://schemas.openxmlformats.org/officeDocument/2006/relationships/image" Target="../media/image389.png"/><Relationship Id="rId409" Type="http://schemas.openxmlformats.org/officeDocument/2006/relationships/image" Target="../media/image403.png"/><Relationship Id="rId92" Type="http://schemas.openxmlformats.org/officeDocument/2006/relationships/image" Target="../media/image86.png"/><Relationship Id="rId213" Type="http://schemas.openxmlformats.org/officeDocument/2006/relationships/image" Target="../media/image207.png"/><Relationship Id="rId420" Type="http://schemas.openxmlformats.org/officeDocument/2006/relationships/image" Target="../media/image414.png"/><Relationship Id="rId255" Type="http://schemas.openxmlformats.org/officeDocument/2006/relationships/image" Target="../media/image249.png"/><Relationship Id="rId297" Type="http://schemas.openxmlformats.org/officeDocument/2006/relationships/image" Target="../media/image291.png"/><Relationship Id="rId462" Type="http://schemas.openxmlformats.org/officeDocument/2006/relationships/image" Target="../media/image456.png"/><Relationship Id="rId115" Type="http://schemas.openxmlformats.org/officeDocument/2006/relationships/image" Target="../media/image109.png"/><Relationship Id="rId157" Type="http://schemas.openxmlformats.org/officeDocument/2006/relationships/image" Target="../media/image151.png"/><Relationship Id="rId322" Type="http://schemas.openxmlformats.org/officeDocument/2006/relationships/image" Target="../media/image316.png"/><Relationship Id="rId364" Type="http://schemas.openxmlformats.org/officeDocument/2006/relationships/image" Target="../media/image358.png"/><Relationship Id="rId61" Type="http://schemas.openxmlformats.org/officeDocument/2006/relationships/image" Target="../media/image55.png"/><Relationship Id="rId199" Type="http://schemas.openxmlformats.org/officeDocument/2006/relationships/image" Target="../media/image193.png"/><Relationship Id="rId19" Type="http://schemas.openxmlformats.org/officeDocument/2006/relationships/image" Target="../media/image13.png"/><Relationship Id="rId224" Type="http://schemas.openxmlformats.org/officeDocument/2006/relationships/image" Target="../media/image218.png"/><Relationship Id="rId266" Type="http://schemas.openxmlformats.org/officeDocument/2006/relationships/image" Target="../media/image260.png"/><Relationship Id="rId431" Type="http://schemas.openxmlformats.org/officeDocument/2006/relationships/image" Target="../media/image425.png"/><Relationship Id="rId473" Type="http://schemas.openxmlformats.org/officeDocument/2006/relationships/image" Target="../media/image467.png"/><Relationship Id="rId30" Type="http://schemas.openxmlformats.org/officeDocument/2006/relationships/image" Target="../media/image24.png"/><Relationship Id="rId126" Type="http://schemas.openxmlformats.org/officeDocument/2006/relationships/image" Target="../media/image120.png"/><Relationship Id="rId168" Type="http://schemas.openxmlformats.org/officeDocument/2006/relationships/image" Target="../media/image162.png"/><Relationship Id="rId333" Type="http://schemas.openxmlformats.org/officeDocument/2006/relationships/image" Target="../media/image327.png"/><Relationship Id="rId72" Type="http://schemas.openxmlformats.org/officeDocument/2006/relationships/image" Target="../media/image66.png"/><Relationship Id="rId375" Type="http://schemas.openxmlformats.org/officeDocument/2006/relationships/image" Target="../media/image369.png"/><Relationship Id="rId3" Type="http://schemas.openxmlformats.org/officeDocument/2006/relationships/slideLayout" Target="../slideLayouts/slideLayout3.xml"/><Relationship Id="rId235" Type="http://schemas.openxmlformats.org/officeDocument/2006/relationships/image" Target="../media/image229.png"/><Relationship Id="rId277" Type="http://schemas.openxmlformats.org/officeDocument/2006/relationships/image" Target="../media/image271.png"/><Relationship Id="rId400" Type="http://schemas.openxmlformats.org/officeDocument/2006/relationships/image" Target="../media/image394.png"/><Relationship Id="rId442" Type="http://schemas.openxmlformats.org/officeDocument/2006/relationships/image" Target="../media/image436.png"/><Relationship Id="rId484" Type="http://schemas.openxmlformats.org/officeDocument/2006/relationships/image" Target="../media/image478.png"/><Relationship Id="rId137" Type="http://schemas.openxmlformats.org/officeDocument/2006/relationships/image" Target="../media/image131.png"/><Relationship Id="rId302" Type="http://schemas.openxmlformats.org/officeDocument/2006/relationships/image" Target="../media/image296.png"/><Relationship Id="rId344" Type="http://schemas.openxmlformats.org/officeDocument/2006/relationships/image" Target="../media/image338.png"/><Relationship Id="rId41" Type="http://schemas.openxmlformats.org/officeDocument/2006/relationships/image" Target="../media/image35.png"/><Relationship Id="rId83" Type="http://schemas.openxmlformats.org/officeDocument/2006/relationships/image" Target="../media/image77.png"/><Relationship Id="rId179" Type="http://schemas.openxmlformats.org/officeDocument/2006/relationships/image" Target="../media/image173.png"/><Relationship Id="rId386" Type="http://schemas.openxmlformats.org/officeDocument/2006/relationships/image" Target="../media/image380.png"/><Relationship Id="rId190" Type="http://schemas.openxmlformats.org/officeDocument/2006/relationships/image" Target="../media/image184.png"/><Relationship Id="rId204" Type="http://schemas.openxmlformats.org/officeDocument/2006/relationships/image" Target="../media/image198.png"/><Relationship Id="rId246" Type="http://schemas.openxmlformats.org/officeDocument/2006/relationships/image" Target="../media/image240.png"/><Relationship Id="rId288" Type="http://schemas.openxmlformats.org/officeDocument/2006/relationships/image" Target="../media/image282.png"/><Relationship Id="rId411" Type="http://schemas.openxmlformats.org/officeDocument/2006/relationships/image" Target="../media/image405.png"/><Relationship Id="rId453" Type="http://schemas.openxmlformats.org/officeDocument/2006/relationships/image" Target="../media/image447.png"/><Relationship Id="rId509" Type="http://schemas.openxmlformats.org/officeDocument/2006/relationships/image" Target="../media/image503.png"/><Relationship Id="rId106" Type="http://schemas.openxmlformats.org/officeDocument/2006/relationships/image" Target="../media/image100.png"/><Relationship Id="rId313" Type="http://schemas.openxmlformats.org/officeDocument/2006/relationships/image" Target="../media/image307.png"/><Relationship Id="rId495" Type="http://schemas.openxmlformats.org/officeDocument/2006/relationships/image" Target="../media/image489.png"/><Relationship Id="rId10" Type="http://schemas.openxmlformats.org/officeDocument/2006/relationships/image" Target="../media/image4.png"/><Relationship Id="rId52" Type="http://schemas.openxmlformats.org/officeDocument/2006/relationships/image" Target="../media/image46.png"/><Relationship Id="rId94" Type="http://schemas.openxmlformats.org/officeDocument/2006/relationships/image" Target="../media/image88.png"/><Relationship Id="rId148" Type="http://schemas.openxmlformats.org/officeDocument/2006/relationships/image" Target="../media/image142.png"/><Relationship Id="rId355" Type="http://schemas.openxmlformats.org/officeDocument/2006/relationships/image" Target="../media/image349.png"/><Relationship Id="rId397" Type="http://schemas.openxmlformats.org/officeDocument/2006/relationships/image" Target="../media/image391.png"/><Relationship Id="rId215" Type="http://schemas.openxmlformats.org/officeDocument/2006/relationships/image" Target="../media/image209.png"/><Relationship Id="rId257" Type="http://schemas.openxmlformats.org/officeDocument/2006/relationships/image" Target="../media/image251.png"/><Relationship Id="rId422" Type="http://schemas.openxmlformats.org/officeDocument/2006/relationships/image" Target="../media/image416.png"/><Relationship Id="rId464" Type="http://schemas.openxmlformats.org/officeDocument/2006/relationships/image" Target="../media/image458.png"/><Relationship Id="rId299" Type="http://schemas.openxmlformats.org/officeDocument/2006/relationships/image" Target="../media/image29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8288000" cy="10287000"/>
          </a:xfrm>
          <a:prstGeom prst="rect">
            <a:avLst/>
          </a:prstGeom>
        </p:spPr>
      </p:pic>
      <p:pic>
        <p:nvPicPr>
          <p:cNvPr id="17" name="bg object 17"/>
          <p:cNvPicPr/>
          <p:nvPr/>
        </p:nvPicPr>
        <p:blipFill>
          <a:blip r:embed="rId8" cstate="print"/>
          <a:stretch>
            <a:fillRect/>
          </a:stretch>
        </p:blipFill>
        <p:spPr>
          <a:xfrm>
            <a:off x="0" y="5433466"/>
            <a:ext cx="18288000" cy="3758946"/>
          </a:xfrm>
          <a:prstGeom prst="rect">
            <a:avLst/>
          </a:prstGeom>
        </p:spPr>
      </p:pic>
      <p:pic>
        <p:nvPicPr>
          <p:cNvPr id="18" name="bg object 18"/>
          <p:cNvPicPr/>
          <p:nvPr/>
        </p:nvPicPr>
        <p:blipFill>
          <a:blip r:embed="rId9" cstate="print"/>
          <a:stretch>
            <a:fillRect/>
          </a:stretch>
        </p:blipFill>
        <p:spPr>
          <a:xfrm>
            <a:off x="0" y="9194010"/>
            <a:ext cx="18287999" cy="1092987"/>
          </a:xfrm>
          <a:prstGeom prst="rect">
            <a:avLst/>
          </a:prstGeom>
        </p:spPr>
      </p:pic>
      <p:sp>
        <p:nvSpPr>
          <p:cNvPr id="19" name="bg object 19"/>
          <p:cNvSpPr/>
          <p:nvPr/>
        </p:nvSpPr>
        <p:spPr>
          <a:xfrm>
            <a:off x="0" y="9200857"/>
            <a:ext cx="18288000" cy="12700"/>
          </a:xfrm>
          <a:custGeom>
            <a:avLst/>
            <a:gdLst/>
            <a:ahLst/>
            <a:cxnLst/>
            <a:rect l="l" t="t" r="r" b="b"/>
            <a:pathLst>
              <a:path w="18288000" h="12700">
                <a:moveTo>
                  <a:pt x="0" y="12700"/>
                </a:moveTo>
                <a:lnTo>
                  <a:pt x="18288000" y="12700"/>
                </a:lnTo>
                <a:lnTo>
                  <a:pt x="18288000" y="0"/>
                </a:lnTo>
                <a:lnTo>
                  <a:pt x="0" y="0"/>
                </a:lnTo>
                <a:lnTo>
                  <a:pt x="0" y="12700"/>
                </a:lnTo>
                <a:close/>
              </a:path>
            </a:pathLst>
          </a:custGeom>
          <a:solidFill>
            <a:srgbClr val="000000"/>
          </a:solidFill>
        </p:spPr>
        <p:txBody>
          <a:bodyPr wrap="square" lIns="0" tIns="0" rIns="0" bIns="0" rtlCol="0"/>
          <a:lstStyle/>
          <a:p>
            <a:endParaRPr/>
          </a:p>
        </p:txBody>
      </p:sp>
      <p:pic>
        <p:nvPicPr>
          <p:cNvPr id="20" name="bg object 20"/>
          <p:cNvPicPr/>
          <p:nvPr/>
        </p:nvPicPr>
        <p:blipFill>
          <a:blip r:embed="rId10" cstate="print"/>
          <a:stretch>
            <a:fillRect/>
          </a:stretch>
        </p:blipFill>
        <p:spPr>
          <a:xfrm>
            <a:off x="18010630" y="2508185"/>
            <a:ext cx="218894" cy="216550"/>
          </a:xfrm>
          <a:prstGeom prst="rect">
            <a:avLst/>
          </a:prstGeom>
        </p:spPr>
      </p:pic>
      <p:pic>
        <p:nvPicPr>
          <p:cNvPr id="21" name="bg object 21"/>
          <p:cNvPicPr/>
          <p:nvPr/>
        </p:nvPicPr>
        <p:blipFill>
          <a:blip r:embed="rId11" cstate="print"/>
          <a:stretch>
            <a:fillRect/>
          </a:stretch>
        </p:blipFill>
        <p:spPr>
          <a:xfrm>
            <a:off x="18014860" y="2214061"/>
            <a:ext cx="208319" cy="211794"/>
          </a:xfrm>
          <a:prstGeom prst="rect">
            <a:avLst/>
          </a:prstGeom>
        </p:spPr>
      </p:pic>
      <p:pic>
        <p:nvPicPr>
          <p:cNvPr id="22" name="bg object 22"/>
          <p:cNvPicPr/>
          <p:nvPr/>
        </p:nvPicPr>
        <p:blipFill>
          <a:blip r:embed="rId12" cstate="print"/>
          <a:stretch>
            <a:fillRect/>
          </a:stretch>
        </p:blipFill>
        <p:spPr>
          <a:xfrm>
            <a:off x="18016976" y="2797764"/>
            <a:ext cx="207262" cy="205981"/>
          </a:xfrm>
          <a:prstGeom prst="rect">
            <a:avLst/>
          </a:prstGeom>
        </p:spPr>
      </p:pic>
      <p:pic>
        <p:nvPicPr>
          <p:cNvPr id="23" name="bg object 23"/>
          <p:cNvPicPr/>
          <p:nvPr/>
        </p:nvPicPr>
        <p:blipFill>
          <a:blip r:embed="rId13" cstate="print"/>
          <a:stretch>
            <a:fillRect/>
          </a:stretch>
        </p:blipFill>
        <p:spPr>
          <a:xfrm>
            <a:off x="18016976" y="1930189"/>
            <a:ext cx="207262" cy="206827"/>
          </a:xfrm>
          <a:prstGeom prst="rect">
            <a:avLst/>
          </a:prstGeom>
        </p:spPr>
      </p:pic>
      <p:pic>
        <p:nvPicPr>
          <p:cNvPr id="24" name="bg object 24"/>
          <p:cNvPicPr/>
          <p:nvPr/>
        </p:nvPicPr>
        <p:blipFill>
          <a:blip r:embed="rId14" cstate="print"/>
          <a:stretch>
            <a:fillRect/>
          </a:stretch>
        </p:blipFill>
        <p:spPr>
          <a:xfrm>
            <a:off x="17733576" y="2513258"/>
            <a:ext cx="207262" cy="206192"/>
          </a:xfrm>
          <a:prstGeom prst="rect">
            <a:avLst/>
          </a:prstGeom>
        </p:spPr>
      </p:pic>
      <p:pic>
        <p:nvPicPr>
          <p:cNvPr id="25" name="bg object 25"/>
          <p:cNvPicPr/>
          <p:nvPr/>
        </p:nvPicPr>
        <p:blipFill>
          <a:blip r:embed="rId15" cstate="print"/>
          <a:stretch>
            <a:fillRect/>
          </a:stretch>
        </p:blipFill>
        <p:spPr>
          <a:xfrm>
            <a:off x="18016976" y="3086709"/>
            <a:ext cx="206205" cy="206298"/>
          </a:xfrm>
          <a:prstGeom prst="rect">
            <a:avLst/>
          </a:prstGeom>
        </p:spPr>
      </p:pic>
      <p:pic>
        <p:nvPicPr>
          <p:cNvPr id="26" name="bg object 26"/>
          <p:cNvPicPr/>
          <p:nvPr/>
        </p:nvPicPr>
        <p:blipFill>
          <a:blip r:embed="rId16" cstate="print"/>
          <a:stretch>
            <a:fillRect/>
          </a:stretch>
        </p:blipFill>
        <p:spPr>
          <a:xfrm>
            <a:off x="17732519" y="2797447"/>
            <a:ext cx="209377" cy="206615"/>
          </a:xfrm>
          <a:prstGeom prst="rect">
            <a:avLst/>
          </a:prstGeom>
        </p:spPr>
      </p:pic>
      <p:pic>
        <p:nvPicPr>
          <p:cNvPr id="27" name="bg object 27"/>
          <p:cNvPicPr/>
          <p:nvPr/>
        </p:nvPicPr>
        <p:blipFill>
          <a:blip r:embed="rId17" cstate="print"/>
          <a:stretch>
            <a:fillRect/>
          </a:stretch>
        </p:blipFill>
        <p:spPr>
          <a:xfrm>
            <a:off x="17732519" y="2219451"/>
            <a:ext cx="206651" cy="201542"/>
          </a:xfrm>
          <a:prstGeom prst="rect">
            <a:avLst/>
          </a:prstGeom>
        </p:spPr>
      </p:pic>
      <p:pic>
        <p:nvPicPr>
          <p:cNvPr id="28" name="bg object 28"/>
          <p:cNvPicPr/>
          <p:nvPr/>
        </p:nvPicPr>
        <p:blipFill>
          <a:blip r:embed="rId18" cstate="print"/>
          <a:stretch>
            <a:fillRect/>
          </a:stretch>
        </p:blipFill>
        <p:spPr>
          <a:xfrm>
            <a:off x="17733576" y="1930295"/>
            <a:ext cx="200917" cy="206298"/>
          </a:xfrm>
          <a:prstGeom prst="rect">
            <a:avLst/>
          </a:prstGeom>
        </p:spPr>
      </p:pic>
      <p:pic>
        <p:nvPicPr>
          <p:cNvPr id="29" name="bg object 29"/>
          <p:cNvPicPr/>
          <p:nvPr/>
        </p:nvPicPr>
        <p:blipFill>
          <a:blip r:embed="rId19" cstate="print"/>
          <a:stretch>
            <a:fillRect/>
          </a:stretch>
        </p:blipFill>
        <p:spPr>
          <a:xfrm>
            <a:off x="18015918" y="1645895"/>
            <a:ext cx="207262" cy="206192"/>
          </a:xfrm>
          <a:prstGeom prst="rect">
            <a:avLst/>
          </a:prstGeom>
        </p:spPr>
      </p:pic>
      <p:pic>
        <p:nvPicPr>
          <p:cNvPr id="30" name="bg object 30"/>
          <p:cNvPicPr/>
          <p:nvPr/>
        </p:nvPicPr>
        <p:blipFill>
          <a:blip r:embed="rId20" cstate="print"/>
          <a:stretch>
            <a:fillRect/>
          </a:stretch>
        </p:blipFill>
        <p:spPr>
          <a:xfrm>
            <a:off x="17732519" y="3086286"/>
            <a:ext cx="203032" cy="201648"/>
          </a:xfrm>
          <a:prstGeom prst="rect">
            <a:avLst/>
          </a:prstGeom>
        </p:spPr>
      </p:pic>
      <p:pic>
        <p:nvPicPr>
          <p:cNvPr id="31" name="bg object 31"/>
          <p:cNvPicPr/>
          <p:nvPr/>
        </p:nvPicPr>
        <p:blipFill>
          <a:blip r:embed="rId21" cstate="print"/>
          <a:stretch>
            <a:fillRect/>
          </a:stretch>
        </p:blipFill>
        <p:spPr>
          <a:xfrm>
            <a:off x="18016579" y="3370898"/>
            <a:ext cx="206601" cy="205875"/>
          </a:xfrm>
          <a:prstGeom prst="rect">
            <a:avLst/>
          </a:prstGeom>
        </p:spPr>
      </p:pic>
      <p:pic>
        <p:nvPicPr>
          <p:cNvPr id="32" name="bg object 32"/>
          <p:cNvPicPr/>
          <p:nvPr/>
        </p:nvPicPr>
        <p:blipFill>
          <a:blip r:embed="rId22" cstate="print"/>
          <a:stretch>
            <a:fillRect/>
          </a:stretch>
        </p:blipFill>
        <p:spPr>
          <a:xfrm>
            <a:off x="17448062" y="2513575"/>
            <a:ext cx="201975" cy="206192"/>
          </a:xfrm>
          <a:prstGeom prst="rect">
            <a:avLst/>
          </a:prstGeom>
        </p:spPr>
      </p:pic>
      <p:pic>
        <p:nvPicPr>
          <p:cNvPr id="33" name="bg object 33"/>
          <p:cNvPicPr/>
          <p:nvPr/>
        </p:nvPicPr>
        <p:blipFill>
          <a:blip r:embed="rId23" cstate="print"/>
          <a:stretch>
            <a:fillRect/>
          </a:stretch>
        </p:blipFill>
        <p:spPr>
          <a:xfrm>
            <a:off x="17448062" y="2802625"/>
            <a:ext cx="201975" cy="201437"/>
          </a:xfrm>
          <a:prstGeom prst="rect">
            <a:avLst/>
          </a:prstGeom>
        </p:spPr>
      </p:pic>
      <p:pic>
        <p:nvPicPr>
          <p:cNvPr id="34" name="bg object 34"/>
          <p:cNvPicPr/>
          <p:nvPr/>
        </p:nvPicPr>
        <p:blipFill>
          <a:blip r:embed="rId24" cstate="print"/>
          <a:stretch>
            <a:fillRect/>
          </a:stretch>
        </p:blipFill>
        <p:spPr>
          <a:xfrm>
            <a:off x="17448062" y="2219451"/>
            <a:ext cx="201975" cy="201542"/>
          </a:xfrm>
          <a:prstGeom prst="rect">
            <a:avLst/>
          </a:prstGeom>
        </p:spPr>
      </p:pic>
      <p:pic>
        <p:nvPicPr>
          <p:cNvPr id="35" name="bg object 35"/>
          <p:cNvPicPr/>
          <p:nvPr/>
        </p:nvPicPr>
        <p:blipFill>
          <a:blip r:embed="rId25" cstate="print"/>
          <a:stretch>
            <a:fillRect/>
          </a:stretch>
        </p:blipFill>
        <p:spPr>
          <a:xfrm>
            <a:off x="17732519" y="1646212"/>
            <a:ext cx="202371" cy="201014"/>
          </a:xfrm>
          <a:prstGeom prst="rect">
            <a:avLst/>
          </a:prstGeom>
        </p:spPr>
      </p:pic>
      <p:pic>
        <p:nvPicPr>
          <p:cNvPr id="36" name="bg object 36"/>
          <p:cNvPicPr/>
          <p:nvPr/>
        </p:nvPicPr>
        <p:blipFill>
          <a:blip r:embed="rId26" cstate="print"/>
          <a:stretch>
            <a:fillRect/>
          </a:stretch>
        </p:blipFill>
        <p:spPr>
          <a:xfrm>
            <a:off x="17730403" y="3375971"/>
            <a:ext cx="205147" cy="196364"/>
          </a:xfrm>
          <a:prstGeom prst="rect">
            <a:avLst/>
          </a:prstGeom>
        </p:spPr>
      </p:pic>
      <p:pic>
        <p:nvPicPr>
          <p:cNvPr id="37" name="bg object 37"/>
          <p:cNvPicPr/>
          <p:nvPr/>
        </p:nvPicPr>
        <p:blipFill>
          <a:blip r:embed="rId27" cstate="print"/>
          <a:stretch>
            <a:fillRect/>
          </a:stretch>
        </p:blipFill>
        <p:spPr>
          <a:xfrm>
            <a:off x="17444888" y="1935262"/>
            <a:ext cx="203957" cy="196469"/>
          </a:xfrm>
          <a:prstGeom prst="rect">
            <a:avLst/>
          </a:prstGeom>
        </p:spPr>
      </p:pic>
      <p:pic>
        <p:nvPicPr>
          <p:cNvPr id="38" name="bg object 38"/>
          <p:cNvPicPr/>
          <p:nvPr/>
        </p:nvPicPr>
        <p:blipFill>
          <a:blip r:embed="rId28" cstate="print"/>
          <a:stretch>
            <a:fillRect/>
          </a:stretch>
        </p:blipFill>
        <p:spPr>
          <a:xfrm>
            <a:off x="17447003" y="3086497"/>
            <a:ext cx="204090" cy="202599"/>
          </a:xfrm>
          <a:prstGeom prst="rect">
            <a:avLst/>
          </a:prstGeom>
        </p:spPr>
      </p:pic>
      <p:pic>
        <p:nvPicPr>
          <p:cNvPr id="39" name="bg object 39"/>
          <p:cNvPicPr/>
          <p:nvPr/>
        </p:nvPicPr>
        <p:blipFill>
          <a:blip r:embed="rId29" cstate="print"/>
          <a:stretch>
            <a:fillRect/>
          </a:stretch>
        </p:blipFill>
        <p:spPr>
          <a:xfrm>
            <a:off x="18025453" y="1356950"/>
            <a:ext cx="188209" cy="191925"/>
          </a:xfrm>
          <a:prstGeom prst="rect">
            <a:avLst/>
          </a:prstGeom>
        </p:spPr>
      </p:pic>
      <p:pic>
        <p:nvPicPr>
          <p:cNvPr id="40" name="bg object 40"/>
          <p:cNvPicPr/>
          <p:nvPr/>
        </p:nvPicPr>
        <p:blipFill>
          <a:blip r:embed="rId30" cstate="print"/>
          <a:stretch>
            <a:fillRect/>
          </a:stretch>
        </p:blipFill>
        <p:spPr>
          <a:xfrm>
            <a:off x="17156202" y="2523087"/>
            <a:ext cx="191400" cy="186852"/>
          </a:xfrm>
          <a:prstGeom prst="rect">
            <a:avLst/>
          </a:prstGeom>
        </p:spPr>
      </p:pic>
      <p:pic>
        <p:nvPicPr>
          <p:cNvPr id="41" name="bg object 41"/>
          <p:cNvPicPr/>
          <p:nvPr/>
        </p:nvPicPr>
        <p:blipFill>
          <a:blip r:embed="rId31" cstate="print"/>
          <a:stretch>
            <a:fillRect/>
          </a:stretch>
        </p:blipFill>
        <p:spPr>
          <a:xfrm>
            <a:off x="18026493" y="3674639"/>
            <a:ext cx="188228" cy="186429"/>
          </a:xfrm>
          <a:prstGeom prst="rect">
            <a:avLst/>
          </a:prstGeom>
        </p:spPr>
      </p:pic>
      <p:pic>
        <p:nvPicPr>
          <p:cNvPr id="42" name="bg object 42"/>
          <p:cNvPicPr/>
          <p:nvPr/>
        </p:nvPicPr>
        <p:blipFill>
          <a:blip r:embed="rId32" cstate="print"/>
          <a:stretch>
            <a:fillRect/>
          </a:stretch>
        </p:blipFill>
        <p:spPr>
          <a:xfrm>
            <a:off x="17453348" y="1656569"/>
            <a:ext cx="187170" cy="186535"/>
          </a:xfrm>
          <a:prstGeom prst="rect">
            <a:avLst/>
          </a:prstGeom>
        </p:spPr>
      </p:pic>
      <p:pic>
        <p:nvPicPr>
          <p:cNvPr id="43" name="bg object 43"/>
          <p:cNvPicPr/>
          <p:nvPr/>
        </p:nvPicPr>
        <p:blipFill>
          <a:blip r:embed="rId33" cstate="print"/>
          <a:stretch>
            <a:fillRect/>
          </a:stretch>
        </p:blipFill>
        <p:spPr>
          <a:xfrm>
            <a:off x="17159374" y="2224313"/>
            <a:ext cx="188228" cy="191396"/>
          </a:xfrm>
          <a:prstGeom prst="rect">
            <a:avLst/>
          </a:prstGeom>
        </p:spPr>
      </p:pic>
      <p:pic>
        <p:nvPicPr>
          <p:cNvPr id="44" name="bg object 44"/>
          <p:cNvPicPr/>
          <p:nvPr/>
        </p:nvPicPr>
        <p:blipFill>
          <a:blip r:embed="rId34" cstate="print"/>
          <a:stretch>
            <a:fillRect/>
          </a:stretch>
        </p:blipFill>
        <p:spPr>
          <a:xfrm>
            <a:off x="17159374" y="2807276"/>
            <a:ext cx="187170" cy="186641"/>
          </a:xfrm>
          <a:prstGeom prst="rect">
            <a:avLst/>
          </a:prstGeom>
        </p:spPr>
      </p:pic>
      <p:pic>
        <p:nvPicPr>
          <p:cNvPr id="45" name="bg object 45"/>
          <p:cNvPicPr/>
          <p:nvPr/>
        </p:nvPicPr>
        <p:blipFill>
          <a:blip r:embed="rId35" cstate="print"/>
          <a:stretch>
            <a:fillRect/>
          </a:stretch>
        </p:blipFill>
        <p:spPr>
          <a:xfrm>
            <a:off x="17453348" y="3380515"/>
            <a:ext cx="186113" cy="186958"/>
          </a:xfrm>
          <a:prstGeom prst="rect">
            <a:avLst/>
          </a:prstGeom>
        </p:spPr>
      </p:pic>
      <p:pic>
        <p:nvPicPr>
          <p:cNvPr id="46" name="bg object 46"/>
          <p:cNvPicPr/>
          <p:nvPr/>
        </p:nvPicPr>
        <p:blipFill>
          <a:blip r:embed="rId36" cstate="print"/>
          <a:stretch>
            <a:fillRect/>
          </a:stretch>
        </p:blipFill>
        <p:spPr>
          <a:xfrm>
            <a:off x="17742036" y="1362023"/>
            <a:ext cx="186113" cy="181779"/>
          </a:xfrm>
          <a:prstGeom prst="rect">
            <a:avLst/>
          </a:prstGeom>
        </p:spPr>
      </p:pic>
      <p:pic>
        <p:nvPicPr>
          <p:cNvPr id="47" name="bg object 47"/>
          <p:cNvPicPr/>
          <p:nvPr/>
        </p:nvPicPr>
        <p:blipFill>
          <a:blip r:embed="rId37" cstate="print"/>
          <a:stretch>
            <a:fillRect/>
          </a:stretch>
        </p:blipFill>
        <p:spPr>
          <a:xfrm>
            <a:off x="17743093" y="3674533"/>
            <a:ext cx="185501" cy="186324"/>
          </a:xfrm>
          <a:prstGeom prst="rect">
            <a:avLst/>
          </a:prstGeom>
        </p:spPr>
      </p:pic>
      <p:pic>
        <p:nvPicPr>
          <p:cNvPr id="48" name="bg object 48"/>
          <p:cNvPicPr/>
          <p:nvPr/>
        </p:nvPicPr>
        <p:blipFill>
          <a:blip r:embed="rId38" cstate="print"/>
          <a:stretch>
            <a:fillRect/>
          </a:stretch>
        </p:blipFill>
        <p:spPr>
          <a:xfrm>
            <a:off x="17159374" y="1940230"/>
            <a:ext cx="187170" cy="186429"/>
          </a:xfrm>
          <a:prstGeom prst="rect">
            <a:avLst/>
          </a:prstGeom>
        </p:spPr>
      </p:pic>
      <p:pic>
        <p:nvPicPr>
          <p:cNvPr id="49" name="bg object 49"/>
          <p:cNvPicPr/>
          <p:nvPr/>
        </p:nvPicPr>
        <p:blipFill>
          <a:blip r:embed="rId39" cstate="print"/>
          <a:stretch>
            <a:fillRect/>
          </a:stretch>
        </p:blipFill>
        <p:spPr>
          <a:xfrm>
            <a:off x="17159374" y="3096432"/>
            <a:ext cx="188228" cy="181673"/>
          </a:xfrm>
          <a:prstGeom prst="rect">
            <a:avLst/>
          </a:prstGeom>
        </p:spPr>
      </p:pic>
      <p:pic>
        <p:nvPicPr>
          <p:cNvPr id="50" name="bg object 50"/>
          <p:cNvPicPr/>
          <p:nvPr/>
        </p:nvPicPr>
        <p:blipFill>
          <a:blip r:embed="rId40" cstate="print"/>
          <a:stretch>
            <a:fillRect/>
          </a:stretch>
        </p:blipFill>
        <p:spPr>
          <a:xfrm>
            <a:off x="18026493" y="1072866"/>
            <a:ext cx="187170" cy="186852"/>
          </a:xfrm>
          <a:prstGeom prst="rect">
            <a:avLst/>
          </a:prstGeom>
        </p:spPr>
      </p:pic>
      <p:pic>
        <p:nvPicPr>
          <p:cNvPr id="51" name="bg object 51"/>
          <p:cNvPicPr/>
          <p:nvPr/>
        </p:nvPicPr>
        <p:blipFill>
          <a:blip r:embed="rId41" cstate="print"/>
          <a:stretch>
            <a:fillRect/>
          </a:stretch>
        </p:blipFill>
        <p:spPr>
          <a:xfrm>
            <a:off x="18026493" y="3963901"/>
            <a:ext cx="188228" cy="186324"/>
          </a:xfrm>
          <a:prstGeom prst="rect">
            <a:avLst/>
          </a:prstGeom>
        </p:spPr>
      </p:pic>
      <p:pic>
        <p:nvPicPr>
          <p:cNvPr id="52" name="bg object 52"/>
          <p:cNvPicPr/>
          <p:nvPr/>
        </p:nvPicPr>
        <p:blipFill>
          <a:blip r:embed="rId42" cstate="print"/>
          <a:stretch>
            <a:fillRect/>
          </a:stretch>
        </p:blipFill>
        <p:spPr>
          <a:xfrm>
            <a:off x="17158317" y="1656146"/>
            <a:ext cx="188228" cy="186852"/>
          </a:xfrm>
          <a:prstGeom prst="rect">
            <a:avLst/>
          </a:prstGeom>
        </p:spPr>
      </p:pic>
      <p:pic>
        <p:nvPicPr>
          <p:cNvPr id="53" name="bg object 53"/>
          <p:cNvPicPr/>
          <p:nvPr/>
        </p:nvPicPr>
        <p:blipFill>
          <a:blip r:embed="rId43" cstate="print"/>
          <a:stretch>
            <a:fillRect/>
          </a:stretch>
        </p:blipFill>
        <p:spPr>
          <a:xfrm>
            <a:off x="16874917" y="2523509"/>
            <a:ext cx="181899" cy="186641"/>
          </a:xfrm>
          <a:prstGeom prst="rect">
            <a:avLst/>
          </a:prstGeom>
        </p:spPr>
      </p:pic>
      <p:pic>
        <p:nvPicPr>
          <p:cNvPr id="54" name="bg object 54"/>
          <p:cNvPicPr/>
          <p:nvPr/>
        </p:nvPicPr>
        <p:blipFill>
          <a:blip r:embed="rId44" cstate="print"/>
          <a:stretch>
            <a:fillRect/>
          </a:stretch>
        </p:blipFill>
        <p:spPr>
          <a:xfrm>
            <a:off x="17159374" y="3380304"/>
            <a:ext cx="187226" cy="187169"/>
          </a:xfrm>
          <a:prstGeom prst="rect">
            <a:avLst/>
          </a:prstGeom>
        </p:spPr>
      </p:pic>
      <p:pic>
        <p:nvPicPr>
          <p:cNvPr id="55" name="bg object 55"/>
          <p:cNvPicPr/>
          <p:nvPr/>
        </p:nvPicPr>
        <p:blipFill>
          <a:blip r:embed="rId45" cstate="print"/>
          <a:stretch>
            <a:fillRect/>
          </a:stretch>
        </p:blipFill>
        <p:spPr>
          <a:xfrm>
            <a:off x="17451234" y="1361494"/>
            <a:ext cx="189285" cy="181990"/>
          </a:xfrm>
          <a:prstGeom prst="rect">
            <a:avLst/>
          </a:prstGeom>
        </p:spPr>
      </p:pic>
      <p:pic>
        <p:nvPicPr>
          <p:cNvPr id="56" name="bg object 56"/>
          <p:cNvPicPr/>
          <p:nvPr/>
        </p:nvPicPr>
        <p:blipFill>
          <a:blip r:embed="rId46" cstate="print"/>
          <a:stretch>
            <a:fillRect/>
          </a:stretch>
        </p:blipFill>
        <p:spPr>
          <a:xfrm>
            <a:off x="17458636" y="3679606"/>
            <a:ext cx="181883" cy="181462"/>
          </a:xfrm>
          <a:prstGeom prst="rect">
            <a:avLst/>
          </a:prstGeom>
        </p:spPr>
      </p:pic>
      <p:pic>
        <p:nvPicPr>
          <p:cNvPr id="57" name="bg object 57"/>
          <p:cNvPicPr/>
          <p:nvPr/>
        </p:nvPicPr>
        <p:blipFill>
          <a:blip r:embed="rId47" cstate="print"/>
          <a:stretch>
            <a:fillRect/>
          </a:stretch>
        </p:blipFill>
        <p:spPr>
          <a:xfrm>
            <a:off x="17740977" y="1073395"/>
            <a:ext cx="182940" cy="186535"/>
          </a:xfrm>
          <a:prstGeom prst="rect">
            <a:avLst/>
          </a:prstGeom>
        </p:spPr>
      </p:pic>
      <p:pic>
        <p:nvPicPr>
          <p:cNvPr id="58" name="bg object 58"/>
          <p:cNvPicPr/>
          <p:nvPr/>
        </p:nvPicPr>
        <p:blipFill>
          <a:blip r:embed="rId48" cstate="print"/>
          <a:stretch>
            <a:fillRect/>
          </a:stretch>
        </p:blipFill>
        <p:spPr>
          <a:xfrm>
            <a:off x="16874917" y="2229597"/>
            <a:ext cx="181883" cy="181356"/>
          </a:xfrm>
          <a:prstGeom prst="rect">
            <a:avLst/>
          </a:prstGeom>
        </p:spPr>
      </p:pic>
      <p:pic>
        <p:nvPicPr>
          <p:cNvPr id="59" name="bg object 59"/>
          <p:cNvPicPr/>
          <p:nvPr/>
        </p:nvPicPr>
        <p:blipFill>
          <a:blip r:embed="rId49" cstate="print"/>
          <a:stretch>
            <a:fillRect/>
          </a:stretch>
        </p:blipFill>
        <p:spPr>
          <a:xfrm>
            <a:off x="16874917" y="2812031"/>
            <a:ext cx="181883" cy="181568"/>
          </a:xfrm>
          <a:prstGeom prst="rect">
            <a:avLst/>
          </a:prstGeom>
        </p:spPr>
      </p:pic>
      <p:pic>
        <p:nvPicPr>
          <p:cNvPr id="60" name="bg object 60"/>
          <p:cNvPicPr/>
          <p:nvPr/>
        </p:nvPicPr>
        <p:blipFill>
          <a:blip r:embed="rId50" cstate="print"/>
          <a:stretch>
            <a:fillRect/>
          </a:stretch>
        </p:blipFill>
        <p:spPr>
          <a:xfrm>
            <a:off x="16874917" y="3096220"/>
            <a:ext cx="182412" cy="182096"/>
          </a:xfrm>
          <a:prstGeom prst="rect">
            <a:avLst/>
          </a:prstGeom>
        </p:spPr>
      </p:pic>
      <p:pic>
        <p:nvPicPr>
          <p:cNvPr id="61" name="bg object 61"/>
          <p:cNvPicPr/>
          <p:nvPr/>
        </p:nvPicPr>
        <p:blipFill>
          <a:blip r:embed="rId51" cstate="print"/>
          <a:stretch>
            <a:fillRect/>
          </a:stretch>
        </p:blipFill>
        <p:spPr>
          <a:xfrm>
            <a:off x="17743093" y="3963795"/>
            <a:ext cx="181883" cy="181885"/>
          </a:xfrm>
          <a:prstGeom prst="rect">
            <a:avLst/>
          </a:prstGeom>
        </p:spPr>
      </p:pic>
      <p:pic>
        <p:nvPicPr>
          <p:cNvPr id="62" name="bg object 62"/>
          <p:cNvPicPr/>
          <p:nvPr/>
        </p:nvPicPr>
        <p:blipFill>
          <a:blip r:embed="rId52" cstate="print"/>
          <a:stretch>
            <a:fillRect/>
          </a:stretch>
        </p:blipFill>
        <p:spPr>
          <a:xfrm>
            <a:off x="16874917" y="1944668"/>
            <a:ext cx="183998" cy="182202"/>
          </a:xfrm>
          <a:prstGeom prst="rect">
            <a:avLst/>
          </a:prstGeom>
        </p:spPr>
      </p:pic>
      <p:pic>
        <p:nvPicPr>
          <p:cNvPr id="63" name="bg object 63"/>
          <p:cNvPicPr/>
          <p:nvPr/>
        </p:nvPicPr>
        <p:blipFill>
          <a:blip r:embed="rId53" cstate="print"/>
          <a:stretch>
            <a:fillRect/>
          </a:stretch>
        </p:blipFill>
        <p:spPr>
          <a:xfrm>
            <a:off x="17158317" y="1362340"/>
            <a:ext cx="189285" cy="181568"/>
          </a:xfrm>
          <a:prstGeom prst="rect">
            <a:avLst/>
          </a:prstGeom>
        </p:spPr>
      </p:pic>
      <p:pic>
        <p:nvPicPr>
          <p:cNvPr id="64" name="bg object 64"/>
          <p:cNvPicPr/>
          <p:nvPr/>
        </p:nvPicPr>
        <p:blipFill>
          <a:blip r:embed="rId54" cstate="print"/>
          <a:stretch>
            <a:fillRect/>
          </a:stretch>
        </p:blipFill>
        <p:spPr>
          <a:xfrm>
            <a:off x="17459693" y="1077305"/>
            <a:ext cx="181883" cy="177340"/>
          </a:xfrm>
          <a:prstGeom prst="rect">
            <a:avLst/>
          </a:prstGeom>
        </p:spPr>
      </p:pic>
      <p:pic>
        <p:nvPicPr>
          <p:cNvPr id="65" name="bg object 65"/>
          <p:cNvPicPr/>
          <p:nvPr/>
        </p:nvPicPr>
        <p:blipFill>
          <a:blip r:embed="rId55" cstate="print"/>
          <a:stretch>
            <a:fillRect/>
          </a:stretch>
        </p:blipFill>
        <p:spPr>
          <a:xfrm>
            <a:off x="17161488" y="3679606"/>
            <a:ext cx="179900" cy="182096"/>
          </a:xfrm>
          <a:prstGeom prst="rect">
            <a:avLst/>
          </a:prstGeom>
        </p:spPr>
      </p:pic>
      <p:pic>
        <p:nvPicPr>
          <p:cNvPr id="66" name="bg object 66"/>
          <p:cNvPicPr/>
          <p:nvPr/>
        </p:nvPicPr>
        <p:blipFill>
          <a:blip r:embed="rId56" cstate="print"/>
          <a:stretch>
            <a:fillRect/>
          </a:stretch>
        </p:blipFill>
        <p:spPr>
          <a:xfrm>
            <a:off x="16873859" y="1656780"/>
            <a:ext cx="181619" cy="180722"/>
          </a:xfrm>
          <a:prstGeom prst="rect">
            <a:avLst/>
          </a:prstGeom>
        </p:spPr>
      </p:pic>
      <p:pic>
        <p:nvPicPr>
          <p:cNvPr id="67" name="bg object 67"/>
          <p:cNvPicPr/>
          <p:nvPr/>
        </p:nvPicPr>
        <p:blipFill>
          <a:blip r:embed="rId57" cstate="print"/>
          <a:stretch>
            <a:fillRect/>
          </a:stretch>
        </p:blipFill>
        <p:spPr>
          <a:xfrm>
            <a:off x="17457577" y="3968656"/>
            <a:ext cx="182940" cy="176812"/>
          </a:xfrm>
          <a:prstGeom prst="rect">
            <a:avLst/>
          </a:prstGeom>
        </p:spPr>
      </p:pic>
      <p:pic>
        <p:nvPicPr>
          <p:cNvPr id="68" name="bg object 68"/>
          <p:cNvPicPr/>
          <p:nvPr/>
        </p:nvPicPr>
        <p:blipFill>
          <a:blip r:embed="rId58" cstate="print"/>
          <a:stretch>
            <a:fillRect/>
          </a:stretch>
        </p:blipFill>
        <p:spPr>
          <a:xfrm>
            <a:off x="18029665" y="793327"/>
            <a:ext cx="180825" cy="177552"/>
          </a:xfrm>
          <a:prstGeom prst="rect">
            <a:avLst/>
          </a:prstGeom>
        </p:spPr>
      </p:pic>
      <p:pic>
        <p:nvPicPr>
          <p:cNvPr id="69" name="bg object 69"/>
          <p:cNvPicPr/>
          <p:nvPr/>
        </p:nvPicPr>
        <p:blipFill>
          <a:blip r:embed="rId59" cstate="print"/>
          <a:stretch>
            <a:fillRect/>
          </a:stretch>
        </p:blipFill>
        <p:spPr>
          <a:xfrm>
            <a:off x="18029665" y="4252740"/>
            <a:ext cx="179768" cy="176812"/>
          </a:xfrm>
          <a:prstGeom prst="rect">
            <a:avLst/>
          </a:prstGeom>
        </p:spPr>
      </p:pic>
      <p:pic>
        <p:nvPicPr>
          <p:cNvPr id="70" name="bg object 70"/>
          <p:cNvPicPr/>
          <p:nvPr/>
        </p:nvPicPr>
        <p:blipFill>
          <a:blip r:embed="rId60" cstate="print"/>
          <a:stretch>
            <a:fillRect/>
          </a:stretch>
        </p:blipFill>
        <p:spPr>
          <a:xfrm>
            <a:off x="16874560" y="3385588"/>
            <a:ext cx="185411" cy="177235"/>
          </a:xfrm>
          <a:prstGeom prst="rect">
            <a:avLst/>
          </a:prstGeom>
        </p:spPr>
      </p:pic>
      <p:pic>
        <p:nvPicPr>
          <p:cNvPr id="71" name="bg object 71"/>
          <p:cNvPicPr/>
          <p:nvPr/>
        </p:nvPicPr>
        <p:blipFill>
          <a:blip r:embed="rId61" cstate="print"/>
          <a:stretch>
            <a:fillRect/>
          </a:stretch>
        </p:blipFill>
        <p:spPr>
          <a:xfrm>
            <a:off x="16594689" y="2533127"/>
            <a:ext cx="175538" cy="167406"/>
          </a:xfrm>
          <a:prstGeom prst="rect">
            <a:avLst/>
          </a:prstGeom>
        </p:spPr>
      </p:pic>
      <p:pic>
        <p:nvPicPr>
          <p:cNvPr id="72" name="bg object 72"/>
          <p:cNvPicPr/>
          <p:nvPr/>
        </p:nvPicPr>
        <p:blipFill>
          <a:blip r:embed="rId62" cstate="print"/>
          <a:stretch>
            <a:fillRect/>
          </a:stretch>
        </p:blipFill>
        <p:spPr>
          <a:xfrm>
            <a:off x="17746265" y="793116"/>
            <a:ext cx="173423" cy="172584"/>
          </a:xfrm>
          <a:prstGeom prst="rect">
            <a:avLst/>
          </a:prstGeom>
        </p:spPr>
      </p:pic>
      <p:pic>
        <p:nvPicPr>
          <p:cNvPr id="73" name="bg object 73"/>
          <p:cNvPicPr/>
          <p:nvPr/>
        </p:nvPicPr>
        <p:blipFill>
          <a:blip r:embed="rId63" cstate="print"/>
          <a:stretch>
            <a:fillRect/>
          </a:stretch>
        </p:blipFill>
        <p:spPr>
          <a:xfrm>
            <a:off x="16594689" y="2816787"/>
            <a:ext cx="173423" cy="172796"/>
          </a:xfrm>
          <a:prstGeom prst="rect">
            <a:avLst/>
          </a:prstGeom>
        </p:spPr>
      </p:pic>
      <p:pic>
        <p:nvPicPr>
          <p:cNvPr id="74" name="bg object 74"/>
          <p:cNvPicPr/>
          <p:nvPr/>
        </p:nvPicPr>
        <p:blipFill>
          <a:blip r:embed="rId64" cstate="print"/>
          <a:stretch>
            <a:fillRect/>
          </a:stretch>
        </p:blipFill>
        <p:spPr>
          <a:xfrm>
            <a:off x="16595746" y="2234036"/>
            <a:ext cx="173423" cy="172056"/>
          </a:xfrm>
          <a:prstGeom prst="rect">
            <a:avLst/>
          </a:prstGeom>
        </p:spPr>
      </p:pic>
      <p:pic>
        <p:nvPicPr>
          <p:cNvPr id="75" name="bg object 75"/>
          <p:cNvPicPr/>
          <p:nvPr/>
        </p:nvPicPr>
        <p:blipFill>
          <a:blip r:embed="rId65" cstate="print"/>
          <a:stretch>
            <a:fillRect/>
          </a:stretch>
        </p:blipFill>
        <p:spPr>
          <a:xfrm>
            <a:off x="17752610" y="4258024"/>
            <a:ext cx="169193" cy="166560"/>
          </a:xfrm>
          <a:prstGeom prst="rect">
            <a:avLst/>
          </a:prstGeom>
        </p:spPr>
      </p:pic>
      <p:pic>
        <p:nvPicPr>
          <p:cNvPr id="76" name="bg object 76"/>
          <p:cNvPicPr/>
          <p:nvPr/>
        </p:nvPicPr>
        <p:blipFill>
          <a:blip r:embed="rId66" cstate="print"/>
          <a:stretch>
            <a:fillRect/>
          </a:stretch>
        </p:blipFill>
        <p:spPr>
          <a:xfrm>
            <a:off x="17168891" y="1082061"/>
            <a:ext cx="169193" cy="167511"/>
          </a:xfrm>
          <a:prstGeom prst="rect">
            <a:avLst/>
          </a:prstGeom>
        </p:spPr>
      </p:pic>
      <p:pic>
        <p:nvPicPr>
          <p:cNvPr id="77" name="bg object 77"/>
          <p:cNvPicPr/>
          <p:nvPr/>
        </p:nvPicPr>
        <p:blipFill>
          <a:blip r:embed="rId67" cstate="print"/>
          <a:stretch>
            <a:fillRect/>
          </a:stretch>
        </p:blipFill>
        <p:spPr>
          <a:xfrm>
            <a:off x="16595748" y="1950270"/>
            <a:ext cx="167078" cy="167300"/>
          </a:xfrm>
          <a:prstGeom prst="rect">
            <a:avLst/>
          </a:prstGeom>
        </p:spPr>
      </p:pic>
      <p:pic>
        <p:nvPicPr>
          <p:cNvPr id="78" name="bg object 78"/>
          <p:cNvPicPr/>
          <p:nvPr/>
        </p:nvPicPr>
        <p:blipFill>
          <a:blip r:embed="rId68" cstate="print"/>
          <a:stretch>
            <a:fillRect/>
          </a:stretch>
        </p:blipFill>
        <p:spPr>
          <a:xfrm>
            <a:off x="17168891" y="3973412"/>
            <a:ext cx="168136" cy="165926"/>
          </a:xfrm>
          <a:prstGeom prst="rect">
            <a:avLst/>
          </a:prstGeom>
        </p:spPr>
      </p:pic>
      <p:pic>
        <p:nvPicPr>
          <p:cNvPr id="79" name="bg object 79"/>
          <p:cNvPicPr/>
          <p:nvPr/>
        </p:nvPicPr>
        <p:blipFill>
          <a:blip r:embed="rId69" cstate="print"/>
          <a:stretch>
            <a:fillRect/>
          </a:stretch>
        </p:blipFill>
        <p:spPr>
          <a:xfrm>
            <a:off x="16595746" y="3106578"/>
            <a:ext cx="168136" cy="166560"/>
          </a:xfrm>
          <a:prstGeom prst="rect">
            <a:avLst/>
          </a:prstGeom>
        </p:spPr>
      </p:pic>
      <p:pic>
        <p:nvPicPr>
          <p:cNvPr id="80" name="bg object 80"/>
          <p:cNvPicPr/>
          <p:nvPr/>
        </p:nvPicPr>
        <p:blipFill>
          <a:blip r:embed="rId70" cstate="print"/>
          <a:stretch>
            <a:fillRect/>
          </a:stretch>
        </p:blipFill>
        <p:spPr>
          <a:xfrm>
            <a:off x="16885459" y="3684890"/>
            <a:ext cx="168169" cy="167300"/>
          </a:xfrm>
          <a:prstGeom prst="rect">
            <a:avLst/>
          </a:prstGeom>
        </p:spPr>
      </p:pic>
      <p:pic>
        <p:nvPicPr>
          <p:cNvPr id="81" name="bg object 81"/>
          <p:cNvPicPr/>
          <p:nvPr/>
        </p:nvPicPr>
        <p:blipFill>
          <a:blip r:embed="rId71" cstate="print"/>
          <a:stretch>
            <a:fillRect/>
          </a:stretch>
        </p:blipFill>
        <p:spPr>
          <a:xfrm>
            <a:off x="16883377" y="1367096"/>
            <a:ext cx="170251" cy="166877"/>
          </a:xfrm>
          <a:prstGeom prst="rect">
            <a:avLst/>
          </a:prstGeom>
        </p:spPr>
      </p:pic>
      <p:pic>
        <p:nvPicPr>
          <p:cNvPr id="82" name="bg object 82"/>
          <p:cNvPicPr/>
          <p:nvPr/>
        </p:nvPicPr>
        <p:blipFill>
          <a:blip r:embed="rId72" cstate="print"/>
          <a:stretch>
            <a:fillRect/>
          </a:stretch>
        </p:blipFill>
        <p:spPr>
          <a:xfrm>
            <a:off x="17467095" y="798823"/>
            <a:ext cx="162849" cy="167300"/>
          </a:xfrm>
          <a:prstGeom prst="rect">
            <a:avLst/>
          </a:prstGeom>
        </p:spPr>
      </p:pic>
      <p:pic>
        <p:nvPicPr>
          <p:cNvPr id="83" name="bg object 83"/>
          <p:cNvPicPr/>
          <p:nvPr/>
        </p:nvPicPr>
        <p:blipFill>
          <a:blip r:embed="rId73" cstate="print"/>
          <a:stretch>
            <a:fillRect/>
          </a:stretch>
        </p:blipFill>
        <p:spPr>
          <a:xfrm>
            <a:off x="16596805" y="1665764"/>
            <a:ext cx="170251" cy="166666"/>
          </a:xfrm>
          <a:prstGeom prst="rect">
            <a:avLst/>
          </a:prstGeom>
        </p:spPr>
      </p:pic>
      <p:pic>
        <p:nvPicPr>
          <p:cNvPr id="84" name="bg object 84"/>
          <p:cNvPicPr/>
          <p:nvPr/>
        </p:nvPicPr>
        <p:blipFill>
          <a:blip r:embed="rId74" cstate="print"/>
          <a:stretch>
            <a:fillRect/>
          </a:stretch>
        </p:blipFill>
        <p:spPr>
          <a:xfrm>
            <a:off x="16593632" y="3390450"/>
            <a:ext cx="169193" cy="166772"/>
          </a:xfrm>
          <a:prstGeom prst="rect">
            <a:avLst/>
          </a:prstGeom>
        </p:spPr>
      </p:pic>
      <p:pic>
        <p:nvPicPr>
          <p:cNvPr id="85" name="bg object 85"/>
          <p:cNvPicPr/>
          <p:nvPr/>
        </p:nvPicPr>
        <p:blipFill>
          <a:blip r:embed="rId75" cstate="print"/>
          <a:stretch>
            <a:fillRect/>
          </a:stretch>
        </p:blipFill>
        <p:spPr>
          <a:xfrm>
            <a:off x="17468152" y="4257707"/>
            <a:ext cx="162849" cy="166877"/>
          </a:xfrm>
          <a:prstGeom prst="rect">
            <a:avLst/>
          </a:prstGeom>
        </p:spPr>
      </p:pic>
      <p:pic>
        <p:nvPicPr>
          <p:cNvPr id="86" name="bg object 86"/>
          <p:cNvPicPr/>
          <p:nvPr/>
        </p:nvPicPr>
        <p:blipFill>
          <a:blip r:embed="rId76" cstate="print"/>
          <a:stretch>
            <a:fillRect/>
          </a:stretch>
        </p:blipFill>
        <p:spPr>
          <a:xfrm>
            <a:off x="18036010" y="513683"/>
            <a:ext cx="168136" cy="162756"/>
          </a:xfrm>
          <a:prstGeom prst="rect">
            <a:avLst/>
          </a:prstGeom>
        </p:spPr>
      </p:pic>
      <p:pic>
        <p:nvPicPr>
          <p:cNvPr id="87" name="bg object 87"/>
          <p:cNvPicPr/>
          <p:nvPr/>
        </p:nvPicPr>
        <p:blipFill>
          <a:blip r:embed="rId77" cstate="print"/>
          <a:stretch>
            <a:fillRect/>
          </a:stretch>
        </p:blipFill>
        <p:spPr>
          <a:xfrm>
            <a:off x="18036010" y="4556481"/>
            <a:ext cx="168136" cy="162333"/>
          </a:xfrm>
          <a:prstGeom prst="rect">
            <a:avLst/>
          </a:prstGeom>
        </p:spPr>
      </p:pic>
      <p:pic>
        <p:nvPicPr>
          <p:cNvPr id="88" name="bg object 88"/>
          <p:cNvPicPr/>
          <p:nvPr/>
        </p:nvPicPr>
        <p:blipFill>
          <a:blip r:embed="rId78" cstate="print"/>
          <a:stretch>
            <a:fillRect/>
          </a:stretch>
        </p:blipFill>
        <p:spPr>
          <a:xfrm>
            <a:off x="16884434" y="1082167"/>
            <a:ext cx="162849" cy="167723"/>
          </a:xfrm>
          <a:prstGeom prst="rect">
            <a:avLst/>
          </a:prstGeom>
        </p:spPr>
      </p:pic>
      <p:pic>
        <p:nvPicPr>
          <p:cNvPr id="89" name="bg object 89"/>
          <p:cNvPicPr/>
          <p:nvPr/>
        </p:nvPicPr>
        <p:blipFill>
          <a:blip r:embed="rId79" cstate="print"/>
          <a:stretch>
            <a:fillRect/>
          </a:stretch>
        </p:blipFill>
        <p:spPr>
          <a:xfrm>
            <a:off x="16311289" y="2533021"/>
            <a:ext cx="170251" cy="167300"/>
          </a:xfrm>
          <a:prstGeom prst="rect">
            <a:avLst/>
          </a:prstGeom>
        </p:spPr>
      </p:pic>
      <p:pic>
        <p:nvPicPr>
          <p:cNvPr id="90" name="bg object 90"/>
          <p:cNvPicPr/>
          <p:nvPr/>
        </p:nvPicPr>
        <p:blipFill>
          <a:blip r:embed="rId80" cstate="print"/>
          <a:stretch>
            <a:fillRect/>
          </a:stretch>
        </p:blipFill>
        <p:spPr>
          <a:xfrm>
            <a:off x="16883377" y="3973201"/>
            <a:ext cx="163906" cy="162227"/>
          </a:xfrm>
          <a:prstGeom prst="rect">
            <a:avLst/>
          </a:prstGeom>
        </p:spPr>
      </p:pic>
      <p:pic>
        <p:nvPicPr>
          <p:cNvPr id="91" name="bg object 91"/>
          <p:cNvPicPr/>
          <p:nvPr/>
        </p:nvPicPr>
        <p:blipFill>
          <a:blip r:embed="rId81" cstate="print"/>
          <a:stretch>
            <a:fillRect/>
          </a:stretch>
        </p:blipFill>
        <p:spPr>
          <a:xfrm>
            <a:off x="16311289" y="2238898"/>
            <a:ext cx="168136" cy="162227"/>
          </a:xfrm>
          <a:prstGeom prst="rect">
            <a:avLst/>
          </a:prstGeom>
        </p:spPr>
      </p:pic>
      <p:pic>
        <p:nvPicPr>
          <p:cNvPr id="92" name="bg object 92"/>
          <p:cNvPicPr/>
          <p:nvPr/>
        </p:nvPicPr>
        <p:blipFill>
          <a:blip r:embed="rId82" cstate="print"/>
          <a:stretch>
            <a:fillRect/>
          </a:stretch>
        </p:blipFill>
        <p:spPr>
          <a:xfrm>
            <a:off x="17752593" y="514106"/>
            <a:ext cx="161808" cy="162333"/>
          </a:xfrm>
          <a:prstGeom prst="rect">
            <a:avLst/>
          </a:prstGeom>
        </p:spPr>
      </p:pic>
      <p:pic>
        <p:nvPicPr>
          <p:cNvPr id="93" name="bg object 93"/>
          <p:cNvPicPr/>
          <p:nvPr/>
        </p:nvPicPr>
        <p:blipFill>
          <a:blip r:embed="rId83" cstate="print"/>
          <a:stretch>
            <a:fillRect/>
          </a:stretch>
        </p:blipFill>
        <p:spPr>
          <a:xfrm>
            <a:off x="16311736" y="2817738"/>
            <a:ext cx="167690" cy="166243"/>
          </a:xfrm>
          <a:prstGeom prst="rect">
            <a:avLst/>
          </a:prstGeom>
        </p:spPr>
      </p:pic>
      <p:pic>
        <p:nvPicPr>
          <p:cNvPr id="94" name="bg object 94"/>
          <p:cNvPicPr/>
          <p:nvPr/>
        </p:nvPicPr>
        <p:blipFill>
          <a:blip r:embed="rId84" cstate="print"/>
          <a:stretch>
            <a:fillRect/>
          </a:stretch>
        </p:blipFill>
        <p:spPr>
          <a:xfrm>
            <a:off x="17169502" y="4257284"/>
            <a:ext cx="162237" cy="167300"/>
          </a:xfrm>
          <a:prstGeom prst="rect">
            <a:avLst/>
          </a:prstGeom>
        </p:spPr>
      </p:pic>
      <p:pic>
        <p:nvPicPr>
          <p:cNvPr id="95" name="bg object 95"/>
          <p:cNvPicPr/>
          <p:nvPr/>
        </p:nvPicPr>
        <p:blipFill>
          <a:blip r:embed="rId85" cstate="print"/>
          <a:stretch>
            <a:fillRect/>
          </a:stretch>
        </p:blipFill>
        <p:spPr>
          <a:xfrm>
            <a:off x="17168891" y="798400"/>
            <a:ext cx="162849" cy="162333"/>
          </a:xfrm>
          <a:prstGeom prst="rect">
            <a:avLst/>
          </a:prstGeom>
        </p:spPr>
      </p:pic>
      <p:pic>
        <p:nvPicPr>
          <p:cNvPr id="96" name="bg object 96"/>
          <p:cNvPicPr/>
          <p:nvPr/>
        </p:nvPicPr>
        <p:blipFill>
          <a:blip r:embed="rId86" cstate="print"/>
          <a:stretch>
            <a:fillRect/>
          </a:stretch>
        </p:blipFill>
        <p:spPr>
          <a:xfrm>
            <a:off x="17751552" y="4556164"/>
            <a:ext cx="163842" cy="162650"/>
          </a:xfrm>
          <a:prstGeom prst="rect">
            <a:avLst/>
          </a:prstGeom>
        </p:spPr>
      </p:pic>
      <p:pic>
        <p:nvPicPr>
          <p:cNvPr id="97" name="bg object 97"/>
          <p:cNvPicPr/>
          <p:nvPr/>
        </p:nvPicPr>
        <p:blipFill>
          <a:blip r:embed="rId87" cstate="print"/>
          <a:stretch>
            <a:fillRect/>
          </a:stretch>
        </p:blipFill>
        <p:spPr>
          <a:xfrm>
            <a:off x="16599977" y="1372168"/>
            <a:ext cx="162849" cy="161804"/>
          </a:xfrm>
          <a:prstGeom prst="rect">
            <a:avLst/>
          </a:prstGeom>
        </p:spPr>
      </p:pic>
      <p:pic>
        <p:nvPicPr>
          <p:cNvPr id="98" name="bg object 98"/>
          <p:cNvPicPr/>
          <p:nvPr/>
        </p:nvPicPr>
        <p:blipFill>
          <a:blip r:embed="rId88" cstate="print"/>
          <a:stretch>
            <a:fillRect/>
          </a:stretch>
        </p:blipFill>
        <p:spPr>
          <a:xfrm>
            <a:off x="16311939" y="3105732"/>
            <a:ext cx="162200" cy="162544"/>
          </a:xfrm>
          <a:prstGeom prst="rect">
            <a:avLst/>
          </a:prstGeom>
        </p:spPr>
      </p:pic>
      <p:pic>
        <p:nvPicPr>
          <p:cNvPr id="99" name="bg object 99"/>
          <p:cNvPicPr/>
          <p:nvPr/>
        </p:nvPicPr>
        <p:blipFill>
          <a:blip r:embed="rId89" cstate="print"/>
          <a:stretch>
            <a:fillRect/>
          </a:stretch>
        </p:blipFill>
        <p:spPr>
          <a:xfrm>
            <a:off x="16311289" y="1955026"/>
            <a:ext cx="163906" cy="162227"/>
          </a:xfrm>
          <a:prstGeom prst="rect">
            <a:avLst/>
          </a:prstGeom>
        </p:spPr>
      </p:pic>
      <p:pic>
        <p:nvPicPr>
          <p:cNvPr id="100" name="bg object 100"/>
          <p:cNvPicPr/>
          <p:nvPr/>
        </p:nvPicPr>
        <p:blipFill>
          <a:blip r:embed="rId90" cstate="print"/>
          <a:stretch>
            <a:fillRect/>
          </a:stretch>
        </p:blipFill>
        <p:spPr>
          <a:xfrm>
            <a:off x="16599977" y="3689329"/>
            <a:ext cx="162849" cy="162650"/>
          </a:xfrm>
          <a:prstGeom prst="rect">
            <a:avLst/>
          </a:prstGeom>
        </p:spPr>
      </p:pic>
      <p:pic>
        <p:nvPicPr>
          <p:cNvPr id="101" name="bg object 101"/>
          <p:cNvPicPr/>
          <p:nvPr/>
        </p:nvPicPr>
        <p:blipFill>
          <a:blip r:embed="rId91" cstate="print"/>
          <a:stretch>
            <a:fillRect/>
          </a:stretch>
        </p:blipFill>
        <p:spPr>
          <a:xfrm>
            <a:off x="17468005" y="514211"/>
            <a:ext cx="162997" cy="162439"/>
          </a:xfrm>
          <a:prstGeom prst="rect">
            <a:avLst/>
          </a:prstGeom>
        </p:spPr>
      </p:pic>
      <p:pic>
        <p:nvPicPr>
          <p:cNvPr id="102" name="bg object 102"/>
          <p:cNvPicPr/>
          <p:nvPr/>
        </p:nvPicPr>
        <p:blipFill>
          <a:blip r:embed="rId92" cstate="print"/>
          <a:stretch>
            <a:fillRect/>
          </a:stretch>
        </p:blipFill>
        <p:spPr>
          <a:xfrm>
            <a:off x="17468152" y="4556586"/>
            <a:ext cx="162849" cy="162121"/>
          </a:xfrm>
          <a:prstGeom prst="rect">
            <a:avLst/>
          </a:prstGeom>
        </p:spPr>
      </p:pic>
      <p:pic>
        <p:nvPicPr>
          <p:cNvPr id="103" name="bg object 103"/>
          <p:cNvPicPr/>
          <p:nvPr/>
        </p:nvPicPr>
        <p:blipFill>
          <a:blip r:embed="rId93" cstate="print"/>
          <a:stretch>
            <a:fillRect/>
          </a:stretch>
        </p:blipFill>
        <p:spPr>
          <a:xfrm>
            <a:off x="16310760" y="1666503"/>
            <a:ext cx="163377" cy="161487"/>
          </a:xfrm>
          <a:prstGeom prst="rect">
            <a:avLst/>
          </a:prstGeom>
        </p:spPr>
      </p:pic>
      <p:pic>
        <p:nvPicPr>
          <p:cNvPr id="104" name="bg object 104"/>
          <p:cNvPicPr/>
          <p:nvPr/>
        </p:nvPicPr>
        <p:blipFill>
          <a:blip r:embed="rId94" cstate="print"/>
          <a:stretch>
            <a:fillRect/>
          </a:stretch>
        </p:blipFill>
        <p:spPr>
          <a:xfrm>
            <a:off x="16312480" y="3390238"/>
            <a:ext cx="161791" cy="162439"/>
          </a:xfrm>
          <a:prstGeom prst="rect">
            <a:avLst/>
          </a:prstGeom>
        </p:spPr>
      </p:pic>
      <p:pic>
        <p:nvPicPr>
          <p:cNvPr id="105" name="bg object 105"/>
          <p:cNvPicPr/>
          <p:nvPr/>
        </p:nvPicPr>
        <p:blipFill>
          <a:blip r:embed="rId95" cstate="print"/>
          <a:stretch>
            <a:fillRect/>
          </a:stretch>
        </p:blipFill>
        <p:spPr>
          <a:xfrm>
            <a:off x="16884434" y="798189"/>
            <a:ext cx="162849" cy="162439"/>
          </a:xfrm>
          <a:prstGeom prst="rect">
            <a:avLst/>
          </a:prstGeom>
        </p:spPr>
      </p:pic>
      <p:pic>
        <p:nvPicPr>
          <p:cNvPr id="106" name="bg object 106"/>
          <p:cNvPicPr/>
          <p:nvPr/>
        </p:nvPicPr>
        <p:blipFill>
          <a:blip r:embed="rId96" cstate="print"/>
          <a:stretch>
            <a:fillRect/>
          </a:stretch>
        </p:blipFill>
        <p:spPr>
          <a:xfrm>
            <a:off x="16884831" y="4261723"/>
            <a:ext cx="163509" cy="158105"/>
          </a:xfrm>
          <a:prstGeom prst="rect">
            <a:avLst/>
          </a:prstGeom>
        </p:spPr>
      </p:pic>
      <p:pic>
        <p:nvPicPr>
          <p:cNvPr id="107" name="bg object 107"/>
          <p:cNvPicPr/>
          <p:nvPr/>
        </p:nvPicPr>
        <p:blipFill>
          <a:blip r:embed="rId97" cstate="print"/>
          <a:stretch>
            <a:fillRect/>
          </a:stretch>
        </p:blipFill>
        <p:spPr>
          <a:xfrm>
            <a:off x="16600769" y="1087134"/>
            <a:ext cx="164170" cy="157894"/>
          </a:xfrm>
          <a:prstGeom prst="rect">
            <a:avLst/>
          </a:prstGeom>
        </p:spPr>
      </p:pic>
      <p:pic>
        <p:nvPicPr>
          <p:cNvPr id="108" name="bg object 108"/>
          <p:cNvPicPr/>
          <p:nvPr/>
        </p:nvPicPr>
        <p:blipFill>
          <a:blip r:embed="rId98" cstate="print"/>
          <a:stretch>
            <a:fillRect/>
          </a:stretch>
        </p:blipFill>
        <p:spPr>
          <a:xfrm>
            <a:off x="16599977" y="3973624"/>
            <a:ext cx="163906" cy="162544"/>
          </a:xfrm>
          <a:prstGeom prst="rect">
            <a:avLst/>
          </a:prstGeom>
        </p:spPr>
      </p:pic>
      <p:pic>
        <p:nvPicPr>
          <p:cNvPr id="109" name="bg object 109"/>
          <p:cNvPicPr/>
          <p:nvPr/>
        </p:nvPicPr>
        <p:blipFill>
          <a:blip r:embed="rId99" cstate="print"/>
          <a:stretch>
            <a:fillRect/>
          </a:stretch>
        </p:blipFill>
        <p:spPr>
          <a:xfrm>
            <a:off x="18040239" y="219982"/>
            <a:ext cx="158619" cy="157577"/>
          </a:xfrm>
          <a:prstGeom prst="rect">
            <a:avLst/>
          </a:prstGeom>
        </p:spPr>
      </p:pic>
      <p:pic>
        <p:nvPicPr>
          <p:cNvPr id="110" name="bg object 110"/>
          <p:cNvPicPr/>
          <p:nvPr/>
        </p:nvPicPr>
        <p:blipFill>
          <a:blip r:embed="rId100" cstate="print"/>
          <a:stretch>
            <a:fillRect/>
          </a:stretch>
        </p:blipFill>
        <p:spPr>
          <a:xfrm>
            <a:off x="17173120" y="514211"/>
            <a:ext cx="159676" cy="157577"/>
          </a:xfrm>
          <a:prstGeom prst="rect">
            <a:avLst/>
          </a:prstGeom>
        </p:spPr>
      </p:pic>
      <p:pic>
        <p:nvPicPr>
          <p:cNvPr id="111" name="bg object 111"/>
          <p:cNvPicPr/>
          <p:nvPr/>
        </p:nvPicPr>
        <p:blipFill>
          <a:blip r:embed="rId101" cstate="print"/>
          <a:stretch>
            <a:fillRect/>
          </a:stretch>
        </p:blipFill>
        <p:spPr>
          <a:xfrm>
            <a:off x="17755782" y="225161"/>
            <a:ext cx="182940" cy="147537"/>
          </a:xfrm>
          <a:prstGeom prst="rect">
            <a:avLst/>
          </a:prstGeom>
        </p:spPr>
      </p:pic>
      <p:pic>
        <p:nvPicPr>
          <p:cNvPr id="112" name="bg object 112"/>
          <p:cNvPicPr/>
          <p:nvPr/>
        </p:nvPicPr>
        <p:blipFill>
          <a:blip r:embed="rId102" cstate="print"/>
          <a:stretch>
            <a:fillRect/>
          </a:stretch>
        </p:blipFill>
        <p:spPr>
          <a:xfrm>
            <a:off x="18044526" y="4850393"/>
            <a:ext cx="150102" cy="147643"/>
          </a:xfrm>
          <a:prstGeom prst="rect">
            <a:avLst/>
          </a:prstGeom>
        </p:spPr>
      </p:pic>
      <p:pic>
        <p:nvPicPr>
          <p:cNvPr id="113" name="bg object 113"/>
          <p:cNvPicPr/>
          <p:nvPr/>
        </p:nvPicPr>
        <p:blipFill>
          <a:blip r:embed="rId103" cstate="print"/>
          <a:stretch>
            <a:fillRect/>
          </a:stretch>
        </p:blipFill>
        <p:spPr>
          <a:xfrm>
            <a:off x="16320806" y="1376290"/>
            <a:ext cx="150159" cy="152821"/>
          </a:xfrm>
          <a:prstGeom prst="rect">
            <a:avLst/>
          </a:prstGeom>
        </p:spPr>
      </p:pic>
      <p:pic>
        <p:nvPicPr>
          <p:cNvPr id="114" name="bg object 114"/>
          <p:cNvPicPr/>
          <p:nvPr/>
        </p:nvPicPr>
        <p:blipFill>
          <a:blip r:embed="rId104" cstate="print"/>
          <a:stretch>
            <a:fillRect/>
          </a:stretch>
        </p:blipFill>
        <p:spPr>
          <a:xfrm>
            <a:off x="16320806" y="3693768"/>
            <a:ext cx="149102" cy="152715"/>
          </a:xfrm>
          <a:prstGeom prst="rect">
            <a:avLst/>
          </a:prstGeom>
        </p:spPr>
      </p:pic>
      <p:pic>
        <p:nvPicPr>
          <p:cNvPr id="115" name="bg object 115"/>
          <p:cNvPicPr/>
          <p:nvPr/>
        </p:nvPicPr>
        <p:blipFill>
          <a:blip r:embed="rId105" cstate="print"/>
          <a:stretch>
            <a:fillRect/>
          </a:stretch>
        </p:blipFill>
        <p:spPr>
          <a:xfrm>
            <a:off x="16022663" y="2542533"/>
            <a:ext cx="153271" cy="147748"/>
          </a:xfrm>
          <a:prstGeom prst="rect">
            <a:avLst/>
          </a:prstGeom>
        </p:spPr>
      </p:pic>
      <p:pic>
        <p:nvPicPr>
          <p:cNvPr id="116" name="bg object 116"/>
          <p:cNvPicPr/>
          <p:nvPr/>
        </p:nvPicPr>
        <p:blipFill>
          <a:blip r:embed="rId106" cstate="print"/>
          <a:stretch>
            <a:fillRect/>
          </a:stretch>
        </p:blipFill>
        <p:spPr>
          <a:xfrm>
            <a:off x="17177351" y="4561025"/>
            <a:ext cx="151217" cy="153561"/>
          </a:xfrm>
          <a:prstGeom prst="rect">
            <a:avLst/>
          </a:prstGeom>
        </p:spPr>
      </p:pic>
      <p:pic>
        <p:nvPicPr>
          <p:cNvPr id="117" name="bg object 117"/>
          <p:cNvPicPr/>
          <p:nvPr/>
        </p:nvPicPr>
        <p:blipFill>
          <a:blip r:embed="rId107" cstate="print"/>
          <a:stretch>
            <a:fillRect/>
          </a:stretch>
        </p:blipFill>
        <p:spPr>
          <a:xfrm>
            <a:off x="16021546" y="2243125"/>
            <a:ext cx="154389" cy="153244"/>
          </a:xfrm>
          <a:prstGeom prst="rect">
            <a:avLst/>
          </a:prstGeom>
        </p:spPr>
      </p:pic>
      <p:pic>
        <p:nvPicPr>
          <p:cNvPr id="118" name="bg object 118"/>
          <p:cNvPicPr/>
          <p:nvPr/>
        </p:nvPicPr>
        <p:blipFill>
          <a:blip r:embed="rId108" cstate="print"/>
          <a:stretch>
            <a:fillRect/>
          </a:stretch>
        </p:blipFill>
        <p:spPr>
          <a:xfrm>
            <a:off x="16022603" y="2826722"/>
            <a:ext cx="153331" cy="147748"/>
          </a:xfrm>
          <a:prstGeom prst="rect">
            <a:avLst/>
          </a:prstGeom>
        </p:spPr>
      </p:pic>
      <p:pic>
        <p:nvPicPr>
          <p:cNvPr id="119" name="bg object 119"/>
          <p:cNvPicPr/>
          <p:nvPr/>
        </p:nvPicPr>
        <p:blipFill>
          <a:blip r:embed="rId109" cstate="print"/>
          <a:stretch>
            <a:fillRect/>
          </a:stretch>
        </p:blipFill>
        <p:spPr>
          <a:xfrm>
            <a:off x="17762128" y="4850816"/>
            <a:ext cx="149102" cy="147220"/>
          </a:xfrm>
          <a:prstGeom prst="rect">
            <a:avLst/>
          </a:prstGeom>
        </p:spPr>
      </p:pic>
      <p:pic>
        <p:nvPicPr>
          <p:cNvPr id="120" name="bg object 120"/>
          <p:cNvPicPr/>
          <p:nvPr/>
        </p:nvPicPr>
        <p:blipFill>
          <a:blip r:embed="rId110" cstate="print"/>
          <a:stretch>
            <a:fillRect/>
          </a:stretch>
        </p:blipFill>
        <p:spPr>
          <a:xfrm>
            <a:off x="16027889" y="1959887"/>
            <a:ext cx="142757" cy="147008"/>
          </a:xfrm>
          <a:prstGeom prst="rect">
            <a:avLst/>
          </a:prstGeom>
        </p:spPr>
      </p:pic>
      <p:pic>
        <p:nvPicPr>
          <p:cNvPr id="121" name="bg object 121"/>
          <p:cNvPicPr/>
          <p:nvPr/>
        </p:nvPicPr>
        <p:blipFill>
          <a:blip r:embed="rId111" cstate="print"/>
          <a:stretch>
            <a:fillRect/>
          </a:stretch>
        </p:blipFill>
        <p:spPr>
          <a:xfrm>
            <a:off x="16027741" y="3115772"/>
            <a:ext cx="142906" cy="147431"/>
          </a:xfrm>
          <a:prstGeom prst="rect">
            <a:avLst/>
          </a:prstGeom>
        </p:spPr>
      </p:pic>
      <p:pic>
        <p:nvPicPr>
          <p:cNvPr id="122" name="bg object 122"/>
          <p:cNvPicPr/>
          <p:nvPr/>
        </p:nvPicPr>
        <p:blipFill>
          <a:blip r:embed="rId112" cstate="print"/>
          <a:stretch>
            <a:fillRect/>
          </a:stretch>
        </p:blipFill>
        <p:spPr>
          <a:xfrm>
            <a:off x="17476612" y="225161"/>
            <a:ext cx="143814" cy="147431"/>
          </a:xfrm>
          <a:prstGeom prst="rect">
            <a:avLst/>
          </a:prstGeom>
        </p:spPr>
      </p:pic>
      <p:pic>
        <p:nvPicPr>
          <p:cNvPr id="123" name="bg object 123"/>
          <p:cNvPicPr/>
          <p:nvPr/>
        </p:nvPicPr>
        <p:blipFill>
          <a:blip r:embed="rId113" cstate="print"/>
          <a:stretch>
            <a:fillRect/>
          </a:stretch>
        </p:blipFill>
        <p:spPr>
          <a:xfrm>
            <a:off x="16319749" y="1091995"/>
            <a:ext cx="150159" cy="147960"/>
          </a:xfrm>
          <a:prstGeom prst="rect">
            <a:avLst/>
          </a:prstGeom>
        </p:spPr>
      </p:pic>
      <p:pic>
        <p:nvPicPr>
          <p:cNvPr id="124" name="bg object 124"/>
          <p:cNvPicPr/>
          <p:nvPr/>
        </p:nvPicPr>
        <p:blipFill>
          <a:blip r:embed="rId114" cstate="print"/>
          <a:stretch>
            <a:fillRect/>
          </a:stretch>
        </p:blipFill>
        <p:spPr>
          <a:xfrm>
            <a:off x="16610552" y="808441"/>
            <a:ext cx="143814" cy="142992"/>
          </a:xfrm>
          <a:prstGeom prst="rect">
            <a:avLst/>
          </a:prstGeom>
        </p:spPr>
      </p:pic>
      <p:pic>
        <p:nvPicPr>
          <p:cNvPr id="125" name="bg object 125"/>
          <p:cNvPicPr/>
          <p:nvPr/>
        </p:nvPicPr>
        <p:blipFill>
          <a:blip r:embed="rId115" cstate="print"/>
          <a:stretch>
            <a:fillRect/>
          </a:stretch>
        </p:blipFill>
        <p:spPr>
          <a:xfrm>
            <a:off x="16027889" y="1676015"/>
            <a:ext cx="142757" cy="147325"/>
          </a:xfrm>
          <a:prstGeom prst="rect">
            <a:avLst/>
          </a:prstGeom>
        </p:spPr>
      </p:pic>
      <p:pic>
        <p:nvPicPr>
          <p:cNvPr id="126" name="bg object 126"/>
          <p:cNvPicPr/>
          <p:nvPr/>
        </p:nvPicPr>
        <p:blipFill>
          <a:blip r:embed="rId116" cstate="print"/>
          <a:stretch>
            <a:fillRect/>
          </a:stretch>
        </p:blipFill>
        <p:spPr>
          <a:xfrm>
            <a:off x="16027889" y="3399961"/>
            <a:ext cx="141699" cy="147854"/>
          </a:xfrm>
          <a:prstGeom prst="rect">
            <a:avLst/>
          </a:prstGeom>
        </p:spPr>
      </p:pic>
      <p:pic>
        <p:nvPicPr>
          <p:cNvPr id="127" name="bg object 127"/>
          <p:cNvPicPr/>
          <p:nvPr/>
        </p:nvPicPr>
        <p:blipFill>
          <a:blip r:embed="rId117" cstate="print"/>
          <a:stretch>
            <a:fillRect/>
          </a:stretch>
        </p:blipFill>
        <p:spPr>
          <a:xfrm>
            <a:off x="16610552" y="4268276"/>
            <a:ext cx="142757" cy="146797"/>
          </a:xfrm>
          <a:prstGeom prst="rect">
            <a:avLst/>
          </a:prstGeom>
        </p:spPr>
      </p:pic>
      <p:pic>
        <p:nvPicPr>
          <p:cNvPr id="128" name="bg object 128"/>
          <p:cNvPicPr/>
          <p:nvPr/>
        </p:nvPicPr>
        <p:blipFill>
          <a:blip r:embed="rId118" cstate="print"/>
          <a:stretch>
            <a:fillRect/>
          </a:stretch>
        </p:blipFill>
        <p:spPr>
          <a:xfrm>
            <a:off x="17477669" y="4850816"/>
            <a:ext cx="142757" cy="142253"/>
          </a:xfrm>
          <a:prstGeom prst="rect">
            <a:avLst/>
          </a:prstGeom>
        </p:spPr>
      </p:pic>
      <p:pic>
        <p:nvPicPr>
          <p:cNvPr id="129" name="bg object 129"/>
          <p:cNvPicPr/>
          <p:nvPr/>
        </p:nvPicPr>
        <p:blipFill>
          <a:blip r:embed="rId119" cstate="print"/>
          <a:stretch>
            <a:fillRect/>
          </a:stretch>
        </p:blipFill>
        <p:spPr>
          <a:xfrm>
            <a:off x="16321864" y="3983558"/>
            <a:ext cx="147251" cy="142358"/>
          </a:xfrm>
          <a:prstGeom prst="rect">
            <a:avLst/>
          </a:prstGeom>
        </p:spPr>
      </p:pic>
      <p:pic>
        <p:nvPicPr>
          <p:cNvPr id="130" name="bg object 130"/>
          <p:cNvPicPr/>
          <p:nvPr/>
        </p:nvPicPr>
        <p:blipFill>
          <a:blip r:embed="rId120" cstate="print"/>
          <a:stretch>
            <a:fillRect/>
          </a:stretch>
        </p:blipFill>
        <p:spPr>
          <a:xfrm>
            <a:off x="16895009" y="524251"/>
            <a:ext cx="144872" cy="142147"/>
          </a:xfrm>
          <a:prstGeom prst="rect">
            <a:avLst/>
          </a:prstGeom>
        </p:spPr>
      </p:pic>
      <p:pic>
        <p:nvPicPr>
          <p:cNvPr id="131" name="bg object 131"/>
          <p:cNvPicPr/>
          <p:nvPr/>
        </p:nvPicPr>
        <p:blipFill>
          <a:blip r:embed="rId121" cstate="print"/>
          <a:stretch>
            <a:fillRect/>
          </a:stretch>
        </p:blipFill>
        <p:spPr>
          <a:xfrm>
            <a:off x="16895009" y="4566310"/>
            <a:ext cx="142757" cy="142358"/>
          </a:xfrm>
          <a:prstGeom prst="rect">
            <a:avLst/>
          </a:prstGeom>
        </p:spPr>
      </p:pic>
      <p:pic>
        <p:nvPicPr>
          <p:cNvPr id="132" name="bg object 132"/>
          <p:cNvPicPr/>
          <p:nvPr/>
        </p:nvPicPr>
        <p:blipFill>
          <a:blip r:embed="rId122" cstate="print"/>
          <a:stretch>
            <a:fillRect/>
          </a:stretch>
        </p:blipFill>
        <p:spPr>
          <a:xfrm>
            <a:off x="17178408" y="224738"/>
            <a:ext cx="149102" cy="147960"/>
          </a:xfrm>
          <a:prstGeom prst="rect">
            <a:avLst/>
          </a:prstGeom>
        </p:spPr>
      </p:pic>
      <p:pic>
        <p:nvPicPr>
          <p:cNvPr id="133" name="bg object 133"/>
          <p:cNvPicPr/>
          <p:nvPr/>
        </p:nvPicPr>
        <p:blipFill>
          <a:blip r:embed="rId123" cstate="print"/>
          <a:stretch>
            <a:fillRect/>
          </a:stretch>
        </p:blipFill>
        <p:spPr>
          <a:xfrm>
            <a:off x="17178408" y="4850393"/>
            <a:ext cx="148044" cy="142464"/>
          </a:xfrm>
          <a:prstGeom prst="rect">
            <a:avLst/>
          </a:prstGeom>
        </p:spPr>
      </p:pic>
      <p:pic>
        <p:nvPicPr>
          <p:cNvPr id="134" name="bg object 134"/>
          <p:cNvPicPr/>
          <p:nvPr/>
        </p:nvPicPr>
        <p:blipFill>
          <a:blip r:embed="rId124" cstate="print"/>
          <a:stretch>
            <a:fillRect/>
          </a:stretch>
        </p:blipFill>
        <p:spPr>
          <a:xfrm>
            <a:off x="16026834" y="1381469"/>
            <a:ext cx="142906" cy="143204"/>
          </a:xfrm>
          <a:prstGeom prst="rect">
            <a:avLst/>
          </a:prstGeom>
        </p:spPr>
      </p:pic>
      <p:pic>
        <p:nvPicPr>
          <p:cNvPr id="135" name="bg object 135"/>
          <p:cNvPicPr/>
          <p:nvPr/>
        </p:nvPicPr>
        <p:blipFill>
          <a:blip r:embed="rId125" cstate="print"/>
          <a:stretch>
            <a:fillRect/>
          </a:stretch>
        </p:blipFill>
        <p:spPr>
          <a:xfrm>
            <a:off x="18045527" y="8821"/>
            <a:ext cx="149102" cy="74825"/>
          </a:xfrm>
          <a:prstGeom prst="rect">
            <a:avLst/>
          </a:prstGeom>
        </p:spPr>
      </p:pic>
      <p:pic>
        <p:nvPicPr>
          <p:cNvPr id="136" name="bg object 136"/>
          <p:cNvPicPr/>
          <p:nvPr/>
        </p:nvPicPr>
        <p:blipFill>
          <a:blip r:embed="rId126" cstate="print"/>
          <a:stretch>
            <a:fillRect/>
          </a:stretch>
        </p:blipFill>
        <p:spPr>
          <a:xfrm>
            <a:off x="15743432" y="2542638"/>
            <a:ext cx="143814" cy="142781"/>
          </a:xfrm>
          <a:prstGeom prst="rect">
            <a:avLst/>
          </a:prstGeom>
        </p:spPr>
      </p:pic>
      <p:pic>
        <p:nvPicPr>
          <p:cNvPr id="137" name="bg object 137"/>
          <p:cNvPicPr/>
          <p:nvPr/>
        </p:nvPicPr>
        <p:blipFill>
          <a:blip r:embed="rId127" cstate="print"/>
          <a:stretch>
            <a:fillRect/>
          </a:stretch>
        </p:blipFill>
        <p:spPr>
          <a:xfrm>
            <a:off x="16026868" y="3698207"/>
            <a:ext cx="143614" cy="143204"/>
          </a:xfrm>
          <a:prstGeom prst="rect">
            <a:avLst/>
          </a:prstGeom>
        </p:spPr>
      </p:pic>
      <p:pic>
        <p:nvPicPr>
          <p:cNvPr id="138" name="bg object 138"/>
          <p:cNvPicPr/>
          <p:nvPr/>
        </p:nvPicPr>
        <p:blipFill>
          <a:blip r:embed="rId128" cstate="print"/>
          <a:stretch>
            <a:fillRect/>
          </a:stretch>
        </p:blipFill>
        <p:spPr>
          <a:xfrm>
            <a:off x="15742375" y="2832006"/>
            <a:ext cx="144872" cy="142253"/>
          </a:xfrm>
          <a:prstGeom prst="rect">
            <a:avLst/>
          </a:prstGeom>
        </p:spPr>
      </p:pic>
      <p:pic>
        <p:nvPicPr>
          <p:cNvPr id="139" name="bg object 139"/>
          <p:cNvPicPr/>
          <p:nvPr/>
        </p:nvPicPr>
        <p:blipFill>
          <a:blip r:embed="rId129" cstate="print"/>
          <a:stretch>
            <a:fillRect/>
          </a:stretch>
        </p:blipFill>
        <p:spPr>
          <a:xfrm>
            <a:off x="15741318" y="2248621"/>
            <a:ext cx="144872" cy="142675"/>
          </a:xfrm>
          <a:prstGeom prst="rect">
            <a:avLst/>
          </a:prstGeom>
        </p:spPr>
      </p:pic>
      <p:pic>
        <p:nvPicPr>
          <p:cNvPr id="140" name="bg object 140"/>
          <p:cNvPicPr/>
          <p:nvPr/>
        </p:nvPicPr>
        <p:blipFill>
          <a:blip r:embed="rId130" cstate="print"/>
          <a:stretch>
            <a:fillRect/>
          </a:stretch>
        </p:blipFill>
        <p:spPr>
          <a:xfrm>
            <a:off x="18049757" y="5139549"/>
            <a:ext cx="138527" cy="142253"/>
          </a:xfrm>
          <a:prstGeom prst="rect">
            <a:avLst/>
          </a:prstGeom>
        </p:spPr>
      </p:pic>
      <p:pic>
        <p:nvPicPr>
          <p:cNvPr id="141" name="bg object 141"/>
          <p:cNvPicPr/>
          <p:nvPr/>
        </p:nvPicPr>
        <p:blipFill>
          <a:blip r:embed="rId131" cstate="print"/>
          <a:stretch>
            <a:fillRect/>
          </a:stretch>
        </p:blipFill>
        <p:spPr>
          <a:xfrm>
            <a:off x="17761996" y="8821"/>
            <a:ext cx="142889" cy="74931"/>
          </a:xfrm>
          <a:prstGeom prst="rect">
            <a:avLst/>
          </a:prstGeom>
        </p:spPr>
      </p:pic>
      <p:pic>
        <p:nvPicPr>
          <p:cNvPr id="142" name="bg object 142"/>
          <p:cNvPicPr/>
          <p:nvPr/>
        </p:nvPicPr>
        <p:blipFill>
          <a:blip r:embed="rId132" cstate="print"/>
          <a:stretch>
            <a:fillRect/>
          </a:stretch>
        </p:blipFill>
        <p:spPr>
          <a:xfrm>
            <a:off x="16610552" y="524251"/>
            <a:ext cx="142757" cy="142781"/>
          </a:xfrm>
          <a:prstGeom prst="rect">
            <a:avLst/>
          </a:prstGeom>
        </p:spPr>
      </p:pic>
      <p:pic>
        <p:nvPicPr>
          <p:cNvPr id="143" name="bg object 143"/>
          <p:cNvPicPr/>
          <p:nvPr/>
        </p:nvPicPr>
        <p:blipFill>
          <a:blip r:embed="rId133" cstate="print"/>
          <a:stretch>
            <a:fillRect/>
          </a:stretch>
        </p:blipFill>
        <p:spPr>
          <a:xfrm>
            <a:off x="17762128" y="5139232"/>
            <a:ext cx="143814" cy="142992"/>
          </a:xfrm>
          <a:prstGeom prst="rect">
            <a:avLst/>
          </a:prstGeom>
        </p:spPr>
      </p:pic>
      <p:pic>
        <p:nvPicPr>
          <p:cNvPr id="144" name="bg object 144"/>
          <p:cNvPicPr/>
          <p:nvPr/>
        </p:nvPicPr>
        <p:blipFill>
          <a:blip r:embed="rId134" cstate="print"/>
          <a:stretch>
            <a:fillRect/>
          </a:stretch>
        </p:blipFill>
        <p:spPr>
          <a:xfrm>
            <a:off x="16320806" y="808546"/>
            <a:ext cx="144872" cy="142464"/>
          </a:xfrm>
          <a:prstGeom prst="rect">
            <a:avLst/>
          </a:prstGeom>
        </p:spPr>
      </p:pic>
      <p:pic>
        <p:nvPicPr>
          <p:cNvPr id="145" name="bg object 145"/>
          <p:cNvPicPr/>
          <p:nvPr/>
        </p:nvPicPr>
        <p:blipFill>
          <a:blip r:embed="rId135" cstate="print"/>
          <a:stretch>
            <a:fillRect/>
          </a:stretch>
        </p:blipFill>
        <p:spPr>
          <a:xfrm>
            <a:off x="16320806" y="4272080"/>
            <a:ext cx="145929" cy="137918"/>
          </a:xfrm>
          <a:prstGeom prst="rect">
            <a:avLst/>
          </a:prstGeom>
        </p:spPr>
      </p:pic>
      <p:pic>
        <p:nvPicPr>
          <p:cNvPr id="146" name="bg object 146"/>
          <p:cNvPicPr/>
          <p:nvPr/>
        </p:nvPicPr>
        <p:blipFill>
          <a:blip r:embed="rId136" cstate="print"/>
          <a:stretch>
            <a:fillRect/>
          </a:stretch>
        </p:blipFill>
        <p:spPr>
          <a:xfrm>
            <a:off x="16610420" y="4566098"/>
            <a:ext cx="142889" cy="142253"/>
          </a:xfrm>
          <a:prstGeom prst="rect">
            <a:avLst/>
          </a:prstGeom>
        </p:spPr>
      </p:pic>
      <p:pic>
        <p:nvPicPr>
          <p:cNvPr id="147" name="bg object 147"/>
          <p:cNvPicPr/>
          <p:nvPr/>
        </p:nvPicPr>
        <p:blipFill>
          <a:blip r:embed="rId137" cstate="print"/>
          <a:stretch>
            <a:fillRect/>
          </a:stretch>
        </p:blipFill>
        <p:spPr>
          <a:xfrm>
            <a:off x="17477671" y="8821"/>
            <a:ext cx="142757" cy="74614"/>
          </a:xfrm>
          <a:prstGeom prst="rect">
            <a:avLst/>
          </a:prstGeom>
        </p:spPr>
      </p:pic>
      <p:pic>
        <p:nvPicPr>
          <p:cNvPr id="148" name="bg object 148"/>
          <p:cNvPicPr/>
          <p:nvPr/>
        </p:nvPicPr>
        <p:blipFill>
          <a:blip r:embed="rId138" cstate="print"/>
          <a:stretch>
            <a:fillRect/>
          </a:stretch>
        </p:blipFill>
        <p:spPr>
          <a:xfrm>
            <a:off x="15742375" y="1964537"/>
            <a:ext cx="143021" cy="142041"/>
          </a:xfrm>
          <a:prstGeom prst="rect">
            <a:avLst/>
          </a:prstGeom>
        </p:spPr>
      </p:pic>
      <p:pic>
        <p:nvPicPr>
          <p:cNvPr id="149" name="bg object 149"/>
          <p:cNvPicPr/>
          <p:nvPr/>
        </p:nvPicPr>
        <p:blipFill>
          <a:blip r:embed="rId139" cstate="print"/>
          <a:stretch>
            <a:fillRect/>
          </a:stretch>
        </p:blipFill>
        <p:spPr>
          <a:xfrm>
            <a:off x="15742375" y="3116089"/>
            <a:ext cx="143814" cy="142358"/>
          </a:xfrm>
          <a:prstGeom prst="rect">
            <a:avLst/>
          </a:prstGeom>
        </p:spPr>
      </p:pic>
      <p:pic>
        <p:nvPicPr>
          <p:cNvPr id="150" name="bg object 150"/>
          <p:cNvPicPr/>
          <p:nvPr/>
        </p:nvPicPr>
        <p:blipFill>
          <a:blip r:embed="rId140" cstate="print"/>
          <a:stretch>
            <a:fillRect/>
          </a:stretch>
        </p:blipFill>
        <p:spPr>
          <a:xfrm>
            <a:off x="16895009" y="229494"/>
            <a:ext cx="142757" cy="138131"/>
          </a:xfrm>
          <a:prstGeom prst="rect">
            <a:avLst/>
          </a:prstGeom>
        </p:spPr>
      </p:pic>
      <p:pic>
        <p:nvPicPr>
          <p:cNvPr id="151" name="bg object 151"/>
          <p:cNvPicPr/>
          <p:nvPr/>
        </p:nvPicPr>
        <p:blipFill>
          <a:blip r:embed="rId141" cstate="print"/>
          <a:stretch>
            <a:fillRect/>
          </a:stretch>
        </p:blipFill>
        <p:spPr>
          <a:xfrm>
            <a:off x="16027229" y="3983558"/>
            <a:ext cx="142360" cy="142464"/>
          </a:xfrm>
          <a:prstGeom prst="rect">
            <a:avLst/>
          </a:prstGeom>
        </p:spPr>
      </p:pic>
      <p:pic>
        <p:nvPicPr>
          <p:cNvPr id="152" name="bg object 152"/>
          <p:cNvPicPr/>
          <p:nvPr/>
        </p:nvPicPr>
        <p:blipFill>
          <a:blip r:embed="rId142" cstate="print"/>
          <a:stretch>
            <a:fillRect/>
          </a:stretch>
        </p:blipFill>
        <p:spPr>
          <a:xfrm>
            <a:off x="16895537" y="4851027"/>
            <a:ext cx="142228" cy="142041"/>
          </a:xfrm>
          <a:prstGeom prst="rect">
            <a:avLst/>
          </a:prstGeom>
        </p:spPr>
      </p:pic>
      <p:pic>
        <p:nvPicPr>
          <p:cNvPr id="153" name="bg object 153"/>
          <p:cNvPicPr/>
          <p:nvPr/>
        </p:nvPicPr>
        <p:blipFill>
          <a:blip r:embed="rId143" cstate="print"/>
          <a:stretch>
            <a:fillRect/>
          </a:stretch>
        </p:blipFill>
        <p:spPr>
          <a:xfrm>
            <a:off x="17477669" y="5139549"/>
            <a:ext cx="142889" cy="142253"/>
          </a:xfrm>
          <a:prstGeom prst="rect">
            <a:avLst/>
          </a:prstGeom>
        </p:spPr>
      </p:pic>
      <p:pic>
        <p:nvPicPr>
          <p:cNvPr id="154" name="bg object 154"/>
          <p:cNvPicPr/>
          <p:nvPr/>
        </p:nvPicPr>
        <p:blipFill>
          <a:blip r:embed="rId144" cstate="print"/>
          <a:stretch>
            <a:fillRect/>
          </a:stretch>
        </p:blipFill>
        <p:spPr>
          <a:xfrm>
            <a:off x="16023660" y="1097597"/>
            <a:ext cx="146194" cy="142464"/>
          </a:xfrm>
          <a:prstGeom prst="rect">
            <a:avLst/>
          </a:prstGeom>
        </p:spPr>
      </p:pic>
      <p:pic>
        <p:nvPicPr>
          <p:cNvPr id="155" name="bg object 155"/>
          <p:cNvPicPr/>
          <p:nvPr/>
        </p:nvPicPr>
        <p:blipFill>
          <a:blip r:embed="rId145" cstate="print"/>
          <a:stretch>
            <a:fillRect/>
          </a:stretch>
        </p:blipFill>
        <p:spPr>
          <a:xfrm>
            <a:off x="15743432" y="1679820"/>
            <a:ext cx="139584" cy="138131"/>
          </a:xfrm>
          <a:prstGeom prst="rect">
            <a:avLst/>
          </a:prstGeom>
        </p:spPr>
      </p:pic>
      <p:pic>
        <p:nvPicPr>
          <p:cNvPr id="156" name="bg object 156"/>
          <p:cNvPicPr/>
          <p:nvPr/>
        </p:nvPicPr>
        <p:blipFill>
          <a:blip r:embed="rId146" cstate="print"/>
          <a:stretch>
            <a:fillRect/>
          </a:stretch>
        </p:blipFill>
        <p:spPr>
          <a:xfrm>
            <a:off x="15743432" y="3405246"/>
            <a:ext cx="140642" cy="138025"/>
          </a:xfrm>
          <a:prstGeom prst="rect">
            <a:avLst/>
          </a:prstGeom>
        </p:spPr>
      </p:pic>
      <p:pic>
        <p:nvPicPr>
          <p:cNvPr id="157" name="bg object 157"/>
          <p:cNvPicPr/>
          <p:nvPr/>
        </p:nvPicPr>
        <p:blipFill>
          <a:blip r:embed="rId147" cstate="print"/>
          <a:stretch>
            <a:fillRect/>
          </a:stretch>
        </p:blipFill>
        <p:spPr>
          <a:xfrm>
            <a:off x="17182639" y="8821"/>
            <a:ext cx="140642" cy="73980"/>
          </a:xfrm>
          <a:prstGeom prst="rect">
            <a:avLst/>
          </a:prstGeom>
        </p:spPr>
      </p:pic>
      <p:pic>
        <p:nvPicPr>
          <p:cNvPr id="158" name="bg object 158"/>
          <p:cNvPicPr/>
          <p:nvPr/>
        </p:nvPicPr>
        <p:blipFill>
          <a:blip r:embed="rId148" cstate="print"/>
          <a:stretch>
            <a:fillRect/>
          </a:stretch>
        </p:blipFill>
        <p:spPr>
          <a:xfrm>
            <a:off x="17187926" y="5144622"/>
            <a:ext cx="130067" cy="128513"/>
          </a:xfrm>
          <a:prstGeom prst="rect">
            <a:avLst/>
          </a:prstGeom>
        </p:spPr>
      </p:pic>
      <p:pic>
        <p:nvPicPr>
          <p:cNvPr id="159" name="bg object 159"/>
          <p:cNvPicPr/>
          <p:nvPr/>
        </p:nvPicPr>
        <p:blipFill>
          <a:blip r:embed="rId149" cstate="print"/>
          <a:stretch>
            <a:fillRect/>
          </a:stretch>
        </p:blipFill>
        <p:spPr>
          <a:xfrm>
            <a:off x="15748720" y="1386225"/>
            <a:ext cx="126895" cy="133164"/>
          </a:xfrm>
          <a:prstGeom prst="rect">
            <a:avLst/>
          </a:prstGeom>
        </p:spPr>
      </p:pic>
      <p:pic>
        <p:nvPicPr>
          <p:cNvPr id="160" name="bg object 160"/>
          <p:cNvPicPr/>
          <p:nvPr/>
        </p:nvPicPr>
        <p:blipFill>
          <a:blip r:embed="rId150" cstate="print"/>
          <a:stretch>
            <a:fillRect/>
          </a:stretch>
        </p:blipFill>
        <p:spPr>
          <a:xfrm>
            <a:off x="16331381" y="528690"/>
            <a:ext cx="129010" cy="133164"/>
          </a:xfrm>
          <a:prstGeom prst="rect">
            <a:avLst/>
          </a:prstGeom>
        </p:spPr>
      </p:pic>
      <p:pic>
        <p:nvPicPr>
          <p:cNvPr id="161" name="bg object 161"/>
          <p:cNvPicPr/>
          <p:nvPr/>
        </p:nvPicPr>
        <p:blipFill>
          <a:blip r:embed="rId151" cstate="print"/>
          <a:stretch>
            <a:fillRect/>
          </a:stretch>
        </p:blipFill>
        <p:spPr>
          <a:xfrm>
            <a:off x="16613723" y="235307"/>
            <a:ext cx="130067" cy="127668"/>
          </a:xfrm>
          <a:prstGeom prst="rect">
            <a:avLst/>
          </a:prstGeom>
        </p:spPr>
      </p:pic>
      <p:pic>
        <p:nvPicPr>
          <p:cNvPr id="162" name="bg object 162"/>
          <p:cNvPicPr/>
          <p:nvPr/>
        </p:nvPicPr>
        <p:blipFill>
          <a:blip r:embed="rId152" cstate="print"/>
          <a:stretch>
            <a:fillRect/>
          </a:stretch>
        </p:blipFill>
        <p:spPr>
          <a:xfrm>
            <a:off x="15745548" y="3704548"/>
            <a:ext cx="133240" cy="127668"/>
          </a:xfrm>
          <a:prstGeom prst="rect">
            <a:avLst/>
          </a:prstGeom>
        </p:spPr>
      </p:pic>
      <p:pic>
        <p:nvPicPr>
          <p:cNvPr id="163" name="bg object 163"/>
          <p:cNvPicPr/>
          <p:nvPr/>
        </p:nvPicPr>
        <p:blipFill>
          <a:blip r:embed="rId153" cstate="print"/>
          <a:stretch>
            <a:fillRect/>
          </a:stretch>
        </p:blipFill>
        <p:spPr>
          <a:xfrm>
            <a:off x="16037407" y="818058"/>
            <a:ext cx="126895" cy="128302"/>
          </a:xfrm>
          <a:prstGeom prst="rect">
            <a:avLst/>
          </a:prstGeom>
        </p:spPr>
      </p:pic>
      <p:pic>
        <p:nvPicPr>
          <p:cNvPr id="164" name="bg object 164"/>
          <p:cNvPicPr/>
          <p:nvPr/>
        </p:nvPicPr>
        <p:blipFill>
          <a:blip r:embed="rId154" cstate="print"/>
          <a:stretch>
            <a:fillRect/>
          </a:stretch>
        </p:blipFill>
        <p:spPr>
          <a:xfrm>
            <a:off x="16330852" y="4576033"/>
            <a:ext cx="130596" cy="123018"/>
          </a:xfrm>
          <a:prstGeom prst="rect">
            <a:avLst/>
          </a:prstGeom>
        </p:spPr>
      </p:pic>
      <p:pic>
        <p:nvPicPr>
          <p:cNvPr id="165" name="bg object 165"/>
          <p:cNvPicPr/>
          <p:nvPr/>
        </p:nvPicPr>
        <p:blipFill>
          <a:blip r:embed="rId155" cstate="print"/>
          <a:stretch>
            <a:fillRect/>
          </a:stretch>
        </p:blipFill>
        <p:spPr>
          <a:xfrm>
            <a:off x="16037408" y="4276836"/>
            <a:ext cx="123723" cy="128619"/>
          </a:xfrm>
          <a:prstGeom prst="rect">
            <a:avLst/>
          </a:prstGeom>
        </p:spPr>
      </p:pic>
      <p:pic>
        <p:nvPicPr>
          <p:cNvPr id="166" name="bg object 166"/>
          <p:cNvPicPr/>
          <p:nvPr/>
        </p:nvPicPr>
        <p:blipFill>
          <a:blip r:embed="rId156" cstate="print"/>
          <a:stretch>
            <a:fillRect/>
          </a:stretch>
        </p:blipFill>
        <p:spPr>
          <a:xfrm>
            <a:off x="16614781" y="4860327"/>
            <a:ext cx="129010" cy="128196"/>
          </a:xfrm>
          <a:prstGeom prst="rect">
            <a:avLst/>
          </a:prstGeom>
        </p:spPr>
      </p:pic>
      <p:pic>
        <p:nvPicPr>
          <p:cNvPr id="167" name="bg object 167"/>
          <p:cNvPicPr/>
          <p:nvPr/>
        </p:nvPicPr>
        <p:blipFill>
          <a:blip r:embed="rId157" cstate="print"/>
          <a:stretch>
            <a:fillRect/>
          </a:stretch>
        </p:blipFill>
        <p:spPr>
          <a:xfrm>
            <a:off x="18055043" y="5432721"/>
            <a:ext cx="129291" cy="123758"/>
          </a:xfrm>
          <a:prstGeom prst="rect">
            <a:avLst/>
          </a:prstGeom>
        </p:spPr>
      </p:pic>
      <p:pic>
        <p:nvPicPr>
          <p:cNvPr id="168" name="bg object 168"/>
          <p:cNvPicPr/>
          <p:nvPr/>
        </p:nvPicPr>
        <p:blipFill>
          <a:blip r:embed="rId158" cstate="print"/>
          <a:stretch>
            <a:fillRect/>
          </a:stretch>
        </p:blipFill>
        <p:spPr>
          <a:xfrm>
            <a:off x="15464263" y="2552256"/>
            <a:ext cx="127952" cy="127985"/>
          </a:xfrm>
          <a:prstGeom prst="rect">
            <a:avLst/>
          </a:prstGeom>
        </p:spPr>
      </p:pic>
      <p:pic>
        <p:nvPicPr>
          <p:cNvPr id="169" name="bg object 169"/>
          <p:cNvPicPr/>
          <p:nvPr/>
        </p:nvPicPr>
        <p:blipFill>
          <a:blip r:embed="rId159" cstate="print"/>
          <a:stretch>
            <a:fillRect/>
          </a:stretch>
        </p:blipFill>
        <p:spPr>
          <a:xfrm>
            <a:off x="15464263" y="2841306"/>
            <a:ext cx="123723" cy="122912"/>
          </a:xfrm>
          <a:prstGeom prst="rect">
            <a:avLst/>
          </a:prstGeom>
        </p:spPr>
      </p:pic>
      <p:pic>
        <p:nvPicPr>
          <p:cNvPr id="170" name="bg object 170"/>
          <p:cNvPicPr/>
          <p:nvPr/>
        </p:nvPicPr>
        <p:blipFill>
          <a:blip r:embed="rId160" cstate="print"/>
          <a:stretch>
            <a:fillRect/>
          </a:stretch>
        </p:blipFill>
        <p:spPr>
          <a:xfrm>
            <a:off x="15463206" y="2258555"/>
            <a:ext cx="123723" cy="123018"/>
          </a:xfrm>
          <a:prstGeom prst="rect">
            <a:avLst/>
          </a:prstGeom>
        </p:spPr>
      </p:pic>
      <p:pic>
        <p:nvPicPr>
          <p:cNvPr id="171" name="bg object 171"/>
          <p:cNvPicPr/>
          <p:nvPr/>
        </p:nvPicPr>
        <p:blipFill>
          <a:blip r:embed="rId161" cstate="print"/>
          <a:stretch>
            <a:fillRect/>
          </a:stretch>
        </p:blipFill>
        <p:spPr>
          <a:xfrm>
            <a:off x="17771643" y="5433461"/>
            <a:ext cx="123723" cy="123018"/>
          </a:xfrm>
          <a:prstGeom prst="rect">
            <a:avLst/>
          </a:prstGeom>
        </p:spPr>
      </p:pic>
      <p:pic>
        <p:nvPicPr>
          <p:cNvPr id="172" name="bg object 172"/>
          <p:cNvPicPr/>
          <p:nvPr/>
        </p:nvPicPr>
        <p:blipFill>
          <a:blip r:embed="rId162" cstate="print"/>
          <a:stretch>
            <a:fillRect/>
          </a:stretch>
        </p:blipFill>
        <p:spPr>
          <a:xfrm>
            <a:off x="16904526" y="5144516"/>
            <a:ext cx="123723" cy="127562"/>
          </a:xfrm>
          <a:prstGeom prst="rect">
            <a:avLst/>
          </a:prstGeom>
        </p:spPr>
      </p:pic>
      <p:pic>
        <p:nvPicPr>
          <p:cNvPr id="173" name="bg object 173"/>
          <p:cNvPicPr/>
          <p:nvPr/>
        </p:nvPicPr>
        <p:blipFill>
          <a:blip r:embed="rId163" cstate="print"/>
          <a:stretch>
            <a:fillRect/>
          </a:stretch>
        </p:blipFill>
        <p:spPr>
          <a:xfrm>
            <a:off x="15462149" y="3125601"/>
            <a:ext cx="124780" cy="122912"/>
          </a:xfrm>
          <a:prstGeom prst="rect">
            <a:avLst/>
          </a:prstGeom>
        </p:spPr>
      </p:pic>
      <p:pic>
        <p:nvPicPr>
          <p:cNvPr id="174" name="bg object 174"/>
          <p:cNvPicPr/>
          <p:nvPr/>
        </p:nvPicPr>
        <p:blipFill>
          <a:blip r:embed="rId164" cstate="print"/>
          <a:stretch>
            <a:fillRect/>
          </a:stretch>
        </p:blipFill>
        <p:spPr>
          <a:xfrm>
            <a:off x="16904527" y="8821"/>
            <a:ext cx="122665" cy="64679"/>
          </a:xfrm>
          <a:prstGeom prst="rect">
            <a:avLst/>
          </a:prstGeom>
        </p:spPr>
      </p:pic>
      <p:pic>
        <p:nvPicPr>
          <p:cNvPr id="175" name="bg object 175"/>
          <p:cNvPicPr/>
          <p:nvPr/>
        </p:nvPicPr>
        <p:blipFill>
          <a:blip r:embed="rId165" cstate="print"/>
          <a:stretch>
            <a:fillRect/>
          </a:stretch>
        </p:blipFill>
        <p:spPr>
          <a:xfrm>
            <a:off x="15464263" y="1974683"/>
            <a:ext cx="123723" cy="122701"/>
          </a:xfrm>
          <a:prstGeom prst="rect">
            <a:avLst/>
          </a:prstGeom>
        </p:spPr>
      </p:pic>
      <p:pic>
        <p:nvPicPr>
          <p:cNvPr id="176" name="bg object 176"/>
          <p:cNvPicPr/>
          <p:nvPr/>
        </p:nvPicPr>
        <p:blipFill>
          <a:blip r:embed="rId166" cstate="print"/>
          <a:stretch>
            <a:fillRect/>
          </a:stretch>
        </p:blipFill>
        <p:spPr>
          <a:xfrm>
            <a:off x="15750835" y="1102564"/>
            <a:ext cx="127952" cy="127879"/>
          </a:xfrm>
          <a:prstGeom prst="rect">
            <a:avLst/>
          </a:prstGeom>
        </p:spPr>
      </p:pic>
      <p:pic>
        <p:nvPicPr>
          <p:cNvPr id="177" name="bg object 177"/>
          <p:cNvPicPr/>
          <p:nvPr/>
        </p:nvPicPr>
        <p:blipFill>
          <a:blip r:embed="rId167" cstate="print"/>
          <a:stretch>
            <a:fillRect/>
          </a:stretch>
        </p:blipFill>
        <p:spPr>
          <a:xfrm>
            <a:off x="15752950" y="3993387"/>
            <a:ext cx="123723" cy="122583"/>
          </a:xfrm>
          <a:prstGeom prst="rect">
            <a:avLst/>
          </a:prstGeom>
        </p:spPr>
      </p:pic>
      <p:pic>
        <p:nvPicPr>
          <p:cNvPr id="178" name="bg object 178"/>
          <p:cNvPicPr/>
          <p:nvPr/>
        </p:nvPicPr>
        <p:blipFill>
          <a:blip r:embed="rId168" cstate="print"/>
          <a:stretch>
            <a:fillRect/>
          </a:stretch>
        </p:blipFill>
        <p:spPr>
          <a:xfrm>
            <a:off x="15464263" y="1684893"/>
            <a:ext cx="123723" cy="123018"/>
          </a:xfrm>
          <a:prstGeom prst="rect">
            <a:avLst/>
          </a:prstGeom>
        </p:spPr>
      </p:pic>
      <p:pic>
        <p:nvPicPr>
          <p:cNvPr id="179" name="bg object 179"/>
          <p:cNvPicPr/>
          <p:nvPr/>
        </p:nvPicPr>
        <p:blipFill>
          <a:blip r:embed="rId169" cstate="print"/>
          <a:stretch>
            <a:fillRect/>
          </a:stretch>
        </p:blipFill>
        <p:spPr>
          <a:xfrm>
            <a:off x="17486129" y="5433144"/>
            <a:ext cx="124780" cy="123229"/>
          </a:xfrm>
          <a:prstGeom prst="rect">
            <a:avLst/>
          </a:prstGeom>
        </p:spPr>
      </p:pic>
      <p:pic>
        <p:nvPicPr>
          <p:cNvPr id="180" name="bg object 180"/>
          <p:cNvPicPr/>
          <p:nvPr/>
        </p:nvPicPr>
        <p:blipFill>
          <a:blip r:embed="rId170" cstate="print"/>
          <a:stretch>
            <a:fillRect/>
          </a:stretch>
        </p:blipFill>
        <p:spPr>
          <a:xfrm>
            <a:off x="15462149" y="3409262"/>
            <a:ext cx="124780" cy="128830"/>
          </a:xfrm>
          <a:prstGeom prst="rect">
            <a:avLst/>
          </a:prstGeom>
        </p:spPr>
      </p:pic>
      <p:pic>
        <p:nvPicPr>
          <p:cNvPr id="181" name="bg object 181"/>
          <p:cNvPicPr/>
          <p:nvPr/>
        </p:nvPicPr>
        <p:blipFill>
          <a:blip r:embed="rId171" cstate="print"/>
          <a:stretch>
            <a:fillRect/>
          </a:stretch>
        </p:blipFill>
        <p:spPr>
          <a:xfrm>
            <a:off x="16036349" y="533869"/>
            <a:ext cx="124780" cy="122806"/>
          </a:xfrm>
          <a:prstGeom prst="rect">
            <a:avLst/>
          </a:prstGeom>
        </p:spPr>
      </p:pic>
      <p:pic>
        <p:nvPicPr>
          <p:cNvPr id="182" name="bg object 182"/>
          <p:cNvPicPr/>
          <p:nvPr/>
        </p:nvPicPr>
        <p:blipFill>
          <a:blip r:embed="rId172" cstate="print"/>
          <a:stretch>
            <a:fillRect/>
          </a:stretch>
        </p:blipFill>
        <p:spPr>
          <a:xfrm>
            <a:off x="16036349" y="4575716"/>
            <a:ext cx="124780" cy="123440"/>
          </a:xfrm>
          <a:prstGeom prst="rect">
            <a:avLst/>
          </a:prstGeom>
        </p:spPr>
      </p:pic>
      <p:pic>
        <p:nvPicPr>
          <p:cNvPr id="183" name="bg object 183"/>
          <p:cNvPicPr/>
          <p:nvPr/>
        </p:nvPicPr>
        <p:blipFill>
          <a:blip r:embed="rId173" cstate="print"/>
          <a:stretch>
            <a:fillRect/>
          </a:stretch>
        </p:blipFill>
        <p:spPr>
          <a:xfrm>
            <a:off x="16335612" y="4860433"/>
            <a:ext cx="119493" cy="123440"/>
          </a:xfrm>
          <a:prstGeom prst="rect">
            <a:avLst/>
          </a:prstGeom>
        </p:spPr>
      </p:pic>
      <p:pic>
        <p:nvPicPr>
          <p:cNvPr id="184" name="bg object 184"/>
          <p:cNvPicPr/>
          <p:nvPr/>
        </p:nvPicPr>
        <p:blipFill>
          <a:blip r:embed="rId174" cstate="print"/>
          <a:stretch>
            <a:fillRect/>
          </a:stretch>
        </p:blipFill>
        <p:spPr>
          <a:xfrm>
            <a:off x="16336669" y="239745"/>
            <a:ext cx="118435" cy="118368"/>
          </a:xfrm>
          <a:prstGeom prst="rect">
            <a:avLst/>
          </a:prstGeom>
        </p:spPr>
      </p:pic>
      <p:pic>
        <p:nvPicPr>
          <p:cNvPr id="185" name="bg object 185"/>
          <p:cNvPicPr/>
          <p:nvPr/>
        </p:nvPicPr>
        <p:blipFill>
          <a:blip r:embed="rId175" cstate="print"/>
          <a:stretch>
            <a:fillRect/>
          </a:stretch>
        </p:blipFill>
        <p:spPr>
          <a:xfrm>
            <a:off x="15463866" y="1391298"/>
            <a:ext cx="123062" cy="122595"/>
          </a:xfrm>
          <a:prstGeom prst="rect">
            <a:avLst/>
          </a:prstGeom>
        </p:spPr>
      </p:pic>
      <p:pic>
        <p:nvPicPr>
          <p:cNvPr id="186" name="bg object 186"/>
          <p:cNvPicPr/>
          <p:nvPr/>
        </p:nvPicPr>
        <p:blipFill>
          <a:blip r:embed="rId176" cstate="print"/>
          <a:stretch>
            <a:fillRect/>
          </a:stretch>
        </p:blipFill>
        <p:spPr>
          <a:xfrm>
            <a:off x="16620069" y="8821"/>
            <a:ext cx="123062" cy="65102"/>
          </a:xfrm>
          <a:prstGeom prst="rect">
            <a:avLst/>
          </a:prstGeom>
        </p:spPr>
      </p:pic>
      <p:pic>
        <p:nvPicPr>
          <p:cNvPr id="187" name="bg object 187"/>
          <p:cNvPicPr/>
          <p:nvPr/>
        </p:nvPicPr>
        <p:blipFill>
          <a:blip r:embed="rId177" cstate="print"/>
          <a:stretch>
            <a:fillRect/>
          </a:stretch>
        </p:blipFill>
        <p:spPr>
          <a:xfrm>
            <a:off x="15752950" y="817847"/>
            <a:ext cx="122929" cy="123018"/>
          </a:xfrm>
          <a:prstGeom prst="rect">
            <a:avLst/>
          </a:prstGeom>
        </p:spPr>
      </p:pic>
      <p:pic>
        <p:nvPicPr>
          <p:cNvPr id="188" name="bg object 188"/>
          <p:cNvPicPr/>
          <p:nvPr/>
        </p:nvPicPr>
        <p:blipFill>
          <a:blip r:embed="rId178" cstate="print"/>
          <a:stretch>
            <a:fillRect/>
          </a:stretch>
        </p:blipFill>
        <p:spPr>
          <a:xfrm>
            <a:off x="15462149" y="3708987"/>
            <a:ext cx="125837" cy="122806"/>
          </a:xfrm>
          <a:prstGeom prst="rect">
            <a:avLst/>
          </a:prstGeom>
        </p:spPr>
      </p:pic>
      <p:pic>
        <p:nvPicPr>
          <p:cNvPr id="189" name="bg object 189"/>
          <p:cNvPicPr/>
          <p:nvPr/>
        </p:nvPicPr>
        <p:blipFill>
          <a:blip r:embed="rId179" cstate="print"/>
          <a:stretch>
            <a:fillRect/>
          </a:stretch>
        </p:blipFill>
        <p:spPr>
          <a:xfrm>
            <a:off x="17193824" y="5433778"/>
            <a:ext cx="117824" cy="122278"/>
          </a:xfrm>
          <a:prstGeom prst="rect">
            <a:avLst/>
          </a:prstGeom>
        </p:spPr>
      </p:pic>
      <p:pic>
        <p:nvPicPr>
          <p:cNvPr id="190" name="bg object 190"/>
          <p:cNvPicPr/>
          <p:nvPr/>
        </p:nvPicPr>
        <p:blipFill>
          <a:blip r:embed="rId180" cstate="print"/>
          <a:stretch>
            <a:fillRect/>
          </a:stretch>
        </p:blipFill>
        <p:spPr>
          <a:xfrm>
            <a:off x="16620069" y="5149061"/>
            <a:ext cx="124780" cy="118156"/>
          </a:xfrm>
          <a:prstGeom prst="rect">
            <a:avLst/>
          </a:prstGeom>
        </p:spPr>
      </p:pic>
      <p:pic>
        <p:nvPicPr>
          <p:cNvPr id="191" name="bg object 191"/>
          <p:cNvPicPr/>
          <p:nvPr/>
        </p:nvPicPr>
        <p:blipFill>
          <a:blip r:embed="rId181" cstate="print"/>
          <a:stretch>
            <a:fillRect/>
          </a:stretch>
        </p:blipFill>
        <p:spPr>
          <a:xfrm>
            <a:off x="15752950" y="4282226"/>
            <a:ext cx="124780" cy="117945"/>
          </a:xfrm>
          <a:prstGeom prst="rect">
            <a:avLst/>
          </a:prstGeom>
        </p:spPr>
      </p:pic>
      <p:pic>
        <p:nvPicPr>
          <p:cNvPr id="192" name="bg object 192"/>
          <p:cNvPicPr/>
          <p:nvPr/>
        </p:nvPicPr>
        <p:blipFill>
          <a:blip r:embed="rId182" cstate="print"/>
          <a:stretch>
            <a:fillRect/>
          </a:stretch>
        </p:blipFill>
        <p:spPr>
          <a:xfrm>
            <a:off x="18059274" y="5732235"/>
            <a:ext cx="119707" cy="117839"/>
          </a:xfrm>
          <a:prstGeom prst="rect">
            <a:avLst/>
          </a:prstGeom>
        </p:spPr>
      </p:pic>
      <p:pic>
        <p:nvPicPr>
          <p:cNvPr id="193" name="bg object 193"/>
          <p:cNvPicPr/>
          <p:nvPr/>
        </p:nvPicPr>
        <p:blipFill>
          <a:blip r:embed="rId183" cstate="print"/>
          <a:stretch>
            <a:fillRect/>
          </a:stretch>
        </p:blipFill>
        <p:spPr>
          <a:xfrm>
            <a:off x="15168174" y="2556800"/>
            <a:ext cx="126895" cy="118790"/>
          </a:xfrm>
          <a:prstGeom prst="rect">
            <a:avLst/>
          </a:prstGeom>
        </p:spPr>
      </p:pic>
      <p:pic>
        <p:nvPicPr>
          <p:cNvPr id="194" name="bg object 194"/>
          <p:cNvPicPr/>
          <p:nvPr/>
        </p:nvPicPr>
        <p:blipFill>
          <a:blip r:embed="rId184" cstate="print"/>
          <a:stretch>
            <a:fillRect/>
          </a:stretch>
        </p:blipFill>
        <p:spPr>
          <a:xfrm>
            <a:off x="15170289" y="2841306"/>
            <a:ext cx="125837" cy="118579"/>
          </a:xfrm>
          <a:prstGeom prst="rect">
            <a:avLst/>
          </a:prstGeom>
        </p:spPr>
      </p:pic>
      <p:pic>
        <p:nvPicPr>
          <p:cNvPr id="195" name="bg object 195"/>
          <p:cNvPicPr/>
          <p:nvPr/>
        </p:nvPicPr>
        <p:blipFill>
          <a:blip r:embed="rId185" cstate="print"/>
          <a:stretch>
            <a:fillRect/>
          </a:stretch>
        </p:blipFill>
        <p:spPr>
          <a:xfrm>
            <a:off x="15170289" y="2258766"/>
            <a:ext cx="124780" cy="123546"/>
          </a:xfrm>
          <a:prstGeom prst="rect">
            <a:avLst/>
          </a:prstGeom>
        </p:spPr>
      </p:pic>
      <p:pic>
        <p:nvPicPr>
          <p:cNvPr id="196" name="bg object 196"/>
          <p:cNvPicPr/>
          <p:nvPr/>
        </p:nvPicPr>
        <p:blipFill>
          <a:blip r:embed="rId186" cstate="print"/>
          <a:stretch>
            <a:fillRect/>
          </a:stretch>
        </p:blipFill>
        <p:spPr>
          <a:xfrm>
            <a:off x="15468493" y="1107426"/>
            <a:ext cx="120550" cy="117628"/>
          </a:xfrm>
          <a:prstGeom prst="rect">
            <a:avLst/>
          </a:prstGeom>
        </p:spPr>
      </p:pic>
      <p:pic>
        <p:nvPicPr>
          <p:cNvPr id="197" name="bg object 197"/>
          <p:cNvPicPr/>
          <p:nvPr/>
        </p:nvPicPr>
        <p:blipFill>
          <a:blip r:embed="rId187" cstate="print"/>
          <a:stretch>
            <a:fillRect/>
          </a:stretch>
        </p:blipFill>
        <p:spPr>
          <a:xfrm>
            <a:off x="17777989" y="5732658"/>
            <a:ext cx="118402" cy="118368"/>
          </a:xfrm>
          <a:prstGeom prst="rect">
            <a:avLst/>
          </a:prstGeom>
        </p:spPr>
      </p:pic>
      <p:pic>
        <p:nvPicPr>
          <p:cNvPr id="198" name="bg object 198"/>
          <p:cNvPicPr/>
          <p:nvPr/>
        </p:nvPicPr>
        <p:blipFill>
          <a:blip r:embed="rId188" cstate="print"/>
          <a:stretch>
            <a:fillRect/>
          </a:stretch>
        </p:blipFill>
        <p:spPr>
          <a:xfrm>
            <a:off x="15469286" y="3997826"/>
            <a:ext cx="118700" cy="117945"/>
          </a:xfrm>
          <a:prstGeom prst="rect">
            <a:avLst/>
          </a:prstGeom>
        </p:spPr>
      </p:pic>
      <p:pic>
        <p:nvPicPr>
          <p:cNvPr id="199" name="bg object 199"/>
          <p:cNvPicPr/>
          <p:nvPr/>
        </p:nvPicPr>
        <p:blipFill>
          <a:blip r:embed="rId189" cstate="print"/>
          <a:stretch>
            <a:fillRect/>
          </a:stretch>
        </p:blipFill>
        <p:spPr>
          <a:xfrm>
            <a:off x="15172404" y="1974049"/>
            <a:ext cx="116320" cy="118368"/>
          </a:xfrm>
          <a:prstGeom prst="rect">
            <a:avLst/>
          </a:prstGeom>
        </p:spPr>
      </p:pic>
      <p:pic>
        <p:nvPicPr>
          <p:cNvPr id="200" name="bg object 200"/>
          <p:cNvPicPr/>
          <p:nvPr/>
        </p:nvPicPr>
        <p:blipFill>
          <a:blip r:embed="rId190" cstate="print"/>
          <a:stretch>
            <a:fillRect/>
          </a:stretch>
        </p:blipFill>
        <p:spPr>
          <a:xfrm>
            <a:off x="15172404" y="3130991"/>
            <a:ext cx="115263" cy="113083"/>
          </a:xfrm>
          <a:prstGeom prst="rect">
            <a:avLst/>
          </a:prstGeom>
        </p:spPr>
      </p:pic>
      <p:pic>
        <p:nvPicPr>
          <p:cNvPr id="201" name="bg object 201"/>
          <p:cNvPicPr/>
          <p:nvPr/>
        </p:nvPicPr>
        <p:blipFill>
          <a:blip r:embed="rId191" cstate="print"/>
          <a:stretch>
            <a:fillRect/>
          </a:stretch>
        </p:blipFill>
        <p:spPr>
          <a:xfrm>
            <a:off x="16909631" y="5438111"/>
            <a:ext cx="114387" cy="113295"/>
          </a:xfrm>
          <a:prstGeom prst="rect">
            <a:avLst/>
          </a:prstGeom>
        </p:spPr>
      </p:pic>
      <p:pic>
        <p:nvPicPr>
          <p:cNvPr id="202" name="bg object 202"/>
          <p:cNvPicPr/>
          <p:nvPr/>
        </p:nvPicPr>
        <p:blipFill>
          <a:blip r:embed="rId192" cstate="print"/>
          <a:stretch>
            <a:fillRect/>
          </a:stretch>
        </p:blipFill>
        <p:spPr>
          <a:xfrm>
            <a:off x="16041637" y="244818"/>
            <a:ext cx="115263" cy="108644"/>
          </a:xfrm>
          <a:prstGeom prst="rect">
            <a:avLst/>
          </a:prstGeom>
        </p:spPr>
      </p:pic>
      <p:sp>
        <p:nvSpPr>
          <p:cNvPr id="203" name="bg object 203"/>
          <p:cNvSpPr/>
          <p:nvPr/>
        </p:nvSpPr>
        <p:spPr>
          <a:xfrm>
            <a:off x="16340900" y="8821"/>
            <a:ext cx="109220" cy="60325"/>
          </a:xfrm>
          <a:custGeom>
            <a:avLst/>
            <a:gdLst/>
            <a:ahLst/>
            <a:cxnLst/>
            <a:rect l="l" t="t" r="r" b="b"/>
            <a:pathLst>
              <a:path w="109219" h="60325">
                <a:moveTo>
                  <a:pt x="108107" y="0"/>
                </a:moveTo>
                <a:lnTo>
                  <a:pt x="732" y="0"/>
                </a:lnTo>
                <a:lnTo>
                  <a:pt x="0" y="2853"/>
                </a:lnTo>
                <a:lnTo>
                  <a:pt x="0" y="6869"/>
                </a:lnTo>
                <a:lnTo>
                  <a:pt x="594" y="13407"/>
                </a:lnTo>
                <a:lnTo>
                  <a:pt x="2379" y="20648"/>
                </a:lnTo>
                <a:lnTo>
                  <a:pt x="5353" y="28583"/>
                </a:lnTo>
                <a:lnTo>
                  <a:pt x="9517" y="37201"/>
                </a:lnTo>
                <a:lnTo>
                  <a:pt x="9517" y="44070"/>
                </a:lnTo>
                <a:lnTo>
                  <a:pt x="12689" y="45339"/>
                </a:lnTo>
                <a:lnTo>
                  <a:pt x="16919" y="45339"/>
                </a:lnTo>
                <a:lnTo>
                  <a:pt x="20091" y="45127"/>
                </a:lnTo>
                <a:lnTo>
                  <a:pt x="23264" y="45127"/>
                </a:lnTo>
                <a:lnTo>
                  <a:pt x="25379" y="46818"/>
                </a:lnTo>
                <a:lnTo>
                  <a:pt x="24321" y="49460"/>
                </a:lnTo>
                <a:lnTo>
                  <a:pt x="24321" y="52314"/>
                </a:lnTo>
                <a:lnTo>
                  <a:pt x="25379" y="54533"/>
                </a:lnTo>
                <a:lnTo>
                  <a:pt x="28551" y="54850"/>
                </a:lnTo>
                <a:lnTo>
                  <a:pt x="40183" y="54956"/>
                </a:lnTo>
                <a:lnTo>
                  <a:pt x="44413" y="55485"/>
                </a:lnTo>
                <a:lnTo>
                  <a:pt x="48643" y="59923"/>
                </a:lnTo>
                <a:lnTo>
                  <a:pt x="53930" y="60135"/>
                </a:lnTo>
                <a:lnTo>
                  <a:pt x="58160" y="60029"/>
                </a:lnTo>
                <a:lnTo>
                  <a:pt x="60275" y="59712"/>
                </a:lnTo>
                <a:lnTo>
                  <a:pt x="62390" y="58655"/>
                </a:lnTo>
                <a:lnTo>
                  <a:pt x="65562" y="55696"/>
                </a:lnTo>
                <a:lnTo>
                  <a:pt x="68735" y="54850"/>
                </a:lnTo>
                <a:lnTo>
                  <a:pt x="81424" y="55062"/>
                </a:lnTo>
                <a:lnTo>
                  <a:pt x="84596" y="53371"/>
                </a:lnTo>
                <a:lnTo>
                  <a:pt x="84596" y="46184"/>
                </a:lnTo>
                <a:lnTo>
                  <a:pt x="89884" y="45656"/>
                </a:lnTo>
                <a:lnTo>
                  <a:pt x="94114" y="41851"/>
                </a:lnTo>
                <a:lnTo>
                  <a:pt x="94114" y="36038"/>
                </a:lnTo>
                <a:lnTo>
                  <a:pt x="101516" y="35616"/>
                </a:lnTo>
                <a:lnTo>
                  <a:pt x="104688" y="32973"/>
                </a:lnTo>
                <a:lnTo>
                  <a:pt x="103631" y="27055"/>
                </a:lnTo>
                <a:lnTo>
                  <a:pt x="100458" y="18495"/>
                </a:lnTo>
                <a:lnTo>
                  <a:pt x="107861" y="12787"/>
                </a:lnTo>
                <a:lnTo>
                  <a:pt x="108918" y="4755"/>
                </a:lnTo>
                <a:lnTo>
                  <a:pt x="108107" y="0"/>
                </a:lnTo>
                <a:close/>
              </a:path>
            </a:pathLst>
          </a:custGeom>
          <a:solidFill>
            <a:srgbClr val="000000"/>
          </a:solidFill>
        </p:spPr>
        <p:txBody>
          <a:bodyPr wrap="square" lIns="0" tIns="0" rIns="0" bIns="0" rtlCol="0"/>
          <a:lstStyle/>
          <a:p>
            <a:endParaRPr/>
          </a:p>
        </p:txBody>
      </p:sp>
      <p:pic>
        <p:nvPicPr>
          <p:cNvPr id="204" name="bg object 204"/>
          <p:cNvPicPr/>
          <p:nvPr/>
        </p:nvPicPr>
        <p:blipFill>
          <a:blip r:embed="rId193" cstate="print"/>
          <a:stretch>
            <a:fillRect/>
          </a:stretch>
        </p:blipFill>
        <p:spPr>
          <a:xfrm>
            <a:off x="15756123" y="543909"/>
            <a:ext cx="112090" cy="103149"/>
          </a:xfrm>
          <a:prstGeom prst="rect">
            <a:avLst/>
          </a:prstGeom>
        </p:spPr>
      </p:pic>
      <p:pic>
        <p:nvPicPr>
          <p:cNvPr id="205" name="bg object 205"/>
          <p:cNvPicPr/>
          <p:nvPr/>
        </p:nvPicPr>
        <p:blipFill>
          <a:blip r:embed="rId194" cstate="print"/>
          <a:stretch>
            <a:fillRect/>
          </a:stretch>
        </p:blipFill>
        <p:spPr>
          <a:xfrm>
            <a:off x="16046924" y="4869733"/>
            <a:ext cx="103631" cy="109067"/>
          </a:xfrm>
          <a:prstGeom prst="rect">
            <a:avLst/>
          </a:prstGeom>
        </p:spPr>
      </p:pic>
      <p:pic>
        <p:nvPicPr>
          <p:cNvPr id="206" name="bg object 206"/>
          <p:cNvPicPr/>
          <p:nvPr/>
        </p:nvPicPr>
        <p:blipFill>
          <a:blip r:embed="rId195" cstate="print"/>
          <a:stretch>
            <a:fillRect/>
          </a:stretch>
        </p:blipFill>
        <p:spPr>
          <a:xfrm>
            <a:off x="15179806" y="1694933"/>
            <a:ext cx="103631" cy="108856"/>
          </a:xfrm>
          <a:prstGeom prst="rect">
            <a:avLst/>
          </a:prstGeom>
        </p:spPr>
      </p:pic>
      <p:pic>
        <p:nvPicPr>
          <p:cNvPr id="207" name="bg object 207"/>
          <p:cNvPicPr/>
          <p:nvPr/>
        </p:nvPicPr>
        <p:blipFill>
          <a:blip r:embed="rId196" cstate="print"/>
          <a:stretch>
            <a:fillRect/>
          </a:stretch>
        </p:blipFill>
        <p:spPr>
          <a:xfrm>
            <a:off x="15757180" y="4585967"/>
            <a:ext cx="111033" cy="103149"/>
          </a:xfrm>
          <a:prstGeom prst="rect">
            <a:avLst/>
          </a:prstGeom>
        </p:spPr>
      </p:pic>
      <p:pic>
        <p:nvPicPr>
          <p:cNvPr id="208" name="bg object 208"/>
          <p:cNvPicPr/>
          <p:nvPr/>
        </p:nvPicPr>
        <p:blipFill>
          <a:blip r:embed="rId197" cstate="print"/>
          <a:stretch>
            <a:fillRect/>
          </a:stretch>
        </p:blipFill>
        <p:spPr>
          <a:xfrm>
            <a:off x="15179806" y="3419724"/>
            <a:ext cx="104688" cy="108539"/>
          </a:xfrm>
          <a:prstGeom prst="rect">
            <a:avLst/>
          </a:prstGeom>
        </p:spPr>
      </p:pic>
      <p:pic>
        <p:nvPicPr>
          <p:cNvPr id="209" name="bg object 209"/>
          <p:cNvPicPr/>
          <p:nvPr/>
        </p:nvPicPr>
        <p:blipFill>
          <a:blip r:embed="rId198" cstate="print"/>
          <a:stretch>
            <a:fillRect/>
          </a:stretch>
        </p:blipFill>
        <p:spPr>
          <a:xfrm>
            <a:off x="17497761" y="5737097"/>
            <a:ext cx="102573" cy="109067"/>
          </a:xfrm>
          <a:prstGeom prst="rect">
            <a:avLst/>
          </a:prstGeom>
        </p:spPr>
      </p:pic>
      <p:pic>
        <p:nvPicPr>
          <p:cNvPr id="210" name="bg object 210"/>
          <p:cNvPicPr/>
          <p:nvPr/>
        </p:nvPicPr>
        <p:blipFill>
          <a:blip r:embed="rId199" cstate="print"/>
          <a:stretch>
            <a:fillRect/>
          </a:stretch>
        </p:blipFill>
        <p:spPr>
          <a:xfrm>
            <a:off x="16341163" y="5153077"/>
            <a:ext cx="109711" cy="109490"/>
          </a:xfrm>
          <a:prstGeom prst="rect">
            <a:avLst/>
          </a:prstGeom>
        </p:spPr>
      </p:pic>
      <p:pic>
        <p:nvPicPr>
          <p:cNvPr id="211" name="bg object 211"/>
          <p:cNvPicPr/>
          <p:nvPr/>
        </p:nvPicPr>
        <p:blipFill>
          <a:blip r:embed="rId200" cstate="print"/>
          <a:stretch>
            <a:fillRect/>
          </a:stretch>
        </p:blipFill>
        <p:spPr>
          <a:xfrm>
            <a:off x="15473649" y="827147"/>
            <a:ext cx="103763" cy="103677"/>
          </a:xfrm>
          <a:prstGeom prst="rect">
            <a:avLst/>
          </a:prstGeom>
        </p:spPr>
      </p:pic>
      <p:pic>
        <p:nvPicPr>
          <p:cNvPr id="212" name="bg object 212"/>
          <p:cNvPicPr/>
          <p:nvPr/>
        </p:nvPicPr>
        <p:blipFill>
          <a:blip r:embed="rId201" cstate="print"/>
          <a:stretch>
            <a:fillRect/>
          </a:stretch>
        </p:blipFill>
        <p:spPr>
          <a:xfrm>
            <a:off x="16629586" y="5443290"/>
            <a:ext cx="104688" cy="103572"/>
          </a:xfrm>
          <a:prstGeom prst="rect">
            <a:avLst/>
          </a:prstGeom>
        </p:spPr>
      </p:pic>
      <p:pic>
        <p:nvPicPr>
          <p:cNvPr id="213" name="bg object 213"/>
          <p:cNvPicPr/>
          <p:nvPr/>
        </p:nvPicPr>
        <p:blipFill>
          <a:blip r:embed="rId202" cstate="print"/>
          <a:stretch>
            <a:fillRect/>
          </a:stretch>
        </p:blipFill>
        <p:spPr>
          <a:xfrm>
            <a:off x="15179806" y="1401232"/>
            <a:ext cx="103779" cy="103360"/>
          </a:xfrm>
          <a:prstGeom prst="rect">
            <a:avLst/>
          </a:prstGeom>
        </p:spPr>
      </p:pic>
      <p:pic>
        <p:nvPicPr>
          <p:cNvPr id="214" name="bg object 214"/>
          <p:cNvPicPr/>
          <p:nvPr/>
        </p:nvPicPr>
        <p:blipFill>
          <a:blip r:embed="rId203" cstate="print"/>
          <a:stretch>
            <a:fillRect/>
          </a:stretch>
        </p:blipFill>
        <p:spPr>
          <a:xfrm>
            <a:off x="15471664" y="4286454"/>
            <a:ext cx="105746" cy="109279"/>
          </a:xfrm>
          <a:prstGeom prst="rect">
            <a:avLst/>
          </a:prstGeom>
        </p:spPr>
      </p:pic>
      <p:pic>
        <p:nvPicPr>
          <p:cNvPr id="215" name="bg object 215"/>
          <p:cNvPicPr/>
          <p:nvPr/>
        </p:nvPicPr>
        <p:blipFill>
          <a:blip r:embed="rId204" cstate="print"/>
          <a:stretch>
            <a:fillRect/>
          </a:stretch>
        </p:blipFill>
        <p:spPr>
          <a:xfrm>
            <a:off x="15178749" y="3718921"/>
            <a:ext cx="104688" cy="103254"/>
          </a:xfrm>
          <a:prstGeom prst="rect">
            <a:avLst/>
          </a:prstGeom>
        </p:spPr>
      </p:pic>
      <p:pic>
        <p:nvPicPr>
          <p:cNvPr id="216" name="bg object 216"/>
          <p:cNvPicPr/>
          <p:nvPr/>
        </p:nvPicPr>
        <p:blipFill>
          <a:blip r:embed="rId205" cstate="print"/>
          <a:stretch>
            <a:fillRect/>
          </a:stretch>
        </p:blipFill>
        <p:spPr>
          <a:xfrm>
            <a:off x="17197443" y="5737519"/>
            <a:ext cx="105746" cy="103254"/>
          </a:xfrm>
          <a:prstGeom prst="rect">
            <a:avLst/>
          </a:prstGeom>
        </p:spPr>
      </p:pic>
      <p:sp>
        <p:nvSpPr>
          <p:cNvPr id="217" name="bg object 217"/>
          <p:cNvSpPr/>
          <p:nvPr/>
        </p:nvSpPr>
        <p:spPr>
          <a:xfrm>
            <a:off x="16046925" y="8821"/>
            <a:ext cx="104139" cy="55244"/>
          </a:xfrm>
          <a:custGeom>
            <a:avLst/>
            <a:gdLst/>
            <a:ahLst/>
            <a:cxnLst/>
            <a:rect l="l" t="t" r="r" b="b"/>
            <a:pathLst>
              <a:path w="104140" h="55244">
                <a:moveTo>
                  <a:pt x="103631" y="0"/>
                </a:moveTo>
                <a:lnTo>
                  <a:pt x="1057" y="0"/>
                </a:lnTo>
                <a:lnTo>
                  <a:pt x="1057" y="5072"/>
                </a:lnTo>
                <a:lnTo>
                  <a:pt x="0" y="13316"/>
                </a:lnTo>
                <a:lnTo>
                  <a:pt x="1057" y="21454"/>
                </a:lnTo>
                <a:lnTo>
                  <a:pt x="1057" y="24096"/>
                </a:lnTo>
                <a:lnTo>
                  <a:pt x="2114" y="25681"/>
                </a:lnTo>
                <a:lnTo>
                  <a:pt x="6344" y="25681"/>
                </a:lnTo>
                <a:lnTo>
                  <a:pt x="9517" y="26421"/>
                </a:lnTo>
                <a:lnTo>
                  <a:pt x="9517" y="27161"/>
                </a:lnTo>
                <a:lnTo>
                  <a:pt x="11896" y="33951"/>
                </a:lnTo>
                <a:lnTo>
                  <a:pt x="15861" y="39315"/>
                </a:lnTo>
                <a:lnTo>
                  <a:pt x="21413" y="43331"/>
                </a:lnTo>
                <a:lnTo>
                  <a:pt x="28551" y="46078"/>
                </a:lnTo>
                <a:lnTo>
                  <a:pt x="29608" y="46184"/>
                </a:lnTo>
                <a:lnTo>
                  <a:pt x="29608" y="53054"/>
                </a:lnTo>
                <a:lnTo>
                  <a:pt x="31723" y="54639"/>
                </a:lnTo>
                <a:lnTo>
                  <a:pt x="35953" y="54956"/>
                </a:lnTo>
                <a:lnTo>
                  <a:pt x="50758" y="54850"/>
                </a:lnTo>
                <a:lnTo>
                  <a:pt x="50758" y="55062"/>
                </a:lnTo>
                <a:lnTo>
                  <a:pt x="68735" y="55167"/>
                </a:lnTo>
                <a:lnTo>
                  <a:pt x="72964" y="54639"/>
                </a:lnTo>
                <a:lnTo>
                  <a:pt x="75079" y="52525"/>
                </a:lnTo>
                <a:lnTo>
                  <a:pt x="74022" y="49778"/>
                </a:lnTo>
                <a:lnTo>
                  <a:pt x="74022" y="46924"/>
                </a:lnTo>
                <a:lnTo>
                  <a:pt x="78252" y="45127"/>
                </a:lnTo>
                <a:lnTo>
                  <a:pt x="86711" y="42379"/>
                </a:lnTo>
                <a:lnTo>
                  <a:pt x="91999" y="37518"/>
                </a:lnTo>
                <a:lnTo>
                  <a:pt x="94114" y="28957"/>
                </a:lnTo>
                <a:lnTo>
                  <a:pt x="94114" y="26421"/>
                </a:lnTo>
                <a:lnTo>
                  <a:pt x="96229" y="25470"/>
                </a:lnTo>
                <a:lnTo>
                  <a:pt x="100458" y="25470"/>
                </a:lnTo>
                <a:lnTo>
                  <a:pt x="103631" y="24202"/>
                </a:lnTo>
                <a:lnTo>
                  <a:pt x="103631" y="0"/>
                </a:lnTo>
                <a:close/>
              </a:path>
            </a:pathLst>
          </a:custGeom>
          <a:solidFill>
            <a:srgbClr val="000000"/>
          </a:solidFill>
        </p:spPr>
        <p:txBody>
          <a:bodyPr wrap="square" lIns="0" tIns="0" rIns="0" bIns="0" rtlCol="0"/>
          <a:lstStyle/>
          <a:p>
            <a:endParaRPr/>
          </a:p>
        </p:txBody>
      </p:sp>
      <p:pic>
        <p:nvPicPr>
          <p:cNvPr id="218" name="bg object 218"/>
          <p:cNvPicPr/>
          <p:nvPr/>
        </p:nvPicPr>
        <p:blipFill>
          <a:blip r:embed="rId206" cstate="print"/>
          <a:stretch>
            <a:fillRect/>
          </a:stretch>
        </p:blipFill>
        <p:spPr>
          <a:xfrm>
            <a:off x="14895349" y="2268635"/>
            <a:ext cx="99401" cy="102686"/>
          </a:xfrm>
          <a:prstGeom prst="rect">
            <a:avLst/>
          </a:prstGeom>
        </p:spPr>
      </p:pic>
      <p:pic>
        <p:nvPicPr>
          <p:cNvPr id="219" name="bg object 219"/>
          <p:cNvPicPr/>
          <p:nvPr/>
        </p:nvPicPr>
        <p:blipFill>
          <a:blip r:embed="rId207" cstate="print"/>
          <a:stretch>
            <a:fillRect/>
          </a:stretch>
        </p:blipFill>
        <p:spPr>
          <a:xfrm>
            <a:off x="16046924" y="5159207"/>
            <a:ext cx="103631" cy="98604"/>
          </a:xfrm>
          <a:prstGeom prst="rect">
            <a:avLst/>
          </a:prstGeom>
        </p:spPr>
      </p:pic>
      <p:pic>
        <p:nvPicPr>
          <p:cNvPr id="220" name="bg object 220"/>
          <p:cNvPicPr/>
          <p:nvPr/>
        </p:nvPicPr>
        <p:blipFill>
          <a:blip r:embed="rId208" cstate="print"/>
          <a:stretch>
            <a:fillRect/>
          </a:stretch>
        </p:blipFill>
        <p:spPr>
          <a:xfrm>
            <a:off x="15179806" y="4002793"/>
            <a:ext cx="103631" cy="103466"/>
          </a:xfrm>
          <a:prstGeom prst="rect">
            <a:avLst/>
          </a:prstGeom>
        </p:spPr>
      </p:pic>
      <p:pic>
        <p:nvPicPr>
          <p:cNvPr id="221" name="bg object 221"/>
          <p:cNvPicPr/>
          <p:nvPr/>
        </p:nvPicPr>
        <p:blipFill>
          <a:blip r:embed="rId209" cstate="print"/>
          <a:stretch>
            <a:fillRect/>
          </a:stretch>
        </p:blipFill>
        <p:spPr>
          <a:xfrm>
            <a:off x="15762467" y="4870050"/>
            <a:ext cx="100458" cy="103254"/>
          </a:xfrm>
          <a:prstGeom prst="rect">
            <a:avLst/>
          </a:prstGeom>
        </p:spPr>
      </p:pic>
      <p:pic>
        <p:nvPicPr>
          <p:cNvPr id="222" name="bg object 222"/>
          <p:cNvPicPr/>
          <p:nvPr/>
        </p:nvPicPr>
        <p:blipFill>
          <a:blip r:embed="rId210" cstate="print"/>
          <a:stretch>
            <a:fillRect/>
          </a:stretch>
        </p:blipFill>
        <p:spPr>
          <a:xfrm>
            <a:off x="14893235" y="2566206"/>
            <a:ext cx="102573" cy="98921"/>
          </a:xfrm>
          <a:prstGeom prst="rect">
            <a:avLst/>
          </a:prstGeom>
        </p:spPr>
      </p:pic>
      <p:pic>
        <p:nvPicPr>
          <p:cNvPr id="223" name="bg object 223"/>
          <p:cNvPicPr/>
          <p:nvPr/>
        </p:nvPicPr>
        <p:blipFill>
          <a:blip r:embed="rId211" cstate="print"/>
          <a:stretch>
            <a:fillRect/>
          </a:stretch>
        </p:blipFill>
        <p:spPr>
          <a:xfrm>
            <a:off x="14895349" y="2851452"/>
            <a:ext cx="101516" cy="102832"/>
          </a:xfrm>
          <a:prstGeom prst="rect">
            <a:avLst/>
          </a:prstGeom>
        </p:spPr>
      </p:pic>
      <p:pic>
        <p:nvPicPr>
          <p:cNvPr id="224" name="bg object 224"/>
          <p:cNvPicPr/>
          <p:nvPr/>
        </p:nvPicPr>
        <p:blipFill>
          <a:blip r:embed="rId212" cstate="print"/>
          <a:stretch>
            <a:fillRect/>
          </a:stretch>
        </p:blipFill>
        <p:spPr>
          <a:xfrm>
            <a:off x="15180118" y="1116937"/>
            <a:ext cx="104377" cy="98499"/>
          </a:xfrm>
          <a:prstGeom prst="rect">
            <a:avLst/>
          </a:prstGeom>
        </p:spPr>
      </p:pic>
      <p:pic>
        <p:nvPicPr>
          <p:cNvPr id="225" name="bg object 225"/>
          <p:cNvPicPr/>
          <p:nvPr/>
        </p:nvPicPr>
        <p:blipFill>
          <a:blip r:embed="rId213" cstate="print"/>
          <a:stretch>
            <a:fillRect/>
          </a:stretch>
        </p:blipFill>
        <p:spPr>
          <a:xfrm>
            <a:off x="15763524" y="250208"/>
            <a:ext cx="97286" cy="97865"/>
          </a:xfrm>
          <a:prstGeom prst="rect">
            <a:avLst/>
          </a:prstGeom>
        </p:spPr>
      </p:pic>
      <p:pic>
        <p:nvPicPr>
          <p:cNvPr id="226" name="bg object 226"/>
          <p:cNvPicPr/>
          <p:nvPr/>
        </p:nvPicPr>
        <p:blipFill>
          <a:blip r:embed="rId214" cstate="print"/>
          <a:stretch>
            <a:fillRect/>
          </a:stretch>
        </p:blipFill>
        <p:spPr>
          <a:xfrm>
            <a:off x="15474838" y="543909"/>
            <a:ext cx="103631" cy="102937"/>
          </a:xfrm>
          <a:prstGeom prst="rect">
            <a:avLst/>
          </a:prstGeom>
        </p:spPr>
      </p:pic>
      <p:pic>
        <p:nvPicPr>
          <p:cNvPr id="227" name="bg object 227"/>
          <p:cNvPicPr/>
          <p:nvPr/>
        </p:nvPicPr>
        <p:blipFill>
          <a:blip r:embed="rId215" cstate="print"/>
          <a:stretch>
            <a:fillRect/>
          </a:stretch>
        </p:blipFill>
        <p:spPr>
          <a:xfrm>
            <a:off x="16914043" y="5741747"/>
            <a:ext cx="104688" cy="98921"/>
          </a:xfrm>
          <a:prstGeom prst="rect">
            <a:avLst/>
          </a:prstGeom>
        </p:spPr>
      </p:pic>
      <p:pic>
        <p:nvPicPr>
          <p:cNvPr id="228" name="bg object 228"/>
          <p:cNvPicPr/>
          <p:nvPr/>
        </p:nvPicPr>
        <p:blipFill>
          <a:blip r:embed="rId216" cstate="print"/>
          <a:stretch>
            <a:fillRect/>
          </a:stretch>
        </p:blipFill>
        <p:spPr>
          <a:xfrm>
            <a:off x="14893233" y="1984089"/>
            <a:ext cx="101516" cy="98393"/>
          </a:xfrm>
          <a:prstGeom prst="rect">
            <a:avLst/>
          </a:prstGeom>
        </p:spPr>
      </p:pic>
      <p:pic>
        <p:nvPicPr>
          <p:cNvPr id="229" name="bg object 229"/>
          <p:cNvPicPr/>
          <p:nvPr/>
        </p:nvPicPr>
        <p:blipFill>
          <a:blip r:embed="rId217" cstate="print"/>
          <a:stretch>
            <a:fillRect/>
          </a:stretch>
        </p:blipFill>
        <p:spPr>
          <a:xfrm>
            <a:off x="18069848" y="6026358"/>
            <a:ext cx="99401" cy="98499"/>
          </a:xfrm>
          <a:prstGeom prst="rect">
            <a:avLst/>
          </a:prstGeom>
        </p:spPr>
      </p:pic>
      <p:pic>
        <p:nvPicPr>
          <p:cNvPr id="230" name="bg object 230"/>
          <p:cNvPicPr/>
          <p:nvPr/>
        </p:nvPicPr>
        <p:blipFill>
          <a:blip r:embed="rId218" cstate="print"/>
          <a:stretch>
            <a:fillRect/>
          </a:stretch>
        </p:blipFill>
        <p:spPr>
          <a:xfrm>
            <a:off x="17781689" y="6026675"/>
            <a:ext cx="105217" cy="99133"/>
          </a:xfrm>
          <a:prstGeom prst="rect">
            <a:avLst/>
          </a:prstGeom>
        </p:spPr>
      </p:pic>
      <p:pic>
        <p:nvPicPr>
          <p:cNvPr id="231" name="bg object 231"/>
          <p:cNvPicPr/>
          <p:nvPr/>
        </p:nvPicPr>
        <p:blipFill>
          <a:blip r:embed="rId219" cstate="print"/>
          <a:stretch>
            <a:fillRect/>
          </a:stretch>
        </p:blipFill>
        <p:spPr>
          <a:xfrm>
            <a:off x="14894326" y="3135536"/>
            <a:ext cx="100423" cy="103783"/>
          </a:xfrm>
          <a:prstGeom prst="rect">
            <a:avLst/>
          </a:prstGeom>
        </p:spPr>
      </p:pic>
      <p:pic>
        <p:nvPicPr>
          <p:cNvPr id="232" name="bg object 232"/>
          <p:cNvPicPr/>
          <p:nvPr/>
        </p:nvPicPr>
        <p:blipFill>
          <a:blip r:embed="rId220" cstate="print"/>
          <a:stretch>
            <a:fillRect/>
          </a:stretch>
        </p:blipFill>
        <p:spPr>
          <a:xfrm>
            <a:off x="16346120" y="5444770"/>
            <a:ext cx="99467" cy="101881"/>
          </a:xfrm>
          <a:prstGeom prst="rect">
            <a:avLst/>
          </a:prstGeom>
        </p:spPr>
      </p:pic>
      <p:pic>
        <p:nvPicPr>
          <p:cNvPr id="233" name="bg object 233"/>
          <p:cNvPicPr/>
          <p:nvPr/>
        </p:nvPicPr>
        <p:blipFill>
          <a:blip r:embed="rId221" cstate="print"/>
          <a:stretch>
            <a:fillRect/>
          </a:stretch>
        </p:blipFill>
        <p:spPr>
          <a:xfrm>
            <a:off x="15478010" y="4585756"/>
            <a:ext cx="100458" cy="103572"/>
          </a:xfrm>
          <a:prstGeom prst="rect">
            <a:avLst/>
          </a:prstGeom>
        </p:spPr>
      </p:pic>
      <p:pic>
        <p:nvPicPr>
          <p:cNvPr id="234" name="bg object 234"/>
          <p:cNvPicPr/>
          <p:nvPr/>
        </p:nvPicPr>
        <p:blipFill>
          <a:blip r:embed="rId222" cstate="print"/>
          <a:stretch>
            <a:fillRect/>
          </a:stretch>
        </p:blipFill>
        <p:spPr>
          <a:xfrm>
            <a:off x="17496704" y="6025830"/>
            <a:ext cx="99401" cy="98921"/>
          </a:xfrm>
          <a:prstGeom prst="rect">
            <a:avLst/>
          </a:prstGeom>
        </p:spPr>
      </p:pic>
      <p:pic>
        <p:nvPicPr>
          <p:cNvPr id="235" name="bg object 235"/>
          <p:cNvPicPr/>
          <p:nvPr/>
        </p:nvPicPr>
        <p:blipFill>
          <a:blip r:embed="rId223" cstate="print"/>
          <a:stretch>
            <a:fillRect/>
          </a:stretch>
        </p:blipFill>
        <p:spPr>
          <a:xfrm>
            <a:off x="14893233" y="1700111"/>
            <a:ext cx="101516" cy="98816"/>
          </a:xfrm>
          <a:prstGeom prst="rect">
            <a:avLst/>
          </a:prstGeom>
        </p:spPr>
      </p:pic>
      <p:pic>
        <p:nvPicPr>
          <p:cNvPr id="236" name="bg object 236"/>
          <p:cNvPicPr/>
          <p:nvPr/>
        </p:nvPicPr>
        <p:blipFill>
          <a:blip r:embed="rId224" cstate="print"/>
          <a:stretch>
            <a:fillRect/>
          </a:stretch>
        </p:blipFill>
        <p:spPr>
          <a:xfrm>
            <a:off x="14894952" y="3424903"/>
            <a:ext cx="99797" cy="98287"/>
          </a:xfrm>
          <a:prstGeom prst="rect">
            <a:avLst/>
          </a:prstGeom>
        </p:spPr>
      </p:pic>
      <p:pic>
        <p:nvPicPr>
          <p:cNvPr id="237" name="bg object 237"/>
          <p:cNvPicPr/>
          <p:nvPr/>
        </p:nvPicPr>
        <p:blipFill>
          <a:blip r:embed="rId225" cstate="print"/>
          <a:stretch>
            <a:fillRect/>
          </a:stretch>
        </p:blipFill>
        <p:spPr>
          <a:xfrm>
            <a:off x="15182978" y="838138"/>
            <a:ext cx="91999" cy="88141"/>
          </a:xfrm>
          <a:prstGeom prst="rect">
            <a:avLst/>
          </a:prstGeom>
        </p:spPr>
      </p:pic>
      <p:pic>
        <p:nvPicPr>
          <p:cNvPr id="238" name="bg object 238"/>
          <p:cNvPicPr/>
          <p:nvPr/>
        </p:nvPicPr>
        <p:blipFill>
          <a:blip r:embed="rId226" cstate="print"/>
          <a:stretch>
            <a:fillRect/>
          </a:stretch>
        </p:blipFill>
        <p:spPr>
          <a:xfrm>
            <a:off x="15185093" y="4297022"/>
            <a:ext cx="100458" cy="88247"/>
          </a:xfrm>
          <a:prstGeom prst="rect">
            <a:avLst/>
          </a:prstGeom>
        </p:spPr>
      </p:pic>
      <p:pic>
        <p:nvPicPr>
          <p:cNvPr id="239" name="bg object 239"/>
          <p:cNvPicPr/>
          <p:nvPr/>
        </p:nvPicPr>
        <p:blipFill>
          <a:blip r:embed="rId227" cstate="print"/>
          <a:stretch>
            <a:fillRect/>
          </a:stretch>
        </p:blipFill>
        <p:spPr>
          <a:xfrm>
            <a:off x="16639103" y="5746925"/>
            <a:ext cx="85654" cy="88564"/>
          </a:xfrm>
          <a:prstGeom prst="rect">
            <a:avLst/>
          </a:prstGeom>
        </p:spPr>
      </p:pic>
      <p:pic>
        <p:nvPicPr>
          <p:cNvPr id="240" name="bg object 240"/>
          <p:cNvPicPr/>
          <p:nvPr/>
        </p:nvPicPr>
        <p:blipFill>
          <a:blip r:embed="rId228" cstate="print"/>
          <a:stretch>
            <a:fillRect/>
          </a:stretch>
        </p:blipFill>
        <p:spPr>
          <a:xfrm>
            <a:off x="14900636" y="1410849"/>
            <a:ext cx="89884" cy="84125"/>
          </a:xfrm>
          <a:prstGeom prst="rect">
            <a:avLst/>
          </a:prstGeom>
        </p:spPr>
      </p:pic>
      <p:pic>
        <p:nvPicPr>
          <p:cNvPr id="241" name="bg object 241"/>
          <p:cNvPicPr/>
          <p:nvPr/>
        </p:nvPicPr>
        <p:blipFill>
          <a:blip r:embed="rId229" cstate="print"/>
          <a:stretch>
            <a:fillRect/>
          </a:stretch>
        </p:blipFill>
        <p:spPr>
          <a:xfrm>
            <a:off x="17205903" y="6036398"/>
            <a:ext cx="86711" cy="83914"/>
          </a:xfrm>
          <a:prstGeom prst="rect">
            <a:avLst/>
          </a:prstGeom>
        </p:spPr>
      </p:pic>
      <p:sp>
        <p:nvSpPr>
          <p:cNvPr id="242" name="bg object 242"/>
          <p:cNvSpPr/>
          <p:nvPr/>
        </p:nvSpPr>
        <p:spPr>
          <a:xfrm>
            <a:off x="15773043" y="8821"/>
            <a:ext cx="85090" cy="46355"/>
          </a:xfrm>
          <a:custGeom>
            <a:avLst/>
            <a:gdLst/>
            <a:ahLst/>
            <a:cxnLst/>
            <a:rect l="l" t="t" r="r" b="b"/>
            <a:pathLst>
              <a:path w="85090" h="46355">
                <a:moveTo>
                  <a:pt x="83539" y="0"/>
                </a:moveTo>
                <a:lnTo>
                  <a:pt x="0" y="0"/>
                </a:lnTo>
                <a:lnTo>
                  <a:pt x="0" y="25153"/>
                </a:lnTo>
                <a:lnTo>
                  <a:pt x="17976" y="44493"/>
                </a:lnTo>
                <a:lnTo>
                  <a:pt x="19034" y="45550"/>
                </a:lnTo>
                <a:lnTo>
                  <a:pt x="21149" y="45761"/>
                </a:lnTo>
                <a:lnTo>
                  <a:pt x="27494" y="45656"/>
                </a:lnTo>
                <a:lnTo>
                  <a:pt x="30666" y="44916"/>
                </a:lnTo>
                <a:lnTo>
                  <a:pt x="47585" y="44916"/>
                </a:lnTo>
                <a:lnTo>
                  <a:pt x="51815" y="45656"/>
                </a:lnTo>
                <a:lnTo>
                  <a:pt x="57102" y="45656"/>
                </a:lnTo>
                <a:lnTo>
                  <a:pt x="59217" y="45444"/>
                </a:lnTo>
                <a:lnTo>
                  <a:pt x="66620" y="41851"/>
                </a:lnTo>
                <a:lnTo>
                  <a:pt x="69792" y="35404"/>
                </a:lnTo>
                <a:lnTo>
                  <a:pt x="79309" y="28429"/>
                </a:lnTo>
                <a:lnTo>
                  <a:pt x="77194" y="22511"/>
                </a:lnTo>
                <a:lnTo>
                  <a:pt x="81424" y="19551"/>
                </a:lnTo>
                <a:lnTo>
                  <a:pt x="84596" y="17543"/>
                </a:lnTo>
                <a:lnTo>
                  <a:pt x="82482" y="13633"/>
                </a:lnTo>
                <a:lnTo>
                  <a:pt x="83539" y="10568"/>
                </a:lnTo>
                <a:lnTo>
                  <a:pt x="83539" y="0"/>
                </a:lnTo>
                <a:close/>
              </a:path>
            </a:pathLst>
          </a:custGeom>
          <a:solidFill>
            <a:srgbClr val="000000"/>
          </a:solidFill>
        </p:spPr>
        <p:txBody>
          <a:bodyPr wrap="square" lIns="0" tIns="0" rIns="0" bIns="0" rtlCol="0"/>
          <a:lstStyle/>
          <a:p>
            <a:endParaRPr/>
          </a:p>
        </p:txBody>
      </p:sp>
      <p:pic>
        <p:nvPicPr>
          <p:cNvPr id="243" name="bg object 243"/>
          <p:cNvPicPr/>
          <p:nvPr/>
        </p:nvPicPr>
        <p:blipFill>
          <a:blip r:embed="rId230" cstate="print"/>
          <a:stretch>
            <a:fillRect/>
          </a:stretch>
        </p:blipFill>
        <p:spPr>
          <a:xfrm>
            <a:off x="16055384" y="5453224"/>
            <a:ext cx="86711" cy="83808"/>
          </a:xfrm>
          <a:prstGeom prst="rect">
            <a:avLst/>
          </a:prstGeom>
        </p:spPr>
      </p:pic>
      <p:pic>
        <p:nvPicPr>
          <p:cNvPr id="244" name="bg object 244"/>
          <p:cNvPicPr/>
          <p:nvPr/>
        </p:nvPicPr>
        <p:blipFill>
          <a:blip r:embed="rId231" cstate="print"/>
          <a:stretch>
            <a:fillRect/>
          </a:stretch>
        </p:blipFill>
        <p:spPr>
          <a:xfrm>
            <a:off x="14903808" y="3727799"/>
            <a:ext cx="85654" cy="84442"/>
          </a:xfrm>
          <a:prstGeom prst="rect">
            <a:avLst/>
          </a:prstGeom>
        </p:spPr>
      </p:pic>
      <p:pic>
        <p:nvPicPr>
          <p:cNvPr id="245" name="bg object 245"/>
          <p:cNvPicPr/>
          <p:nvPr/>
        </p:nvPicPr>
        <p:blipFill>
          <a:blip r:embed="rId232" cstate="print"/>
          <a:stretch>
            <a:fillRect/>
          </a:stretch>
        </p:blipFill>
        <p:spPr>
          <a:xfrm>
            <a:off x="15483298" y="259297"/>
            <a:ext cx="85654" cy="79581"/>
          </a:xfrm>
          <a:prstGeom prst="rect">
            <a:avLst/>
          </a:prstGeom>
        </p:spPr>
      </p:pic>
      <p:pic>
        <p:nvPicPr>
          <p:cNvPr id="246" name="bg object 246"/>
          <p:cNvPicPr/>
          <p:nvPr/>
        </p:nvPicPr>
        <p:blipFill>
          <a:blip r:embed="rId233" cstate="print"/>
          <a:stretch>
            <a:fillRect/>
          </a:stretch>
        </p:blipFill>
        <p:spPr>
          <a:xfrm>
            <a:off x="15770927" y="5168613"/>
            <a:ext cx="87769" cy="84231"/>
          </a:xfrm>
          <a:prstGeom prst="rect">
            <a:avLst/>
          </a:prstGeom>
        </p:spPr>
      </p:pic>
      <p:pic>
        <p:nvPicPr>
          <p:cNvPr id="247" name="bg object 247"/>
          <p:cNvPicPr/>
          <p:nvPr/>
        </p:nvPicPr>
        <p:blipFill>
          <a:blip r:embed="rId234" cstate="print"/>
          <a:stretch>
            <a:fillRect/>
          </a:stretch>
        </p:blipFill>
        <p:spPr>
          <a:xfrm>
            <a:off x="15190381" y="553526"/>
            <a:ext cx="82482" cy="83491"/>
          </a:xfrm>
          <a:prstGeom prst="rect">
            <a:avLst/>
          </a:prstGeom>
        </p:spPr>
      </p:pic>
      <p:pic>
        <p:nvPicPr>
          <p:cNvPr id="248" name="bg object 248"/>
          <p:cNvPicPr/>
          <p:nvPr/>
        </p:nvPicPr>
        <p:blipFill>
          <a:blip r:embed="rId235" cstate="print"/>
          <a:stretch>
            <a:fillRect/>
          </a:stretch>
        </p:blipFill>
        <p:spPr>
          <a:xfrm>
            <a:off x="15189324" y="4595479"/>
            <a:ext cx="85654" cy="84548"/>
          </a:xfrm>
          <a:prstGeom prst="rect">
            <a:avLst/>
          </a:prstGeom>
        </p:spPr>
      </p:pic>
      <p:pic>
        <p:nvPicPr>
          <p:cNvPr id="249" name="bg object 249"/>
          <p:cNvPicPr/>
          <p:nvPr/>
        </p:nvPicPr>
        <p:blipFill>
          <a:blip r:embed="rId236" cstate="print"/>
          <a:stretch>
            <a:fillRect/>
          </a:stretch>
        </p:blipFill>
        <p:spPr>
          <a:xfrm>
            <a:off x="15483298" y="4879351"/>
            <a:ext cx="85654" cy="84442"/>
          </a:xfrm>
          <a:prstGeom prst="rect">
            <a:avLst/>
          </a:prstGeom>
        </p:spPr>
      </p:pic>
      <p:pic>
        <p:nvPicPr>
          <p:cNvPr id="250" name="bg object 250"/>
          <p:cNvPicPr/>
          <p:nvPr/>
        </p:nvPicPr>
        <p:blipFill>
          <a:blip r:embed="rId237" cstate="print"/>
          <a:stretch>
            <a:fillRect/>
          </a:stretch>
        </p:blipFill>
        <p:spPr>
          <a:xfrm>
            <a:off x="14621350" y="2277790"/>
            <a:ext cx="79425" cy="84125"/>
          </a:xfrm>
          <a:prstGeom prst="rect">
            <a:avLst/>
          </a:prstGeom>
        </p:spPr>
      </p:pic>
      <p:pic>
        <p:nvPicPr>
          <p:cNvPr id="251" name="bg object 251"/>
          <p:cNvPicPr/>
          <p:nvPr/>
        </p:nvPicPr>
        <p:blipFill>
          <a:blip r:embed="rId238" cstate="print"/>
          <a:stretch>
            <a:fillRect/>
          </a:stretch>
        </p:blipFill>
        <p:spPr>
          <a:xfrm>
            <a:off x="18080423" y="6320482"/>
            <a:ext cx="80367" cy="83491"/>
          </a:xfrm>
          <a:prstGeom prst="rect">
            <a:avLst/>
          </a:prstGeom>
        </p:spPr>
      </p:pic>
      <p:pic>
        <p:nvPicPr>
          <p:cNvPr id="252" name="bg object 252"/>
          <p:cNvPicPr/>
          <p:nvPr/>
        </p:nvPicPr>
        <p:blipFill>
          <a:blip r:embed="rId239" cstate="print"/>
          <a:stretch>
            <a:fillRect/>
          </a:stretch>
        </p:blipFill>
        <p:spPr>
          <a:xfrm>
            <a:off x="16923560" y="6035976"/>
            <a:ext cx="84596" cy="78630"/>
          </a:xfrm>
          <a:prstGeom prst="rect">
            <a:avLst/>
          </a:prstGeom>
        </p:spPr>
      </p:pic>
      <p:pic>
        <p:nvPicPr>
          <p:cNvPr id="253" name="bg object 253"/>
          <p:cNvPicPr/>
          <p:nvPr/>
        </p:nvPicPr>
        <p:blipFill>
          <a:blip r:embed="rId240" cstate="print"/>
          <a:stretch>
            <a:fillRect/>
          </a:stretch>
        </p:blipFill>
        <p:spPr>
          <a:xfrm>
            <a:off x="14620408" y="2861175"/>
            <a:ext cx="81424" cy="79158"/>
          </a:xfrm>
          <a:prstGeom prst="rect">
            <a:avLst/>
          </a:prstGeom>
        </p:spPr>
      </p:pic>
      <p:pic>
        <p:nvPicPr>
          <p:cNvPr id="254" name="bg object 254"/>
          <p:cNvPicPr/>
          <p:nvPr/>
        </p:nvPicPr>
        <p:blipFill>
          <a:blip r:embed="rId241" cstate="print"/>
          <a:stretch>
            <a:fillRect/>
          </a:stretch>
        </p:blipFill>
        <p:spPr>
          <a:xfrm>
            <a:off x="14905924" y="4013150"/>
            <a:ext cx="79309" cy="83174"/>
          </a:xfrm>
          <a:prstGeom prst="rect">
            <a:avLst/>
          </a:prstGeom>
        </p:spPr>
      </p:pic>
      <p:pic>
        <p:nvPicPr>
          <p:cNvPr id="255" name="bg object 255"/>
          <p:cNvPicPr/>
          <p:nvPr/>
        </p:nvPicPr>
        <p:blipFill>
          <a:blip r:embed="rId242" cstate="print"/>
          <a:stretch>
            <a:fillRect/>
          </a:stretch>
        </p:blipFill>
        <p:spPr>
          <a:xfrm>
            <a:off x="14619351" y="2576881"/>
            <a:ext cx="80367" cy="79264"/>
          </a:xfrm>
          <a:prstGeom prst="rect">
            <a:avLst/>
          </a:prstGeom>
        </p:spPr>
      </p:pic>
      <p:pic>
        <p:nvPicPr>
          <p:cNvPr id="256" name="bg object 256"/>
          <p:cNvPicPr/>
          <p:nvPr/>
        </p:nvPicPr>
        <p:blipFill>
          <a:blip r:embed="rId243" cstate="print"/>
          <a:stretch>
            <a:fillRect/>
          </a:stretch>
        </p:blipFill>
        <p:spPr>
          <a:xfrm>
            <a:off x="14620408" y="3145153"/>
            <a:ext cx="79309" cy="84231"/>
          </a:xfrm>
          <a:prstGeom prst="rect">
            <a:avLst/>
          </a:prstGeom>
        </p:spPr>
      </p:pic>
      <p:pic>
        <p:nvPicPr>
          <p:cNvPr id="257" name="bg object 257"/>
          <p:cNvPicPr/>
          <p:nvPr/>
        </p:nvPicPr>
        <p:blipFill>
          <a:blip r:embed="rId244" cstate="print"/>
          <a:stretch>
            <a:fillRect/>
          </a:stretch>
        </p:blipFill>
        <p:spPr>
          <a:xfrm>
            <a:off x="16355703" y="5752104"/>
            <a:ext cx="79309" cy="78524"/>
          </a:xfrm>
          <a:prstGeom prst="rect">
            <a:avLst/>
          </a:prstGeom>
        </p:spPr>
      </p:pic>
      <p:pic>
        <p:nvPicPr>
          <p:cNvPr id="258" name="bg object 258"/>
          <p:cNvPicPr/>
          <p:nvPr/>
        </p:nvPicPr>
        <p:blipFill>
          <a:blip r:embed="rId245" cstate="print"/>
          <a:stretch>
            <a:fillRect/>
          </a:stretch>
        </p:blipFill>
        <p:spPr>
          <a:xfrm>
            <a:off x="17790678" y="6320271"/>
            <a:ext cx="84332" cy="83914"/>
          </a:xfrm>
          <a:prstGeom prst="rect">
            <a:avLst/>
          </a:prstGeom>
        </p:spPr>
      </p:pic>
      <p:pic>
        <p:nvPicPr>
          <p:cNvPr id="259" name="bg object 259"/>
          <p:cNvPicPr/>
          <p:nvPr/>
        </p:nvPicPr>
        <p:blipFill>
          <a:blip r:embed="rId246" cstate="print"/>
          <a:stretch>
            <a:fillRect/>
          </a:stretch>
        </p:blipFill>
        <p:spPr>
          <a:xfrm>
            <a:off x="14620408" y="1994235"/>
            <a:ext cx="80367" cy="78418"/>
          </a:xfrm>
          <a:prstGeom prst="rect">
            <a:avLst/>
          </a:prstGeom>
        </p:spPr>
      </p:pic>
      <p:pic>
        <p:nvPicPr>
          <p:cNvPr id="260" name="bg object 260"/>
          <p:cNvPicPr/>
          <p:nvPr/>
        </p:nvPicPr>
        <p:blipFill>
          <a:blip r:embed="rId247" cstate="print"/>
          <a:stretch>
            <a:fillRect/>
          </a:stretch>
        </p:blipFill>
        <p:spPr>
          <a:xfrm>
            <a:off x="14905924" y="1126872"/>
            <a:ext cx="79309" cy="78524"/>
          </a:xfrm>
          <a:prstGeom prst="rect">
            <a:avLst/>
          </a:prstGeom>
        </p:spPr>
      </p:pic>
      <p:pic>
        <p:nvPicPr>
          <p:cNvPr id="261" name="bg object 261"/>
          <p:cNvPicPr/>
          <p:nvPr/>
        </p:nvPicPr>
        <p:blipFill>
          <a:blip r:embed="rId248" cstate="print"/>
          <a:stretch>
            <a:fillRect/>
          </a:stretch>
        </p:blipFill>
        <p:spPr>
          <a:xfrm>
            <a:off x="14621467" y="1709940"/>
            <a:ext cx="81424" cy="79792"/>
          </a:xfrm>
          <a:prstGeom prst="rect">
            <a:avLst/>
          </a:prstGeom>
        </p:spPr>
      </p:pic>
      <p:pic>
        <p:nvPicPr>
          <p:cNvPr id="262" name="bg object 262"/>
          <p:cNvPicPr/>
          <p:nvPr/>
        </p:nvPicPr>
        <p:blipFill>
          <a:blip r:embed="rId249" cstate="print"/>
          <a:stretch>
            <a:fillRect/>
          </a:stretch>
        </p:blipFill>
        <p:spPr>
          <a:xfrm>
            <a:off x="14620408" y="3434732"/>
            <a:ext cx="81463" cy="78207"/>
          </a:xfrm>
          <a:prstGeom prst="rect">
            <a:avLst/>
          </a:prstGeom>
        </p:spPr>
      </p:pic>
      <p:pic>
        <p:nvPicPr>
          <p:cNvPr id="263" name="bg object 263"/>
          <p:cNvPicPr/>
          <p:nvPr/>
        </p:nvPicPr>
        <p:blipFill>
          <a:blip r:embed="rId250" cstate="print"/>
          <a:stretch>
            <a:fillRect/>
          </a:stretch>
        </p:blipFill>
        <p:spPr>
          <a:xfrm>
            <a:off x="17506221" y="6325132"/>
            <a:ext cx="82482" cy="74402"/>
          </a:xfrm>
          <a:prstGeom prst="rect">
            <a:avLst/>
          </a:prstGeom>
        </p:spPr>
      </p:pic>
      <p:pic>
        <p:nvPicPr>
          <p:cNvPr id="264" name="bg object 264"/>
          <p:cNvPicPr/>
          <p:nvPr/>
        </p:nvPicPr>
        <p:blipFill>
          <a:blip r:embed="rId251" cstate="print"/>
          <a:stretch>
            <a:fillRect/>
          </a:stretch>
        </p:blipFill>
        <p:spPr>
          <a:xfrm>
            <a:off x="14903808" y="4301884"/>
            <a:ext cx="81424" cy="78947"/>
          </a:xfrm>
          <a:prstGeom prst="rect">
            <a:avLst/>
          </a:prstGeom>
        </p:spPr>
      </p:pic>
      <p:pic>
        <p:nvPicPr>
          <p:cNvPr id="265" name="bg object 265"/>
          <p:cNvPicPr/>
          <p:nvPr/>
        </p:nvPicPr>
        <p:blipFill>
          <a:blip r:embed="rId252" cstate="print"/>
          <a:stretch>
            <a:fillRect/>
          </a:stretch>
        </p:blipFill>
        <p:spPr>
          <a:xfrm>
            <a:off x="16644390" y="6036187"/>
            <a:ext cx="78252" cy="79158"/>
          </a:xfrm>
          <a:prstGeom prst="rect">
            <a:avLst/>
          </a:prstGeom>
        </p:spPr>
      </p:pic>
      <p:sp>
        <p:nvSpPr>
          <p:cNvPr id="266" name="bg object 266"/>
          <p:cNvSpPr/>
          <p:nvPr/>
        </p:nvSpPr>
        <p:spPr>
          <a:xfrm>
            <a:off x="15487529" y="8821"/>
            <a:ext cx="81915" cy="41275"/>
          </a:xfrm>
          <a:custGeom>
            <a:avLst/>
            <a:gdLst/>
            <a:ahLst/>
            <a:cxnLst/>
            <a:rect l="l" t="t" r="r" b="b"/>
            <a:pathLst>
              <a:path w="81915" h="41275">
                <a:moveTo>
                  <a:pt x="76497" y="0"/>
                </a:moveTo>
                <a:lnTo>
                  <a:pt x="2114" y="0"/>
                </a:lnTo>
                <a:lnTo>
                  <a:pt x="2114" y="1902"/>
                </a:lnTo>
                <a:lnTo>
                  <a:pt x="0" y="6341"/>
                </a:lnTo>
                <a:lnTo>
                  <a:pt x="3172" y="9511"/>
                </a:lnTo>
                <a:lnTo>
                  <a:pt x="6344" y="12048"/>
                </a:lnTo>
                <a:lnTo>
                  <a:pt x="6344" y="20185"/>
                </a:lnTo>
                <a:lnTo>
                  <a:pt x="7402" y="23250"/>
                </a:lnTo>
                <a:lnTo>
                  <a:pt x="8459" y="24519"/>
                </a:lnTo>
                <a:lnTo>
                  <a:pt x="12689" y="28218"/>
                </a:lnTo>
                <a:lnTo>
                  <a:pt x="14804" y="34770"/>
                </a:lnTo>
                <a:lnTo>
                  <a:pt x="28551" y="34770"/>
                </a:lnTo>
                <a:lnTo>
                  <a:pt x="32781" y="40583"/>
                </a:lnTo>
                <a:lnTo>
                  <a:pt x="38068" y="40583"/>
                </a:lnTo>
                <a:lnTo>
                  <a:pt x="41241" y="40371"/>
                </a:lnTo>
                <a:lnTo>
                  <a:pt x="43355" y="40689"/>
                </a:lnTo>
                <a:lnTo>
                  <a:pt x="43355" y="40371"/>
                </a:lnTo>
                <a:lnTo>
                  <a:pt x="48643" y="40371"/>
                </a:lnTo>
                <a:lnTo>
                  <a:pt x="52873" y="34559"/>
                </a:lnTo>
                <a:lnTo>
                  <a:pt x="60275" y="34664"/>
                </a:lnTo>
                <a:lnTo>
                  <a:pt x="61332" y="34981"/>
                </a:lnTo>
                <a:lnTo>
                  <a:pt x="62390" y="34981"/>
                </a:lnTo>
                <a:lnTo>
                  <a:pt x="65562" y="33291"/>
                </a:lnTo>
                <a:lnTo>
                  <a:pt x="64505" y="32868"/>
                </a:lnTo>
                <a:lnTo>
                  <a:pt x="63447" y="27161"/>
                </a:lnTo>
                <a:lnTo>
                  <a:pt x="70849" y="25153"/>
                </a:lnTo>
                <a:lnTo>
                  <a:pt x="69792" y="20185"/>
                </a:lnTo>
                <a:lnTo>
                  <a:pt x="69792" y="18917"/>
                </a:lnTo>
                <a:lnTo>
                  <a:pt x="70849" y="17438"/>
                </a:lnTo>
                <a:lnTo>
                  <a:pt x="72964" y="14901"/>
                </a:lnTo>
                <a:lnTo>
                  <a:pt x="74022" y="13950"/>
                </a:lnTo>
                <a:lnTo>
                  <a:pt x="81424" y="5601"/>
                </a:lnTo>
                <a:lnTo>
                  <a:pt x="76497" y="0"/>
                </a:lnTo>
                <a:close/>
              </a:path>
            </a:pathLst>
          </a:custGeom>
          <a:solidFill>
            <a:srgbClr val="000000"/>
          </a:solidFill>
        </p:spPr>
        <p:txBody>
          <a:bodyPr wrap="square" lIns="0" tIns="0" rIns="0" bIns="0" rtlCol="0"/>
          <a:lstStyle/>
          <a:p>
            <a:endParaRPr/>
          </a:p>
        </p:txBody>
      </p:sp>
      <p:pic>
        <p:nvPicPr>
          <p:cNvPr id="267" name="bg object 267"/>
          <p:cNvPicPr/>
          <p:nvPr/>
        </p:nvPicPr>
        <p:blipFill>
          <a:blip r:embed="rId253" cstate="print"/>
          <a:stretch>
            <a:fillRect/>
          </a:stretch>
        </p:blipFill>
        <p:spPr>
          <a:xfrm>
            <a:off x="14904866" y="842788"/>
            <a:ext cx="80367" cy="73980"/>
          </a:xfrm>
          <a:prstGeom prst="rect">
            <a:avLst/>
          </a:prstGeom>
        </p:spPr>
      </p:pic>
      <p:pic>
        <p:nvPicPr>
          <p:cNvPr id="268" name="bg object 268"/>
          <p:cNvPicPr/>
          <p:nvPr/>
        </p:nvPicPr>
        <p:blipFill>
          <a:blip r:embed="rId254" cstate="print"/>
          <a:stretch>
            <a:fillRect/>
          </a:stretch>
        </p:blipFill>
        <p:spPr>
          <a:xfrm>
            <a:off x="15493607" y="5173580"/>
            <a:ext cx="70056" cy="69752"/>
          </a:xfrm>
          <a:prstGeom prst="rect">
            <a:avLst/>
          </a:prstGeom>
        </p:spPr>
      </p:pic>
      <p:pic>
        <p:nvPicPr>
          <p:cNvPr id="269" name="bg object 269"/>
          <p:cNvPicPr/>
          <p:nvPr/>
        </p:nvPicPr>
        <p:blipFill>
          <a:blip r:embed="rId255" cstate="print"/>
          <a:stretch>
            <a:fillRect/>
          </a:stretch>
        </p:blipFill>
        <p:spPr>
          <a:xfrm>
            <a:off x="15776215" y="5462948"/>
            <a:ext cx="71907" cy="64468"/>
          </a:xfrm>
          <a:prstGeom prst="rect">
            <a:avLst/>
          </a:prstGeom>
        </p:spPr>
      </p:pic>
      <p:pic>
        <p:nvPicPr>
          <p:cNvPr id="270" name="bg object 270"/>
          <p:cNvPicPr/>
          <p:nvPr/>
        </p:nvPicPr>
        <p:blipFill>
          <a:blip r:embed="rId256" cstate="print"/>
          <a:stretch>
            <a:fillRect/>
          </a:stretch>
        </p:blipFill>
        <p:spPr>
          <a:xfrm>
            <a:off x="15199337" y="263736"/>
            <a:ext cx="66124" cy="70492"/>
          </a:xfrm>
          <a:prstGeom prst="rect">
            <a:avLst/>
          </a:prstGeom>
        </p:spPr>
      </p:pic>
      <p:pic>
        <p:nvPicPr>
          <p:cNvPr id="271" name="bg object 271"/>
          <p:cNvPicPr/>
          <p:nvPr/>
        </p:nvPicPr>
        <p:blipFill>
          <a:blip r:embed="rId257" cstate="print"/>
          <a:stretch>
            <a:fillRect/>
          </a:stretch>
        </p:blipFill>
        <p:spPr>
          <a:xfrm>
            <a:off x="14626291" y="1421101"/>
            <a:ext cx="63910" cy="64468"/>
          </a:xfrm>
          <a:prstGeom prst="rect">
            <a:avLst/>
          </a:prstGeom>
        </p:spPr>
      </p:pic>
      <p:pic>
        <p:nvPicPr>
          <p:cNvPr id="272" name="bg object 272"/>
          <p:cNvPicPr/>
          <p:nvPr/>
        </p:nvPicPr>
        <p:blipFill>
          <a:blip r:embed="rId258" cstate="print"/>
          <a:stretch>
            <a:fillRect/>
          </a:stretch>
        </p:blipFill>
        <p:spPr>
          <a:xfrm>
            <a:off x="15198841" y="4889708"/>
            <a:ext cx="64571" cy="64256"/>
          </a:xfrm>
          <a:prstGeom prst="rect">
            <a:avLst/>
          </a:prstGeom>
        </p:spPr>
      </p:pic>
      <p:pic>
        <p:nvPicPr>
          <p:cNvPr id="273" name="bg object 273"/>
          <p:cNvPicPr/>
          <p:nvPr/>
        </p:nvPicPr>
        <p:blipFill>
          <a:blip r:embed="rId259" cstate="print"/>
          <a:stretch>
            <a:fillRect/>
          </a:stretch>
        </p:blipFill>
        <p:spPr>
          <a:xfrm>
            <a:off x="14626456" y="3738473"/>
            <a:ext cx="63745" cy="64362"/>
          </a:xfrm>
          <a:prstGeom prst="rect">
            <a:avLst/>
          </a:prstGeom>
        </p:spPr>
      </p:pic>
      <p:pic>
        <p:nvPicPr>
          <p:cNvPr id="274" name="bg object 274"/>
          <p:cNvPicPr/>
          <p:nvPr/>
        </p:nvPicPr>
        <p:blipFill>
          <a:blip r:embed="rId260" cstate="print"/>
          <a:stretch>
            <a:fillRect/>
          </a:stretch>
        </p:blipFill>
        <p:spPr>
          <a:xfrm>
            <a:off x="16067016" y="5756966"/>
            <a:ext cx="64505" cy="63939"/>
          </a:xfrm>
          <a:prstGeom prst="rect">
            <a:avLst/>
          </a:prstGeom>
        </p:spPr>
      </p:pic>
      <p:sp>
        <p:nvSpPr>
          <p:cNvPr id="275" name="bg object 275"/>
          <p:cNvSpPr/>
          <p:nvPr/>
        </p:nvSpPr>
        <p:spPr>
          <a:xfrm>
            <a:off x="17222821" y="6330311"/>
            <a:ext cx="59690" cy="64135"/>
          </a:xfrm>
          <a:custGeom>
            <a:avLst/>
            <a:gdLst/>
            <a:ahLst/>
            <a:cxnLst/>
            <a:rect l="l" t="t" r="r" b="b"/>
            <a:pathLst>
              <a:path w="59690" h="64135">
                <a:moveTo>
                  <a:pt x="0" y="9934"/>
                </a:moveTo>
                <a:lnTo>
                  <a:pt x="0" y="14690"/>
                </a:lnTo>
                <a:lnTo>
                  <a:pt x="594" y="22061"/>
                </a:lnTo>
                <a:lnTo>
                  <a:pt x="793" y="29433"/>
                </a:lnTo>
                <a:lnTo>
                  <a:pt x="594" y="36805"/>
                </a:lnTo>
                <a:lnTo>
                  <a:pt x="0" y="44176"/>
                </a:lnTo>
                <a:lnTo>
                  <a:pt x="0" y="51046"/>
                </a:lnTo>
                <a:lnTo>
                  <a:pt x="2114" y="54322"/>
                </a:lnTo>
                <a:lnTo>
                  <a:pt x="8459" y="55062"/>
                </a:lnTo>
                <a:lnTo>
                  <a:pt x="9517" y="55062"/>
                </a:lnTo>
                <a:lnTo>
                  <a:pt x="10574" y="56224"/>
                </a:lnTo>
                <a:lnTo>
                  <a:pt x="10574" y="56753"/>
                </a:lnTo>
                <a:lnTo>
                  <a:pt x="9517" y="61826"/>
                </a:lnTo>
                <a:lnTo>
                  <a:pt x="11743" y="63939"/>
                </a:lnTo>
                <a:lnTo>
                  <a:pt x="48643" y="63939"/>
                </a:lnTo>
                <a:lnTo>
                  <a:pt x="49700" y="62037"/>
                </a:lnTo>
                <a:lnTo>
                  <a:pt x="49700" y="55802"/>
                </a:lnTo>
                <a:lnTo>
                  <a:pt x="50758" y="54005"/>
                </a:lnTo>
                <a:lnTo>
                  <a:pt x="57384" y="54005"/>
                </a:lnTo>
                <a:lnTo>
                  <a:pt x="59217" y="52631"/>
                </a:lnTo>
                <a:lnTo>
                  <a:pt x="59217" y="11097"/>
                </a:lnTo>
                <a:lnTo>
                  <a:pt x="57858" y="10145"/>
                </a:lnTo>
                <a:lnTo>
                  <a:pt x="3172" y="10145"/>
                </a:lnTo>
                <a:lnTo>
                  <a:pt x="0" y="9934"/>
                </a:lnTo>
                <a:close/>
              </a:path>
              <a:path w="59690" h="64135">
                <a:moveTo>
                  <a:pt x="57384" y="54005"/>
                </a:moveTo>
                <a:lnTo>
                  <a:pt x="53930" y="54005"/>
                </a:lnTo>
                <a:lnTo>
                  <a:pt x="55516" y="54322"/>
                </a:lnTo>
                <a:lnTo>
                  <a:pt x="56961" y="54322"/>
                </a:lnTo>
                <a:lnTo>
                  <a:pt x="57384" y="54005"/>
                </a:lnTo>
                <a:close/>
              </a:path>
              <a:path w="59690" h="64135">
                <a:moveTo>
                  <a:pt x="57102" y="9617"/>
                </a:moveTo>
                <a:lnTo>
                  <a:pt x="7754" y="9617"/>
                </a:lnTo>
                <a:lnTo>
                  <a:pt x="5639" y="9934"/>
                </a:lnTo>
                <a:lnTo>
                  <a:pt x="5287" y="9934"/>
                </a:lnTo>
                <a:lnTo>
                  <a:pt x="3172" y="10145"/>
                </a:lnTo>
                <a:lnTo>
                  <a:pt x="57858" y="10145"/>
                </a:lnTo>
                <a:lnTo>
                  <a:pt x="57102" y="9617"/>
                </a:lnTo>
                <a:close/>
              </a:path>
              <a:path w="59690" h="64135">
                <a:moveTo>
                  <a:pt x="22206" y="0"/>
                </a:moveTo>
                <a:lnTo>
                  <a:pt x="11520" y="0"/>
                </a:lnTo>
                <a:lnTo>
                  <a:pt x="9517" y="1902"/>
                </a:lnTo>
                <a:lnTo>
                  <a:pt x="10574" y="6975"/>
                </a:lnTo>
                <a:lnTo>
                  <a:pt x="10574" y="8032"/>
                </a:lnTo>
                <a:lnTo>
                  <a:pt x="8308" y="9617"/>
                </a:lnTo>
                <a:lnTo>
                  <a:pt x="52873" y="9617"/>
                </a:lnTo>
                <a:lnTo>
                  <a:pt x="50758" y="8666"/>
                </a:lnTo>
                <a:lnTo>
                  <a:pt x="50758" y="8032"/>
                </a:lnTo>
                <a:lnTo>
                  <a:pt x="50559" y="6975"/>
                </a:lnTo>
                <a:lnTo>
                  <a:pt x="49700" y="2853"/>
                </a:lnTo>
                <a:lnTo>
                  <a:pt x="48825" y="317"/>
                </a:lnTo>
                <a:lnTo>
                  <a:pt x="26436" y="317"/>
                </a:lnTo>
                <a:lnTo>
                  <a:pt x="22206" y="0"/>
                </a:lnTo>
                <a:close/>
              </a:path>
              <a:path w="59690" h="64135">
                <a:moveTo>
                  <a:pt x="48716" y="0"/>
                </a:moveTo>
                <a:lnTo>
                  <a:pt x="39654" y="0"/>
                </a:lnTo>
                <a:lnTo>
                  <a:pt x="34896" y="317"/>
                </a:lnTo>
                <a:lnTo>
                  <a:pt x="48825" y="317"/>
                </a:lnTo>
                <a:lnTo>
                  <a:pt x="48716" y="0"/>
                </a:lnTo>
                <a:close/>
              </a:path>
            </a:pathLst>
          </a:custGeom>
          <a:solidFill>
            <a:srgbClr val="000000"/>
          </a:solidFill>
        </p:spPr>
        <p:txBody>
          <a:bodyPr wrap="square" lIns="0" tIns="0" rIns="0" bIns="0" rtlCol="0"/>
          <a:lstStyle/>
          <a:p>
            <a:endParaRPr/>
          </a:p>
        </p:txBody>
      </p:sp>
      <p:sp>
        <p:nvSpPr>
          <p:cNvPr id="276" name="bg object 276"/>
          <p:cNvSpPr/>
          <p:nvPr/>
        </p:nvSpPr>
        <p:spPr>
          <a:xfrm>
            <a:off x="14914382" y="562721"/>
            <a:ext cx="60325" cy="64769"/>
          </a:xfrm>
          <a:custGeom>
            <a:avLst/>
            <a:gdLst/>
            <a:ahLst/>
            <a:cxnLst/>
            <a:rect l="l" t="t" r="r" b="b"/>
            <a:pathLst>
              <a:path w="60325" h="64770">
                <a:moveTo>
                  <a:pt x="23264" y="422"/>
                </a:moveTo>
                <a:lnTo>
                  <a:pt x="19034" y="422"/>
                </a:lnTo>
                <a:lnTo>
                  <a:pt x="16919" y="1585"/>
                </a:lnTo>
                <a:lnTo>
                  <a:pt x="14804" y="3910"/>
                </a:lnTo>
                <a:lnTo>
                  <a:pt x="10574" y="8666"/>
                </a:lnTo>
                <a:lnTo>
                  <a:pt x="4229" y="12365"/>
                </a:lnTo>
                <a:lnTo>
                  <a:pt x="0" y="23567"/>
                </a:lnTo>
                <a:lnTo>
                  <a:pt x="1057" y="30754"/>
                </a:lnTo>
                <a:lnTo>
                  <a:pt x="1057" y="38998"/>
                </a:lnTo>
                <a:lnTo>
                  <a:pt x="2114" y="40689"/>
                </a:lnTo>
                <a:lnTo>
                  <a:pt x="1057" y="42274"/>
                </a:lnTo>
                <a:lnTo>
                  <a:pt x="1057" y="47135"/>
                </a:lnTo>
                <a:lnTo>
                  <a:pt x="1992" y="49566"/>
                </a:lnTo>
                <a:lnTo>
                  <a:pt x="2114" y="49883"/>
                </a:lnTo>
                <a:lnTo>
                  <a:pt x="10574" y="49883"/>
                </a:lnTo>
                <a:lnTo>
                  <a:pt x="10574" y="52631"/>
                </a:lnTo>
                <a:lnTo>
                  <a:pt x="11632" y="54956"/>
                </a:lnTo>
                <a:lnTo>
                  <a:pt x="12770" y="60452"/>
                </a:lnTo>
                <a:lnTo>
                  <a:pt x="15861" y="64468"/>
                </a:lnTo>
                <a:lnTo>
                  <a:pt x="45385" y="64468"/>
                </a:lnTo>
                <a:lnTo>
                  <a:pt x="48643" y="60452"/>
                </a:lnTo>
                <a:lnTo>
                  <a:pt x="49700" y="55273"/>
                </a:lnTo>
                <a:lnTo>
                  <a:pt x="50758" y="51786"/>
                </a:lnTo>
                <a:lnTo>
                  <a:pt x="51815" y="49566"/>
                </a:lnTo>
                <a:lnTo>
                  <a:pt x="57102" y="49566"/>
                </a:lnTo>
                <a:lnTo>
                  <a:pt x="59217" y="48298"/>
                </a:lnTo>
                <a:lnTo>
                  <a:pt x="59326" y="47135"/>
                </a:lnTo>
                <a:lnTo>
                  <a:pt x="60275" y="43436"/>
                </a:lnTo>
                <a:lnTo>
                  <a:pt x="60275" y="19657"/>
                </a:lnTo>
                <a:lnTo>
                  <a:pt x="59217" y="16804"/>
                </a:lnTo>
                <a:lnTo>
                  <a:pt x="57102" y="14373"/>
                </a:lnTo>
                <a:lnTo>
                  <a:pt x="51815" y="10145"/>
                </a:lnTo>
                <a:lnTo>
                  <a:pt x="48696" y="3910"/>
                </a:lnTo>
                <a:lnTo>
                  <a:pt x="48846" y="3910"/>
                </a:lnTo>
                <a:lnTo>
                  <a:pt x="43355" y="1056"/>
                </a:lnTo>
                <a:lnTo>
                  <a:pt x="42298" y="634"/>
                </a:lnTo>
                <a:lnTo>
                  <a:pt x="23264" y="634"/>
                </a:lnTo>
                <a:lnTo>
                  <a:pt x="23264" y="422"/>
                </a:lnTo>
                <a:close/>
              </a:path>
              <a:path w="60325" h="64770">
                <a:moveTo>
                  <a:pt x="39126" y="0"/>
                </a:moveTo>
                <a:lnTo>
                  <a:pt x="32781" y="0"/>
                </a:lnTo>
                <a:lnTo>
                  <a:pt x="29608" y="634"/>
                </a:lnTo>
                <a:lnTo>
                  <a:pt x="42298" y="634"/>
                </a:lnTo>
                <a:lnTo>
                  <a:pt x="41241" y="211"/>
                </a:lnTo>
                <a:lnTo>
                  <a:pt x="39126" y="0"/>
                </a:lnTo>
                <a:close/>
              </a:path>
            </a:pathLst>
          </a:custGeom>
          <a:solidFill>
            <a:srgbClr val="000000"/>
          </a:solidFill>
        </p:spPr>
        <p:txBody>
          <a:bodyPr wrap="square" lIns="0" tIns="0" rIns="0" bIns="0" rtlCol="0"/>
          <a:lstStyle/>
          <a:p>
            <a:endParaRPr/>
          </a:p>
        </p:txBody>
      </p:sp>
      <p:sp>
        <p:nvSpPr>
          <p:cNvPr id="277" name="bg object 277"/>
          <p:cNvSpPr/>
          <p:nvPr/>
        </p:nvSpPr>
        <p:spPr>
          <a:xfrm>
            <a:off x="14630984" y="1136383"/>
            <a:ext cx="59690" cy="59690"/>
          </a:xfrm>
          <a:custGeom>
            <a:avLst/>
            <a:gdLst/>
            <a:ahLst/>
            <a:cxnLst/>
            <a:rect l="l" t="t" r="r" b="b"/>
            <a:pathLst>
              <a:path w="59690" h="59690">
                <a:moveTo>
                  <a:pt x="50758" y="0"/>
                </a:moveTo>
                <a:lnTo>
                  <a:pt x="44413" y="0"/>
                </a:lnTo>
                <a:lnTo>
                  <a:pt x="43355" y="211"/>
                </a:lnTo>
                <a:lnTo>
                  <a:pt x="40183" y="528"/>
                </a:lnTo>
                <a:lnTo>
                  <a:pt x="12557" y="528"/>
                </a:lnTo>
                <a:lnTo>
                  <a:pt x="10574" y="2113"/>
                </a:lnTo>
                <a:lnTo>
                  <a:pt x="10574" y="7398"/>
                </a:lnTo>
                <a:lnTo>
                  <a:pt x="9517" y="9828"/>
                </a:lnTo>
                <a:lnTo>
                  <a:pt x="2114" y="9828"/>
                </a:lnTo>
                <a:lnTo>
                  <a:pt x="0" y="12682"/>
                </a:lnTo>
                <a:lnTo>
                  <a:pt x="1057" y="18600"/>
                </a:lnTo>
                <a:lnTo>
                  <a:pt x="1057" y="47347"/>
                </a:lnTo>
                <a:lnTo>
                  <a:pt x="5456" y="50095"/>
                </a:lnTo>
                <a:lnTo>
                  <a:pt x="11632" y="50095"/>
                </a:lnTo>
                <a:lnTo>
                  <a:pt x="11632" y="58021"/>
                </a:lnTo>
                <a:lnTo>
                  <a:pt x="13747" y="58761"/>
                </a:lnTo>
                <a:lnTo>
                  <a:pt x="16707" y="59501"/>
                </a:lnTo>
                <a:lnTo>
                  <a:pt x="31371" y="59501"/>
                </a:lnTo>
                <a:lnTo>
                  <a:pt x="34896" y="58972"/>
                </a:lnTo>
                <a:lnTo>
                  <a:pt x="48073" y="58972"/>
                </a:lnTo>
                <a:lnTo>
                  <a:pt x="50758" y="56647"/>
                </a:lnTo>
                <a:lnTo>
                  <a:pt x="50758" y="50729"/>
                </a:lnTo>
                <a:lnTo>
                  <a:pt x="57102" y="42802"/>
                </a:lnTo>
                <a:lnTo>
                  <a:pt x="59217" y="35827"/>
                </a:lnTo>
                <a:lnTo>
                  <a:pt x="59217" y="19657"/>
                </a:lnTo>
                <a:lnTo>
                  <a:pt x="50758" y="9194"/>
                </a:lnTo>
                <a:lnTo>
                  <a:pt x="48643" y="6235"/>
                </a:lnTo>
                <a:lnTo>
                  <a:pt x="50578" y="528"/>
                </a:lnTo>
                <a:lnTo>
                  <a:pt x="50686" y="211"/>
                </a:lnTo>
                <a:lnTo>
                  <a:pt x="50758" y="0"/>
                </a:lnTo>
                <a:close/>
              </a:path>
              <a:path w="59690" h="59690">
                <a:moveTo>
                  <a:pt x="48073" y="58972"/>
                </a:moveTo>
                <a:lnTo>
                  <a:pt x="37011" y="58972"/>
                </a:lnTo>
                <a:lnTo>
                  <a:pt x="42298" y="59501"/>
                </a:lnTo>
                <a:lnTo>
                  <a:pt x="47463" y="59501"/>
                </a:lnTo>
                <a:lnTo>
                  <a:pt x="48073" y="58972"/>
                </a:lnTo>
                <a:close/>
              </a:path>
            </a:pathLst>
          </a:custGeom>
          <a:solidFill>
            <a:srgbClr val="000000"/>
          </a:solidFill>
        </p:spPr>
        <p:txBody>
          <a:bodyPr wrap="square" lIns="0" tIns="0" rIns="0" bIns="0" rtlCol="0"/>
          <a:lstStyle/>
          <a:p>
            <a:endParaRPr/>
          </a:p>
        </p:txBody>
      </p:sp>
      <p:sp>
        <p:nvSpPr>
          <p:cNvPr id="278" name="bg object 278"/>
          <p:cNvSpPr/>
          <p:nvPr/>
        </p:nvSpPr>
        <p:spPr>
          <a:xfrm>
            <a:off x="14915441" y="4604991"/>
            <a:ext cx="59690" cy="64769"/>
          </a:xfrm>
          <a:custGeom>
            <a:avLst/>
            <a:gdLst/>
            <a:ahLst/>
            <a:cxnLst/>
            <a:rect l="l" t="t" r="r" b="b"/>
            <a:pathLst>
              <a:path w="59690" h="64770">
                <a:moveTo>
                  <a:pt x="36173" y="0"/>
                </a:moveTo>
                <a:lnTo>
                  <a:pt x="27494" y="0"/>
                </a:lnTo>
                <a:lnTo>
                  <a:pt x="21149" y="1056"/>
                </a:lnTo>
                <a:lnTo>
                  <a:pt x="19034" y="4650"/>
                </a:lnTo>
                <a:lnTo>
                  <a:pt x="15861" y="7503"/>
                </a:lnTo>
                <a:lnTo>
                  <a:pt x="12689" y="9934"/>
                </a:lnTo>
                <a:lnTo>
                  <a:pt x="9517" y="14373"/>
                </a:lnTo>
                <a:lnTo>
                  <a:pt x="396" y="15852"/>
                </a:lnTo>
                <a:lnTo>
                  <a:pt x="1013" y="15852"/>
                </a:lnTo>
                <a:lnTo>
                  <a:pt x="0" y="18283"/>
                </a:lnTo>
                <a:lnTo>
                  <a:pt x="0" y="22828"/>
                </a:lnTo>
                <a:lnTo>
                  <a:pt x="1057" y="25998"/>
                </a:lnTo>
                <a:lnTo>
                  <a:pt x="0" y="29380"/>
                </a:lnTo>
                <a:lnTo>
                  <a:pt x="0" y="32656"/>
                </a:lnTo>
                <a:lnTo>
                  <a:pt x="1057" y="32656"/>
                </a:lnTo>
                <a:lnTo>
                  <a:pt x="1057" y="36672"/>
                </a:lnTo>
                <a:lnTo>
                  <a:pt x="0" y="40794"/>
                </a:lnTo>
                <a:lnTo>
                  <a:pt x="1057" y="44810"/>
                </a:lnTo>
                <a:lnTo>
                  <a:pt x="1057" y="48721"/>
                </a:lnTo>
                <a:lnTo>
                  <a:pt x="2114" y="48721"/>
                </a:lnTo>
                <a:lnTo>
                  <a:pt x="11632" y="49777"/>
                </a:lnTo>
                <a:lnTo>
                  <a:pt x="14804" y="57915"/>
                </a:lnTo>
                <a:lnTo>
                  <a:pt x="21149" y="62565"/>
                </a:lnTo>
                <a:lnTo>
                  <a:pt x="22206" y="63411"/>
                </a:lnTo>
                <a:lnTo>
                  <a:pt x="25379" y="64045"/>
                </a:lnTo>
                <a:lnTo>
                  <a:pt x="26789" y="64468"/>
                </a:lnTo>
                <a:lnTo>
                  <a:pt x="35763" y="64468"/>
                </a:lnTo>
                <a:lnTo>
                  <a:pt x="43355" y="60240"/>
                </a:lnTo>
                <a:lnTo>
                  <a:pt x="49700" y="52314"/>
                </a:lnTo>
                <a:lnTo>
                  <a:pt x="50758" y="50729"/>
                </a:lnTo>
                <a:lnTo>
                  <a:pt x="53930" y="50412"/>
                </a:lnTo>
                <a:lnTo>
                  <a:pt x="54988" y="49355"/>
                </a:lnTo>
                <a:lnTo>
                  <a:pt x="57102" y="48721"/>
                </a:lnTo>
                <a:lnTo>
                  <a:pt x="59217" y="47769"/>
                </a:lnTo>
                <a:lnTo>
                  <a:pt x="59217" y="18706"/>
                </a:lnTo>
                <a:lnTo>
                  <a:pt x="58160" y="16909"/>
                </a:lnTo>
                <a:lnTo>
                  <a:pt x="57102" y="15852"/>
                </a:lnTo>
                <a:lnTo>
                  <a:pt x="53930" y="12365"/>
                </a:lnTo>
                <a:lnTo>
                  <a:pt x="50758" y="6763"/>
                </a:lnTo>
                <a:lnTo>
                  <a:pt x="46528" y="6024"/>
                </a:lnTo>
                <a:lnTo>
                  <a:pt x="41241" y="4861"/>
                </a:lnTo>
                <a:lnTo>
                  <a:pt x="36173" y="0"/>
                </a:lnTo>
                <a:close/>
              </a:path>
            </a:pathLst>
          </a:custGeom>
          <a:solidFill>
            <a:srgbClr val="000000"/>
          </a:solidFill>
        </p:spPr>
        <p:txBody>
          <a:bodyPr wrap="square" lIns="0" tIns="0" rIns="0" bIns="0" rtlCol="0"/>
          <a:lstStyle/>
          <a:p>
            <a:endParaRPr/>
          </a:p>
        </p:txBody>
      </p:sp>
      <p:sp>
        <p:nvSpPr>
          <p:cNvPr id="279" name="bg object 279"/>
          <p:cNvSpPr/>
          <p:nvPr/>
        </p:nvSpPr>
        <p:spPr>
          <a:xfrm>
            <a:off x="16365221" y="6046122"/>
            <a:ext cx="60325" cy="59690"/>
          </a:xfrm>
          <a:custGeom>
            <a:avLst/>
            <a:gdLst/>
            <a:ahLst/>
            <a:cxnLst/>
            <a:rect l="l" t="t" r="r" b="b"/>
            <a:pathLst>
              <a:path w="60325" h="59689">
                <a:moveTo>
                  <a:pt x="41241" y="0"/>
                </a:moveTo>
                <a:lnTo>
                  <a:pt x="29608" y="211"/>
                </a:lnTo>
                <a:lnTo>
                  <a:pt x="24321" y="0"/>
                </a:lnTo>
                <a:lnTo>
                  <a:pt x="19034" y="0"/>
                </a:lnTo>
                <a:lnTo>
                  <a:pt x="15861" y="1162"/>
                </a:lnTo>
                <a:lnTo>
                  <a:pt x="13747" y="4333"/>
                </a:lnTo>
                <a:lnTo>
                  <a:pt x="10574" y="7503"/>
                </a:lnTo>
                <a:lnTo>
                  <a:pt x="8459" y="10251"/>
                </a:lnTo>
                <a:lnTo>
                  <a:pt x="5287" y="12893"/>
                </a:lnTo>
                <a:lnTo>
                  <a:pt x="2114" y="15852"/>
                </a:lnTo>
                <a:lnTo>
                  <a:pt x="0" y="19023"/>
                </a:lnTo>
                <a:lnTo>
                  <a:pt x="0" y="23356"/>
                </a:lnTo>
                <a:lnTo>
                  <a:pt x="1057" y="30543"/>
                </a:lnTo>
                <a:lnTo>
                  <a:pt x="0" y="37941"/>
                </a:lnTo>
                <a:lnTo>
                  <a:pt x="1057" y="45127"/>
                </a:lnTo>
                <a:lnTo>
                  <a:pt x="1057" y="46290"/>
                </a:lnTo>
                <a:lnTo>
                  <a:pt x="2114" y="48826"/>
                </a:lnTo>
                <a:lnTo>
                  <a:pt x="3172" y="48826"/>
                </a:lnTo>
                <a:lnTo>
                  <a:pt x="9517" y="48721"/>
                </a:lnTo>
                <a:lnTo>
                  <a:pt x="11632" y="57176"/>
                </a:lnTo>
                <a:lnTo>
                  <a:pt x="11632" y="58127"/>
                </a:lnTo>
                <a:lnTo>
                  <a:pt x="13747" y="58761"/>
                </a:lnTo>
                <a:lnTo>
                  <a:pt x="16919" y="58972"/>
                </a:lnTo>
                <a:lnTo>
                  <a:pt x="23264" y="58866"/>
                </a:lnTo>
                <a:lnTo>
                  <a:pt x="28551" y="58866"/>
                </a:lnTo>
                <a:lnTo>
                  <a:pt x="31723" y="59395"/>
                </a:lnTo>
                <a:lnTo>
                  <a:pt x="34896" y="59395"/>
                </a:lnTo>
                <a:lnTo>
                  <a:pt x="35953" y="59184"/>
                </a:lnTo>
                <a:lnTo>
                  <a:pt x="38068" y="59184"/>
                </a:lnTo>
                <a:lnTo>
                  <a:pt x="40183" y="58972"/>
                </a:lnTo>
                <a:lnTo>
                  <a:pt x="46528" y="57070"/>
                </a:lnTo>
                <a:lnTo>
                  <a:pt x="48643" y="50623"/>
                </a:lnTo>
                <a:lnTo>
                  <a:pt x="57102" y="48087"/>
                </a:lnTo>
                <a:lnTo>
                  <a:pt x="60275" y="47558"/>
                </a:lnTo>
                <a:lnTo>
                  <a:pt x="59217" y="42274"/>
                </a:lnTo>
                <a:lnTo>
                  <a:pt x="59217" y="32551"/>
                </a:lnTo>
                <a:lnTo>
                  <a:pt x="59217" y="32762"/>
                </a:lnTo>
                <a:lnTo>
                  <a:pt x="59217" y="25470"/>
                </a:lnTo>
                <a:lnTo>
                  <a:pt x="60275" y="19446"/>
                </a:lnTo>
                <a:lnTo>
                  <a:pt x="58160" y="14690"/>
                </a:lnTo>
                <a:lnTo>
                  <a:pt x="53930" y="10991"/>
                </a:lnTo>
                <a:lnTo>
                  <a:pt x="50758" y="9088"/>
                </a:lnTo>
                <a:lnTo>
                  <a:pt x="48643" y="6763"/>
                </a:lnTo>
                <a:lnTo>
                  <a:pt x="46528" y="4227"/>
                </a:lnTo>
                <a:lnTo>
                  <a:pt x="44413" y="1162"/>
                </a:lnTo>
                <a:close/>
              </a:path>
            </a:pathLst>
          </a:custGeom>
          <a:solidFill>
            <a:srgbClr val="000000"/>
          </a:solidFill>
        </p:spPr>
        <p:txBody>
          <a:bodyPr wrap="square" lIns="0" tIns="0" rIns="0" bIns="0" rtlCol="0"/>
          <a:lstStyle/>
          <a:p>
            <a:endParaRPr/>
          </a:p>
        </p:txBody>
      </p:sp>
      <p:sp>
        <p:nvSpPr>
          <p:cNvPr id="280" name="bg object 280"/>
          <p:cNvSpPr/>
          <p:nvPr/>
        </p:nvSpPr>
        <p:spPr>
          <a:xfrm>
            <a:off x="14630984" y="4027312"/>
            <a:ext cx="59690" cy="59690"/>
          </a:xfrm>
          <a:custGeom>
            <a:avLst/>
            <a:gdLst/>
            <a:ahLst/>
            <a:cxnLst/>
            <a:rect l="l" t="t" r="r" b="b"/>
            <a:pathLst>
              <a:path w="59690" h="59689">
                <a:moveTo>
                  <a:pt x="41241" y="0"/>
                </a:moveTo>
                <a:lnTo>
                  <a:pt x="35953" y="0"/>
                </a:lnTo>
                <a:lnTo>
                  <a:pt x="33838" y="317"/>
                </a:lnTo>
                <a:lnTo>
                  <a:pt x="19034" y="211"/>
                </a:lnTo>
                <a:lnTo>
                  <a:pt x="12639" y="1842"/>
                </a:lnTo>
                <a:lnTo>
                  <a:pt x="6741" y="5971"/>
                </a:lnTo>
                <a:lnTo>
                  <a:pt x="2230" y="11684"/>
                </a:lnTo>
                <a:lnTo>
                  <a:pt x="0" y="18072"/>
                </a:lnTo>
                <a:lnTo>
                  <a:pt x="0" y="25364"/>
                </a:lnTo>
                <a:lnTo>
                  <a:pt x="0" y="37412"/>
                </a:lnTo>
                <a:lnTo>
                  <a:pt x="2858" y="43098"/>
                </a:lnTo>
                <a:lnTo>
                  <a:pt x="8591" y="50081"/>
                </a:lnTo>
                <a:lnTo>
                  <a:pt x="15316" y="56094"/>
                </a:lnTo>
                <a:lnTo>
                  <a:pt x="21149" y="58866"/>
                </a:lnTo>
                <a:lnTo>
                  <a:pt x="26436" y="58761"/>
                </a:lnTo>
                <a:lnTo>
                  <a:pt x="30666" y="58866"/>
                </a:lnTo>
                <a:lnTo>
                  <a:pt x="32781" y="58972"/>
                </a:lnTo>
                <a:lnTo>
                  <a:pt x="32781" y="59184"/>
                </a:lnTo>
                <a:lnTo>
                  <a:pt x="35953" y="59184"/>
                </a:lnTo>
                <a:lnTo>
                  <a:pt x="39126" y="58338"/>
                </a:lnTo>
                <a:lnTo>
                  <a:pt x="43355" y="51997"/>
                </a:lnTo>
                <a:lnTo>
                  <a:pt x="46528" y="49038"/>
                </a:lnTo>
                <a:lnTo>
                  <a:pt x="49700" y="46607"/>
                </a:lnTo>
                <a:lnTo>
                  <a:pt x="54905" y="41939"/>
                </a:lnTo>
                <a:lnTo>
                  <a:pt x="58028" y="36606"/>
                </a:lnTo>
                <a:lnTo>
                  <a:pt x="59366" y="30541"/>
                </a:lnTo>
                <a:lnTo>
                  <a:pt x="59217" y="19446"/>
                </a:lnTo>
                <a:lnTo>
                  <a:pt x="58160" y="16064"/>
                </a:lnTo>
                <a:lnTo>
                  <a:pt x="54988" y="13105"/>
                </a:lnTo>
                <a:lnTo>
                  <a:pt x="51815" y="10462"/>
                </a:lnTo>
                <a:lnTo>
                  <a:pt x="49700" y="7503"/>
                </a:lnTo>
                <a:lnTo>
                  <a:pt x="46528" y="4438"/>
                </a:lnTo>
                <a:lnTo>
                  <a:pt x="44413" y="1479"/>
                </a:lnTo>
                <a:close/>
              </a:path>
            </a:pathLst>
          </a:custGeom>
          <a:solidFill>
            <a:srgbClr val="000000"/>
          </a:solidFill>
        </p:spPr>
        <p:txBody>
          <a:bodyPr wrap="square" lIns="0" tIns="0" rIns="0" bIns="0" rtlCol="0"/>
          <a:lstStyle/>
          <a:p>
            <a:endParaRPr/>
          </a:p>
        </p:txBody>
      </p:sp>
      <p:pic>
        <p:nvPicPr>
          <p:cNvPr id="281" name="bg object 281"/>
          <p:cNvPicPr/>
          <p:nvPr/>
        </p:nvPicPr>
        <p:blipFill>
          <a:blip r:embed="rId261" cstate="print"/>
          <a:stretch>
            <a:fillRect/>
          </a:stretch>
        </p:blipFill>
        <p:spPr>
          <a:xfrm>
            <a:off x="16934135" y="6330417"/>
            <a:ext cx="64505" cy="64362"/>
          </a:xfrm>
          <a:prstGeom prst="rect">
            <a:avLst/>
          </a:prstGeom>
        </p:spPr>
      </p:pic>
      <p:pic>
        <p:nvPicPr>
          <p:cNvPr id="282" name="bg object 282"/>
          <p:cNvPicPr/>
          <p:nvPr/>
        </p:nvPicPr>
        <p:blipFill>
          <a:blip r:embed="rId262" cstate="print"/>
          <a:stretch>
            <a:fillRect/>
          </a:stretch>
        </p:blipFill>
        <p:spPr>
          <a:xfrm>
            <a:off x="14341239" y="2287724"/>
            <a:ext cx="66620" cy="64151"/>
          </a:xfrm>
          <a:prstGeom prst="rect">
            <a:avLst/>
          </a:prstGeom>
        </p:spPr>
      </p:pic>
      <p:sp>
        <p:nvSpPr>
          <p:cNvPr id="283" name="bg object 283"/>
          <p:cNvSpPr/>
          <p:nvPr/>
        </p:nvSpPr>
        <p:spPr>
          <a:xfrm>
            <a:off x="14341899" y="2587132"/>
            <a:ext cx="66040" cy="59055"/>
          </a:xfrm>
          <a:custGeom>
            <a:avLst/>
            <a:gdLst/>
            <a:ahLst/>
            <a:cxnLst/>
            <a:rect l="l" t="t" r="r" b="b"/>
            <a:pathLst>
              <a:path w="66040" h="59055">
                <a:moveTo>
                  <a:pt x="41144" y="0"/>
                </a:moveTo>
                <a:lnTo>
                  <a:pt x="23276" y="0"/>
                </a:lnTo>
                <a:lnTo>
                  <a:pt x="19430" y="1056"/>
                </a:lnTo>
                <a:lnTo>
                  <a:pt x="16258" y="6235"/>
                </a:lnTo>
                <a:lnTo>
                  <a:pt x="13086" y="10145"/>
                </a:lnTo>
                <a:lnTo>
                  <a:pt x="8856" y="13210"/>
                </a:lnTo>
                <a:lnTo>
                  <a:pt x="5683" y="16592"/>
                </a:lnTo>
                <a:lnTo>
                  <a:pt x="1107" y="22527"/>
                </a:lnTo>
                <a:lnTo>
                  <a:pt x="0" y="27927"/>
                </a:lnTo>
                <a:lnTo>
                  <a:pt x="2263" y="33446"/>
                </a:lnTo>
                <a:lnTo>
                  <a:pt x="7798" y="39737"/>
                </a:lnTo>
                <a:lnTo>
                  <a:pt x="10971" y="42485"/>
                </a:lnTo>
                <a:lnTo>
                  <a:pt x="9913" y="46818"/>
                </a:lnTo>
                <a:lnTo>
                  <a:pt x="13203" y="50095"/>
                </a:lnTo>
                <a:lnTo>
                  <a:pt x="21545" y="57598"/>
                </a:lnTo>
                <a:lnTo>
                  <a:pt x="21545" y="58761"/>
                </a:lnTo>
                <a:lnTo>
                  <a:pt x="41541" y="58761"/>
                </a:lnTo>
                <a:lnTo>
                  <a:pt x="42598" y="57598"/>
                </a:lnTo>
                <a:lnTo>
                  <a:pt x="46924" y="53054"/>
                </a:lnTo>
                <a:lnTo>
                  <a:pt x="53269" y="50095"/>
                </a:lnTo>
                <a:lnTo>
                  <a:pt x="54327" y="42908"/>
                </a:lnTo>
                <a:lnTo>
                  <a:pt x="54327" y="40583"/>
                </a:lnTo>
                <a:lnTo>
                  <a:pt x="56442" y="39103"/>
                </a:lnTo>
                <a:lnTo>
                  <a:pt x="60671" y="39103"/>
                </a:lnTo>
                <a:lnTo>
                  <a:pt x="62786" y="38046"/>
                </a:lnTo>
                <a:lnTo>
                  <a:pt x="63844" y="37307"/>
                </a:lnTo>
                <a:lnTo>
                  <a:pt x="65842" y="22527"/>
                </a:lnTo>
                <a:lnTo>
                  <a:pt x="65959" y="21665"/>
                </a:lnTo>
                <a:lnTo>
                  <a:pt x="58556" y="15747"/>
                </a:lnTo>
                <a:lnTo>
                  <a:pt x="54327" y="12787"/>
                </a:lnTo>
                <a:lnTo>
                  <a:pt x="51154" y="9300"/>
                </a:lnTo>
                <a:lnTo>
                  <a:pt x="47982" y="5495"/>
                </a:lnTo>
                <a:lnTo>
                  <a:pt x="44809" y="1373"/>
                </a:lnTo>
                <a:lnTo>
                  <a:pt x="41144" y="0"/>
                </a:lnTo>
                <a:close/>
              </a:path>
            </a:pathLst>
          </a:custGeom>
          <a:solidFill>
            <a:srgbClr val="000000"/>
          </a:solidFill>
        </p:spPr>
        <p:txBody>
          <a:bodyPr wrap="square" lIns="0" tIns="0" rIns="0" bIns="0" rtlCol="0"/>
          <a:lstStyle/>
          <a:p>
            <a:endParaRPr/>
          </a:p>
        </p:txBody>
      </p:sp>
      <p:sp>
        <p:nvSpPr>
          <p:cNvPr id="284" name="bg object 284"/>
          <p:cNvSpPr/>
          <p:nvPr/>
        </p:nvSpPr>
        <p:spPr>
          <a:xfrm>
            <a:off x="14341239" y="2871321"/>
            <a:ext cx="66040" cy="59690"/>
          </a:xfrm>
          <a:custGeom>
            <a:avLst/>
            <a:gdLst/>
            <a:ahLst/>
            <a:cxnLst/>
            <a:rect l="l" t="t" r="r" b="b"/>
            <a:pathLst>
              <a:path w="66040" h="59689">
                <a:moveTo>
                  <a:pt x="11632" y="8877"/>
                </a:moveTo>
                <a:lnTo>
                  <a:pt x="11608" y="12999"/>
                </a:lnTo>
                <a:lnTo>
                  <a:pt x="10574" y="17649"/>
                </a:lnTo>
                <a:lnTo>
                  <a:pt x="9517" y="19868"/>
                </a:lnTo>
                <a:lnTo>
                  <a:pt x="3172" y="19868"/>
                </a:lnTo>
                <a:lnTo>
                  <a:pt x="1057" y="21771"/>
                </a:lnTo>
                <a:lnTo>
                  <a:pt x="1057" y="34770"/>
                </a:lnTo>
                <a:lnTo>
                  <a:pt x="0" y="39632"/>
                </a:lnTo>
                <a:lnTo>
                  <a:pt x="8523" y="39632"/>
                </a:lnTo>
                <a:lnTo>
                  <a:pt x="10574" y="43014"/>
                </a:lnTo>
                <a:lnTo>
                  <a:pt x="10574" y="45022"/>
                </a:lnTo>
                <a:lnTo>
                  <a:pt x="11632" y="48087"/>
                </a:lnTo>
                <a:lnTo>
                  <a:pt x="9517" y="53054"/>
                </a:lnTo>
                <a:lnTo>
                  <a:pt x="12689" y="53477"/>
                </a:lnTo>
                <a:lnTo>
                  <a:pt x="17976" y="53899"/>
                </a:lnTo>
                <a:lnTo>
                  <a:pt x="20091" y="58127"/>
                </a:lnTo>
                <a:lnTo>
                  <a:pt x="23264" y="58338"/>
                </a:lnTo>
                <a:lnTo>
                  <a:pt x="26436" y="58655"/>
                </a:lnTo>
                <a:lnTo>
                  <a:pt x="30666" y="58972"/>
                </a:lnTo>
                <a:lnTo>
                  <a:pt x="33838" y="58972"/>
                </a:lnTo>
                <a:lnTo>
                  <a:pt x="34896" y="59289"/>
                </a:lnTo>
                <a:lnTo>
                  <a:pt x="41241" y="59289"/>
                </a:lnTo>
                <a:lnTo>
                  <a:pt x="48643" y="57493"/>
                </a:lnTo>
                <a:lnTo>
                  <a:pt x="53930" y="48826"/>
                </a:lnTo>
                <a:lnTo>
                  <a:pt x="54988" y="45022"/>
                </a:lnTo>
                <a:lnTo>
                  <a:pt x="54988" y="38680"/>
                </a:lnTo>
                <a:lnTo>
                  <a:pt x="64505" y="38680"/>
                </a:lnTo>
                <a:lnTo>
                  <a:pt x="64505" y="37201"/>
                </a:lnTo>
                <a:lnTo>
                  <a:pt x="65562" y="32339"/>
                </a:lnTo>
                <a:lnTo>
                  <a:pt x="65562" y="27266"/>
                </a:lnTo>
                <a:lnTo>
                  <a:pt x="64505" y="22722"/>
                </a:lnTo>
                <a:lnTo>
                  <a:pt x="64505" y="20925"/>
                </a:lnTo>
                <a:lnTo>
                  <a:pt x="59217" y="20925"/>
                </a:lnTo>
                <a:lnTo>
                  <a:pt x="54988" y="16909"/>
                </a:lnTo>
                <a:lnTo>
                  <a:pt x="54988" y="12999"/>
                </a:lnTo>
                <a:lnTo>
                  <a:pt x="52873" y="10991"/>
                </a:lnTo>
                <a:lnTo>
                  <a:pt x="52608" y="10462"/>
                </a:lnTo>
                <a:lnTo>
                  <a:pt x="15861" y="10462"/>
                </a:lnTo>
                <a:lnTo>
                  <a:pt x="11632" y="8877"/>
                </a:lnTo>
                <a:close/>
              </a:path>
              <a:path w="66040" h="59689">
                <a:moveTo>
                  <a:pt x="64505" y="38680"/>
                </a:moveTo>
                <a:lnTo>
                  <a:pt x="62390" y="38680"/>
                </a:lnTo>
                <a:lnTo>
                  <a:pt x="63447" y="38892"/>
                </a:lnTo>
                <a:lnTo>
                  <a:pt x="64505" y="38892"/>
                </a:lnTo>
                <a:lnTo>
                  <a:pt x="64505" y="38680"/>
                </a:lnTo>
                <a:close/>
              </a:path>
              <a:path w="66040" h="59689">
                <a:moveTo>
                  <a:pt x="40183" y="0"/>
                </a:moveTo>
                <a:lnTo>
                  <a:pt x="24321" y="0"/>
                </a:lnTo>
                <a:lnTo>
                  <a:pt x="19034" y="634"/>
                </a:lnTo>
                <a:lnTo>
                  <a:pt x="22107" y="7186"/>
                </a:lnTo>
                <a:lnTo>
                  <a:pt x="22206" y="7398"/>
                </a:lnTo>
                <a:lnTo>
                  <a:pt x="19034" y="9194"/>
                </a:lnTo>
                <a:lnTo>
                  <a:pt x="15861" y="10462"/>
                </a:lnTo>
                <a:lnTo>
                  <a:pt x="52608" y="10462"/>
                </a:lnTo>
                <a:lnTo>
                  <a:pt x="51815" y="8877"/>
                </a:lnTo>
                <a:lnTo>
                  <a:pt x="47585" y="8454"/>
                </a:lnTo>
                <a:lnTo>
                  <a:pt x="45470" y="7186"/>
                </a:lnTo>
                <a:lnTo>
                  <a:pt x="45470" y="3381"/>
                </a:lnTo>
                <a:lnTo>
                  <a:pt x="44413" y="1056"/>
                </a:lnTo>
                <a:lnTo>
                  <a:pt x="43355" y="845"/>
                </a:lnTo>
                <a:lnTo>
                  <a:pt x="40183" y="0"/>
                </a:lnTo>
                <a:close/>
              </a:path>
            </a:pathLst>
          </a:custGeom>
          <a:solidFill>
            <a:srgbClr val="000000"/>
          </a:solidFill>
        </p:spPr>
        <p:txBody>
          <a:bodyPr wrap="square" lIns="0" tIns="0" rIns="0" bIns="0" rtlCol="0"/>
          <a:lstStyle/>
          <a:p>
            <a:endParaRPr/>
          </a:p>
        </p:txBody>
      </p:sp>
      <p:sp>
        <p:nvSpPr>
          <p:cNvPr id="285" name="bg object 285"/>
          <p:cNvSpPr/>
          <p:nvPr/>
        </p:nvSpPr>
        <p:spPr>
          <a:xfrm>
            <a:off x="14347617" y="2003852"/>
            <a:ext cx="53975" cy="59055"/>
          </a:xfrm>
          <a:custGeom>
            <a:avLst/>
            <a:gdLst/>
            <a:ahLst/>
            <a:cxnLst/>
            <a:rect l="l" t="t" r="r" b="b"/>
            <a:pathLst>
              <a:path w="53975" h="59055">
                <a:moveTo>
                  <a:pt x="46948" y="9828"/>
                </a:moveTo>
                <a:lnTo>
                  <a:pt x="7316" y="9828"/>
                </a:lnTo>
                <a:lnTo>
                  <a:pt x="5254" y="13950"/>
                </a:lnTo>
                <a:lnTo>
                  <a:pt x="3139" y="18812"/>
                </a:lnTo>
                <a:lnTo>
                  <a:pt x="0" y="27356"/>
                </a:lnTo>
                <a:lnTo>
                  <a:pt x="231" y="35008"/>
                </a:lnTo>
                <a:lnTo>
                  <a:pt x="4031" y="42145"/>
                </a:lnTo>
                <a:lnTo>
                  <a:pt x="11599" y="49143"/>
                </a:lnTo>
                <a:lnTo>
                  <a:pt x="12656" y="49989"/>
                </a:lnTo>
                <a:lnTo>
                  <a:pt x="14771" y="51363"/>
                </a:lnTo>
                <a:lnTo>
                  <a:pt x="14771" y="52525"/>
                </a:lnTo>
                <a:lnTo>
                  <a:pt x="13713" y="57070"/>
                </a:lnTo>
                <a:lnTo>
                  <a:pt x="15953" y="58972"/>
                </a:lnTo>
                <a:lnTo>
                  <a:pt x="21116" y="58972"/>
                </a:lnTo>
                <a:lnTo>
                  <a:pt x="23231" y="58549"/>
                </a:lnTo>
                <a:lnTo>
                  <a:pt x="23231" y="58338"/>
                </a:lnTo>
                <a:lnTo>
                  <a:pt x="31992" y="58338"/>
                </a:lnTo>
                <a:lnTo>
                  <a:pt x="33805" y="57070"/>
                </a:lnTo>
                <a:lnTo>
                  <a:pt x="36978" y="53159"/>
                </a:lnTo>
                <a:lnTo>
                  <a:pt x="40150" y="48192"/>
                </a:lnTo>
                <a:lnTo>
                  <a:pt x="47552" y="48192"/>
                </a:lnTo>
                <a:lnTo>
                  <a:pt x="48610" y="45550"/>
                </a:lnTo>
                <a:lnTo>
                  <a:pt x="48610" y="44282"/>
                </a:lnTo>
                <a:lnTo>
                  <a:pt x="52179" y="36402"/>
                </a:lnTo>
                <a:lnTo>
                  <a:pt x="53368" y="30701"/>
                </a:lnTo>
                <a:lnTo>
                  <a:pt x="52179" y="24842"/>
                </a:lnTo>
                <a:lnTo>
                  <a:pt x="48610" y="16486"/>
                </a:lnTo>
                <a:lnTo>
                  <a:pt x="49667" y="10462"/>
                </a:lnTo>
                <a:lnTo>
                  <a:pt x="46948" y="9828"/>
                </a:lnTo>
                <a:close/>
              </a:path>
              <a:path w="53975" h="59055">
                <a:moveTo>
                  <a:pt x="31992" y="58338"/>
                </a:moveTo>
                <a:lnTo>
                  <a:pt x="25346" y="58338"/>
                </a:lnTo>
                <a:lnTo>
                  <a:pt x="27460" y="58972"/>
                </a:lnTo>
                <a:lnTo>
                  <a:pt x="30280" y="58972"/>
                </a:lnTo>
                <a:lnTo>
                  <a:pt x="31690" y="58549"/>
                </a:lnTo>
                <a:lnTo>
                  <a:pt x="31992" y="58338"/>
                </a:lnTo>
                <a:close/>
              </a:path>
              <a:path w="53975" h="59055">
                <a:moveTo>
                  <a:pt x="28518" y="0"/>
                </a:moveTo>
                <a:lnTo>
                  <a:pt x="23231" y="0"/>
                </a:lnTo>
                <a:lnTo>
                  <a:pt x="20058" y="1902"/>
                </a:lnTo>
                <a:lnTo>
                  <a:pt x="17943" y="4121"/>
                </a:lnTo>
                <a:lnTo>
                  <a:pt x="15828" y="8032"/>
                </a:lnTo>
                <a:lnTo>
                  <a:pt x="12656" y="8560"/>
                </a:lnTo>
                <a:lnTo>
                  <a:pt x="6888" y="9828"/>
                </a:lnTo>
                <a:lnTo>
                  <a:pt x="36978" y="9828"/>
                </a:lnTo>
                <a:lnTo>
                  <a:pt x="35920" y="8771"/>
                </a:lnTo>
                <a:lnTo>
                  <a:pt x="34863" y="7609"/>
                </a:lnTo>
                <a:lnTo>
                  <a:pt x="33805" y="6341"/>
                </a:lnTo>
                <a:lnTo>
                  <a:pt x="31690" y="2325"/>
                </a:lnTo>
                <a:lnTo>
                  <a:pt x="28518" y="0"/>
                </a:lnTo>
                <a:close/>
              </a:path>
            </a:pathLst>
          </a:custGeom>
          <a:solidFill>
            <a:srgbClr val="000000"/>
          </a:solidFill>
        </p:spPr>
        <p:txBody>
          <a:bodyPr wrap="square" lIns="0" tIns="0" rIns="0" bIns="0" rtlCol="0"/>
          <a:lstStyle/>
          <a:p>
            <a:endParaRPr/>
          </a:p>
        </p:txBody>
      </p:sp>
      <p:sp>
        <p:nvSpPr>
          <p:cNvPr id="286" name="bg object 286"/>
          <p:cNvSpPr/>
          <p:nvPr/>
        </p:nvSpPr>
        <p:spPr>
          <a:xfrm>
            <a:off x="18089940" y="6629719"/>
            <a:ext cx="59690" cy="58419"/>
          </a:xfrm>
          <a:custGeom>
            <a:avLst/>
            <a:gdLst/>
            <a:ahLst/>
            <a:cxnLst/>
            <a:rect l="l" t="t" r="r" b="b"/>
            <a:pathLst>
              <a:path w="59690" h="58420">
                <a:moveTo>
                  <a:pt x="48723" y="38258"/>
                </a:moveTo>
                <a:lnTo>
                  <a:pt x="7402" y="38258"/>
                </a:lnTo>
                <a:lnTo>
                  <a:pt x="9517" y="40266"/>
                </a:lnTo>
                <a:lnTo>
                  <a:pt x="10574" y="42274"/>
                </a:lnTo>
                <a:lnTo>
                  <a:pt x="11632" y="47769"/>
                </a:lnTo>
                <a:lnTo>
                  <a:pt x="12689" y="48087"/>
                </a:lnTo>
                <a:lnTo>
                  <a:pt x="16919" y="48826"/>
                </a:lnTo>
                <a:lnTo>
                  <a:pt x="20091" y="49038"/>
                </a:lnTo>
                <a:lnTo>
                  <a:pt x="20091" y="55696"/>
                </a:lnTo>
                <a:lnTo>
                  <a:pt x="22495" y="58338"/>
                </a:lnTo>
                <a:lnTo>
                  <a:pt x="38068" y="58338"/>
                </a:lnTo>
                <a:lnTo>
                  <a:pt x="40183" y="56858"/>
                </a:lnTo>
                <a:lnTo>
                  <a:pt x="40183" y="50940"/>
                </a:lnTo>
                <a:lnTo>
                  <a:pt x="42298" y="48615"/>
                </a:lnTo>
                <a:lnTo>
                  <a:pt x="50678" y="48615"/>
                </a:lnTo>
                <a:lnTo>
                  <a:pt x="48782" y="38575"/>
                </a:lnTo>
                <a:lnTo>
                  <a:pt x="48723" y="38258"/>
                </a:lnTo>
                <a:close/>
              </a:path>
              <a:path w="59690" h="58420">
                <a:moveTo>
                  <a:pt x="50678" y="48615"/>
                </a:moveTo>
                <a:lnTo>
                  <a:pt x="42298" y="48615"/>
                </a:lnTo>
                <a:lnTo>
                  <a:pt x="44413" y="49038"/>
                </a:lnTo>
                <a:lnTo>
                  <a:pt x="50758" y="49038"/>
                </a:lnTo>
                <a:lnTo>
                  <a:pt x="50678" y="48615"/>
                </a:lnTo>
                <a:close/>
              </a:path>
              <a:path w="59690" h="58420">
                <a:moveTo>
                  <a:pt x="33838" y="0"/>
                </a:moveTo>
                <a:lnTo>
                  <a:pt x="28551" y="0"/>
                </a:lnTo>
                <a:lnTo>
                  <a:pt x="22206" y="634"/>
                </a:lnTo>
                <a:lnTo>
                  <a:pt x="21149" y="845"/>
                </a:lnTo>
                <a:lnTo>
                  <a:pt x="21149" y="5601"/>
                </a:lnTo>
                <a:lnTo>
                  <a:pt x="20091" y="6869"/>
                </a:lnTo>
                <a:lnTo>
                  <a:pt x="17976" y="8666"/>
                </a:lnTo>
                <a:lnTo>
                  <a:pt x="13635" y="8666"/>
                </a:lnTo>
                <a:lnTo>
                  <a:pt x="9517" y="12576"/>
                </a:lnTo>
                <a:lnTo>
                  <a:pt x="9517" y="18177"/>
                </a:lnTo>
                <a:lnTo>
                  <a:pt x="8459" y="18389"/>
                </a:lnTo>
                <a:lnTo>
                  <a:pt x="2114" y="19234"/>
                </a:lnTo>
                <a:lnTo>
                  <a:pt x="0" y="21137"/>
                </a:lnTo>
                <a:lnTo>
                  <a:pt x="1057" y="27266"/>
                </a:lnTo>
                <a:lnTo>
                  <a:pt x="1057" y="30331"/>
                </a:lnTo>
                <a:lnTo>
                  <a:pt x="0" y="34136"/>
                </a:lnTo>
                <a:lnTo>
                  <a:pt x="1057" y="36567"/>
                </a:lnTo>
                <a:lnTo>
                  <a:pt x="3172" y="38575"/>
                </a:lnTo>
                <a:lnTo>
                  <a:pt x="7402" y="38258"/>
                </a:lnTo>
                <a:lnTo>
                  <a:pt x="48723" y="38258"/>
                </a:lnTo>
                <a:lnTo>
                  <a:pt x="48663" y="37941"/>
                </a:lnTo>
                <a:lnTo>
                  <a:pt x="57216" y="37941"/>
                </a:lnTo>
                <a:lnTo>
                  <a:pt x="58160" y="35299"/>
                </a:lnTo>
                <a:lnTo>
                  <a:pt x="59217" y="32551"/>
                </a:lnTo>
                <a:lnTo>
                  <a:pt x="59217" y="20291"/>
                </a:lnTo>
                <a:lnTo>
                  <a:pt x="57102" y="19023"/>
                </a:lnTo>
                <a:lnTo>
                  <a:pt x="50909" y="19023"/>
                </a:lnTo>
                <a:lnTo>
                  <a:pt x="48643" y="17438"/>
                </a:lnTo>
                <a:lnTo>
                  <a:pt x="49700" y="14478"/>
                </a:lnTo>
                <a:lnTo>
                  <a:pt x="49700" y="10040"/>
                </a:lnTo>
                <a:lnTo>
                  <a:pt x="46528" y="9406"/>
                </a:lnTo>
                <a:lnTo>
                  <a:pt x="36870" y="9406"/>
                </a:lnTo>
                <a:lnTo>
                  <a:pt x="42298" y="1268"/>
                </a:lnTo>
                <a:lnTo>
                  <a:pt x="38672" y="634"/>
                </a:lnTo>
                <a:lnTo>
                  <a:pt x="35953" y="211"/>
                </a:lnTo>
                <a:lnTo>
                  <a:pt x="33838" y="0"/>
                </a:lnTo>
                <a:close/>
              </a:path>
              <a:path w="59690" h="58420">
                <a:moveTo>
                  <a:pt x="57216" y="37941"/>
                </a:moveTo>
                <a:lnTo>
                  <a:pt x="56045" y="37941"/>
                </a:lnTo>
                <a:lnTo>
                  <a:pt x="57102" y="38258"/>
                </a:lnTo>
                <a:lnTo>
                  <a:pt x="57216" y="37941"/>
                </a:lnTo>
                <a:close/>
              </a:path>
            </a:pathLst>
          </a:custGeom>
          <a:solidFill>
            <a:srgbClr val="000000"/>
          </a:solidFill>
        </p:spPr>
        <p:txBody>
          <a:bodyPr wrap="square" lIns="0" tIns="0" rIns="0" bIns="0" rtlCol="0"/>
          <a:lstStyle/>
          <a:p>
            <a:endParaRPr/>
          </a:p>
        </p:txBody>
      </p:sp>
      <p:sp>
        <p:nvSpPr>
          <p:cNvPr id="287" name="bg object 287"/>
          <p:cNvSpPr/>
          <p:nvPr/>
        </p:nvSpPr>
        <p:spPr>
          <a:xfrm>
            <a:off x="14347088" y="3160055"/>
            <a:ext cx="55880" cy="55880"/>
          </a:xfrm>
          <a:custGeom>
            <a:avLst/>
            <a:gdLst/>
            <a:ahLst/>
            <a:cxnLst/>
            <a:rect l="l" t="t" r="r" b="b"/>
            <a:pathLst>
              <a:path w="55880" h="55880">
                <a:moveTo>
                  <a:pt x="32219" y="0"/>
                </a:moveTo>
                <a:lnTo>
                  <a:pt x="26932" y="0"/>
                </a:lnTo>
                <a:lnTo>
                  <a:pt x="24817" y="105"/>
                </a:lnTo>
                <a:lnTo>
                  <a:pt x="23759" y="422"/>
                </a:lnTo>
                <a:lnTo>
                  <a:pt x="22702" y="317"/>
                </a:lnTo>
                <a:lnTo>
                  <a:pt x="20587" y="0"/>
                </a:lnTo>
                <a:lnTo>
                  <a:pt x="17415" y="105"/>
                </a:lnTo>
                <a:lnTo>
                  <a:pt x="17415" y="422"/>
                </a:lnTo>
                <a:lnTo>
                  <a:pt x="13185" y="3276"/>
                </a:lnTo>
                <a:lnTo>
                  <a:pt x="10012" y="6763"/>
                </a:lnTo>
                <a:lnTo>
                  <a:pt x="6840" y="10568"/>
                </a:lnTo>
                <a:lnTo>
                  <a:pt x="3668" y="14161"/>
                </a:lnTo>
                <a:lnTo>
                  <a:pt x="4725" y="19763"/>
                </a:lnTo>
                <a:lnTo>
                  <a:pt x="495" y="22405"/>
                </a:lnTo>
                <a:lnTo>
                  <a:pt x="0" y="29580"/>
                </a:lnTo>
                <a:lnTo>
                  <a:pt x="1288" y="36289"/>
                </a:lnTo>
                <a:lnTo>
                  <a:pt x="3767" y="42662"/>
                </a:lnTo>
                <a:lnTo>
                  <a:pt x="6840" y="48826"/>
                </a:lnTo>
                <a:lnTo>
                  <a:pt x="12127" y="48826"/>
                </a:lnTo>
                <a:lnTo>
                  <a:pt x="14242" y="52420"/>
                </a:lnTo>
                <a:lnTo>
                  <a:pt x="17415" y="53582"/>
                </a:lnTo>
                <a:lnTo>
                  <a:pt x="19529" y="54533"/>
                </a:lnTo>
                <a:lnTo>
                  <a:pt x="22702" y="55167"/>
                </a:lnTo>
                <a:lnTo>
                  <a:pt x="25874" y="55167"/>
                </a:lnTo>
                <a:lnTo>
                  <a:pt x="27989" y="55273"/>
                </a:lnTo>
                <a:lnTo>
                  <a:pt x="30104" y="54745"/>
                </a:lnTo>
                <a:lnTo>
                  <a:pt x="31162" y="53688"/>
                </a:lnTo>
                <a:lnTo>
                  <a:pt x="35391" y="50834"/>
                </a:lnTo>
                <a:lnTo>
                  <a:pt x="40679" y="50306"/>
                </a:lnTo>
                <a:lnTo>
                  <a:pt x="43851" y="47241"/>
                </a:lnTo>
                <a:lnTo>
                  <a:pt x="47023" y="43965"/>
                </a:lnTo>
                <a:lnTo>
                  <a:pt x="50196" y="40371"/>
                </a:lnTo>
                <a:lnTo>
                  <a:pt x="54426" y="36884"/>
                </a:lnTo>
                <a:lnTo>
                  <a:pt x="54426" y="34559"/>
                </a:lnTo>
                <a:lnTo>
                  <a:pt x="53368" y="30014"/>
                </a:lnTo>
                <a:lnTo>
                  <a:pt x="55483" y="25047"/>
                </a:lnTo>
                <a:lnTo>
                  <a:pt x="52311" y="20608"/>
                </a:lnTo>
                <a:lnTo>
                  <a:pt x="48081" y="15852"/>
                </a:lnTo>
                <a:lnTo>
                  <a:pt x="48081" y="7080"/>
                </a:lnTo>
                <a:lnTo>
                  <a:pt x="36449" y="4861"/>
                </a:lnTo>
                <a:close/>
              </a:path>
            </a:pathLst>
          </a:custGeom>
          <a:solidFill>
            <a:srgbClr val="000000"/>
          </a:solidFill>
        </p:spPr>
        <p:txBody>
          <a:bodyPr wrap="square" lIns="0" tIns="0" rIns="0" bIns="0" rtlCol="0"/>
          <a:lstStyle/>
          <a:p>
            <a:endParaRPr/>
          </a:p>
        </p:txBody>
      </p:sp>
      <p:sp>
        <p:nvSpPr>
          <p:cNvPr id="288" name="bg object 288"/>
          <p:cNvSpPr/>
          <p:nvPr/>
        </p:nvSpPr>
        <p:spPr>
          <a:xfrm>
            <a:off x="15204392" y="8821"/>
            <a:ext cx="55880" cy="31115"/>
          </a:xfrm>
          <a:custGeom>
            <a:avLst/>
            <a:gdLst/>
            <a:ahLst/>
            <a:cxnLst/>
            <a:rect l="l" t="t" r="r" b="b"/>
            <a:pathLst>
              <a:path w="55880" h="31115">
                <a:moveTo>
                  <a:pt x="55640" y="0"/>
                </a:moveTo>
                <a:lnTo>
                  <a:pt x="621" y="0"/>
                </a:lnTo>
                <a:lnTo>
                  <a:pt x="0" y="4970"/>
                </a:lnTo>
                <a:lnTo>
                  <a:pt x="5022" y="14056"/>
                </a:lnTo>
                <a:lnTo>
                  <a:pt x="5022" y="23990"/>
                </a:lnTo>
                <a:lnTo>
                  <a:pt x="7137" y="25470"/>
                </a:lnTo>
                <a:lnTo>
                  <a:pt x="11367" y="25470"/>
                </a:lnTo>
                <a:lnTo>
                  <a:pt x="12425" y="25258"/>
                </a:lnTo>
                <a:lnTo>
                  <a:pt x="14540" y="25258"/>
                </a:lnTo>
                <a:lnTo>
                  <a:pt x="15597" y="25364"/>
                </a:lnTo>
                <a:lnTo>
                  <a:pt x="16655" y="25787"/>
                </a:lnTo>
                <a:lnTo>
                  <a:pt x="19827" y="27372"/>
                </a:lnTo>
                <a:lnTo>
                  <a:pt x="22999" y="30331"/>
                </a:lnTo>
                <a:lnTo>
                  <a:pt x="27229" y="30860"/>
                </a:lnTo>
                <a:lnTo>
                  <a:pt x="33574" y="30860"/>
                </a:lnTo>
                <a:lnTo>
                  <a:pt x="35689" y="25681"/>
                </a:lnTo>
                <a:lnTo>
                  <a:pt x="39919" y="25258"/>
                </a:lnTo>
                <a:lnTo>
                  <a:pt x="43091" y="25047"/>
                </a:lnTo>
                <a:lnTo>
                  <a:pt x="46263" y="22511"/>
                </a:lnTo>
                <a:lnTo>
                  <a:pt x="47321" y="20080"/>
                </a:lnTo>
                <a:lnTo>
                  <a:pt x="50493" y="15641"/>
                </a:lnTo>
                <a:lnTo>
                  <a:pt x="52608" y="10674"/>
                </a:lnTo>
                <a:lnTo>
                  <a:pt x="54723" y="6024"/>
                </a:lnTo>
                <a:lnTo>
                  <a:pt x="53666" y="2959"/>
                </a:lnTo>
                <a:lnTo>
                  <a:pt x="55640" y="0"/>
                </a:lnTo>
                <a:close/>
              </a:path>
            </a:pathLst>
          </a:custGeom>
          <a:solidFill>
            <a:srgbClr val="000000"/>
          </a:solidFill>
        </p:spPr>
        <p:txBody>
          <a:bodyPr wrap="square" lIns="0" tIns="0" rIns="0" bIns="0" rtlCol="0"/>
          <a:lstStyle/>
          <a:p>
            <a:endParaRPr/>
          </a:p>
        </p:txBody>
      </p:sp>
      <p:sp>
        <p:nvSpPr>
          <p:cNvPr id="289" name="bg object 289"/>
          <p:cNvSpPr/>
          <p:nvPr/>
        </p:nvSpPr>
        <p:spPr>
          <a:xfrm>
            <a:off x="15498102" y="5467809"/>
            <a:ext cx="59690" cy="54610"/>
          </a:xfrm>
          <a:custGeom>
            <a:avLst/>
            <a:gdLst/>
            <a:ahLst/>
            <a:cxnLst/>
            <a:rect l="l" t="t" r="r" b="b"/>
            <a:pathLst>
              <a:path w="59690" h="54610">
                <a:moveTo>
                  <a:pt x="29080" y="0"/>
                </a:moveTo>
                <a:lnTo>
                  <a:pt x="24321" y="0"/>
                </a:lnTo>
                <a:lnTo>
                  <a:pt x="24321" y="528"/>
                </a:lnTo>
                <a:lnTo>
                  <a:pt x="24086" y="528"/>
                </a:lnTo>
                <a:lnTo>
                  <a:pt x="20091" y="2325"/>
                </a:lnTo>
                <a:lnTo>
                  <a:pt x="15861" y="5284"/>
                </a:lnTo>
                <a:lnTo>
                  <a:pt x="11632" y="6235"/>
                </a:lnTo>
                <a:lnTo>
                  <a:pt x="11632" y="14478"/>
                </a:lnTo>
                <a:lnTo>
                  <a:pt x="3172" y="17121"/>
                </a:lnTo>
                <a:lnTo>
                  <a:pt x="1057" y="23673"/>
                </a:lnTo>
                <a:lnTo>
                  <a:pt x="0" y="25893"/>
                </a:lnTo>
                <a:lnTo>
                  <a:pt x="0" y="28640"/>
                </a:lnTo>
                <a:lnTo>
                  <a:pt x="1057" y="30965"/>
                </a:lnTo>
                <a:lnTo>
                  <a:pt x="2114" y="37201"/>
                </a:lnTo>
                <a:lnTo>
                  <a:pt x="11632" y="38258"/>
                </a:lnTo>
                <a:lnTo>
                  <a:pt x="10574" y="46501"/>
                </a:lnTo>
                <a:lnTo>
                  <a:pt x="10574" y="46924"/>
                </a:lnTo>
                <a:lnTo>
                  <a:pt x="11632" y="48192"/>
                </a:lnTo>
                <a:lnTo>
                  <a:pt x="17976" y="48192"/>
                </a:lnTo>
                <a:lnTo>
                  <a:pt x="21043" y="54322"/>
                </a:lnTo>
                <a:lnTo>
                  <a:pt x="21149" y="54533"/>
                </a:lnTo>
                <a:lnTo>
                  <a:pt x="27494" y="54533"/>
                </a:lnTo>
                <a:lnTo>
                  <a:pt x="28551" y="54322"/>
                </a:lnTo>
                <a:lnTo>
                  <a:pt x="29608" y="53899"/>
                </a:lnTo>
                <a:lnTo>
                  <a:pt x="34896" y="51257"/>
                </a:lnTo>
                <a:lnTo>
                  <a:pt x="43355" y="50517"/>
                </a:lnTo>
                <a:lnTo>
                  <a:pt x="46528" y="44176"/>
                </a:lnTo>
                <a:lnTo>
                  <a:pt x="49700" y="38258"/>
                </a:lnTo>
                <a:lnTo>
                  <a:pt x="54988" y="32973"/>
                </a:lnTo>
                <a:lnTo>
                  <a:pt x="54988" y="25364"/>
                </a:lnTo>
                <a:lnTo>
                  <a:pt x="59217" y="17860"/>
                </a:lnTo>
                <a:lnTo>
                  <a:pt x="49700" y="14478"/>
                </a:lnTo>
                <a:lnTo>
                  <a:pt x="49700" y="7820"/>
                </a:lnTo>
                <a:lnTo>
                  <a:pt x="48643" y="5284"/>
                </a:lnTo>
                <a:lnTo>
                  <a:pt x="47585" y="4967"/>
                </a:lnTo>
                <a:lnTo>
                  <a:pt x="39549" y="4967"/>
                </a:lnTo>
                <a:lnTo>
                  <a:pt x="37011" y="4333"/>
                </a:lnTo>
                <a:lnTo>
                  <a:pt x="35953" y="1796"/>
                </a:lnTo>
                <a:lnTo>
                  <a:pt x="32781" y="1162"/>
                </a:lnTo>
                <a:lnTo>
                  <a:pt x="31723" y="528"/>
                </a:lnTo>
                <a:lnTo>
                  <a:pt x="29080" y="0"/>
                </a:lnTo>
                <a:close/>
              </a:path>
            </a:pathLst>
          </a:custGeom>
          <a:solidFill>
            <a:srgbClr val="000000"/>
          </a:solidFill>
        </p:spPr>
        <p:txBody>
          <a:bodyPr wrap="square" lIns="0" tIns="0" rIns="0" bIns="0" rtlCol="0"/>
          <a:lstStyle/>
          <a:p>
            <a:endParaRPr/>
          </a:p>
        </p:txBody>
      </p:sp>
      <p:sp>
        <p:nvSpPr>
          <p:cNvPr id="290" name="bg object 290"/>
          <p:cNvSpPr/>
          <p:nvPr/>
        </p:nvSpPr>
        <p:spPr>
          <a:xfrm>
            <a:off x="14636139" y="857373"/>
            <a:ext cx="45085" cy="45085"/>
          </a:xfrm>
          <a:custGeom>
            <a:avLst/>
            <a:gdLst/>
            <a:ahLst/>
            <a:cxnLst/>
            <a:rect l="l" t="t" r="r" b="b"/>
            <a:pathLst>
              <a:path w="45084" h="45084">
                <a:moveTo>
                  <a:pt x="15994" y="44388"/>
                </a:moveTo>
                <a:lnTo>
                  <a:pt x="10706" y="44388"/>
                </a:lnTo>
                <a:lnTo>
                  <a:pt x="10706" y="44599"/>
                </a:lnTo>
                <a:lnTo>
                  <a:pt x="11764" y="44599"/>
                </a:lnTo>
                <a:lnTo>
                  <a:pt x="15994" y="44388"/>
                </a:lnTo>
                <a:close/>
              </a:path>
              <a:path w="45084" h="45084">
                <a:moveTo>
                  <a:pt x="15994" y="0"/>
                </a:moveTo>
                <a:lnTo>
                  <a:pt x="13879" y="0"/>
                </a:lnTo>
                <a:lnTo>
                  <a:pt x="11764" y="317"/>
                </a:lnTo>
                <a:lnTo>
                  <a:pt x="10706" y="1902"/>
                </a:lnTo>
                <a:lnTo>
                  <a:pt x="7534" y="5601"/>
                </a:lnTo>
                <a:lnTo>
                  <a:pt x="3304" y="8877"/>
                </a:lnTo>
                <a:lnTo>
                  <a:pt x="132" y="12365"/>
                </a:lnTo>
                <a:lnTo>
                  <a:pt x="214" y="18787"/>
                </a:lnTo>
                <a:lnTo>
                  <a:pt x="0" y="25298"/>
                </a:lnTo>
                <a:lnTo>
                  <a:pt x="1173" y="31552"/>
                </a:lnTo>
                <a:lnTo>
                  <a:pt x="5419" y="37201"/>
                </a:lnTo>
                <a:lnTo>
                  <a:pt x="4362" y="42274"/>
                </a:lnTo>
                <a:lnTo>
                  <a:pt x="6588" y="44388"/>
                </a:lnTo>
                <a:lnTo>
                  <a:pt x="42313" y="44388"/>
                </a:lnTo>
                <a:lnTo>
                  <a:pt x="43488" y="42274"/>
                </a:lnTo>
                <a:lnTo>
                  <a:pt x="43488" y="41111"/>
                </a:lnTo>
                <a:lnTo>
                  <a:pt x="44545" y="35404"/>
                </a:lnTo>
                <a:lnTo>
                  <a:pt x="44545" y="5918"/>
                </a:lnTo>
                <a:lnTo>
                  <a:pt x="36085" y="5918"/>
                </a:lnTo>
                <a:lnTo>
                  <a:pt x="33970" y="317"/>
                </a:lnTo>
                <a:lnTo>
                  <a:pt x="17051" y="317"/>
                </a:lnTo>
                <a:lnTo>
                  <a:pt x="15994" y="0"/>
                </a:lnTo>
                <a:close/>
              </a:path>
            </a:pathLst>
          </a:custGeom>
          <a:solidFill>
            <a:srgbClr val="000000"/>
          </a:solidFill>
        </p:spPr>
        <p:txBody>
          <a:bodyPr wrap="square" lIns="0" tIns="0" rIns="0" bIns="0" rtlCol="0"/>
          <a:lstStyle/>
          <a:p>
            <a:endParaRPr/>
          </a:p>
        </p:txBody>
      </p:sp>
      <p:sp>
        <p:nvSpPr>
          <p:cNvPr id="291" name="bg object 291"/>
          <p:cNvSpPr/>
          <p:nvPr/>
        </p:nvSpPr>
        <p:spPr>
          <a:xfrm>
            <a:off x="14635213" y="4315834"/>
            <a:ext cx="45720" cy="50165"/>
          </a:xfrm>
          <a:custGeom>
            <a:avLst/>
            <a:gdLst/>
            <a:ahLst/>
            <a:cxnLst/>
            <a:rect l="l" t="t" r="r" b="b"/>
            <a:pathLst>
              <a:path w="45719" h="50164">
                <a:moveTo>
                  <a:pt x="26436" y="0"/>
                </a:moveTo>
                <a:lnTo>
                  <a:pt x="22206" y="0"/>
                </a:lnTo>
                <a:lnTo>
                  <a:pt x="21149" y="422"/>
                </a:lnTo>
                <a:lnTo>
                  <a:pt x="19034" y="1056"/>
                </a:lnTo>
                <a:lnTo>
                  <a:pt x="14804" y="2853"/>
                </a:lnTo>
                <a:lnTo>
                  <a:pt x="11632" y="5601"/>
                </a:lnTo>
                <a:lnTo>
                  <a:pt x="7402" y="6869"/>
                </a:lnTo>
                <a:lnTo>
                  <a:pt x="7402" y="13316"/>
                </a:lnTo>
                <a:lnTo>
                  <a:pt x="1057" y="17121"/>
                </a:lnTo>
                <a:lnTo>
                  <a:pt x="1057" y="23884"/>
                </a:lnTo>
                <a:lnTo>
                  <a:pt x="0" y="32022"/>
                </a:lnTo>
                <a:lnTo>
                  <a:pt x="6344" y="36461"/>
                </a:lnTo>
                <a:lnTo>
                  <a:pt x="7402" y="43436"/>
                </a:lnTo>
                <a:lnTo>
                  <a:pt x="7402" y="44070"/>
                </a:lnTo>
                <a:lnTo>
                  <a:pt x="9517" y="44176"/>
                </a:lnTo>
                <a:lnTo>
                  <a:pt x="11632" y="44810"/>
                </a:lnTo>
                <a:lnTo>
                  <a:pt x="14804" y="46290"/>
                </a:lnTo>
                <a:lnTo>
                  <a:pt x="17976" y="48509"/>
                </a:lnTo>
                <a:lnTo>
                  <a:pt x="21149" y="49672"/>
                </a:lnTo>
                <a:lnTo>
                  <a:pt x="22206" y="49883"/>
                </a:lnTo>
                <a:lnTo>
                  <a:pt x="23264" y="49989"/>
                </a:lnTo>
                <a:lnTo>
                  <a:pt x="24321" y="49989"/>
                </a:lnTo>
                <a:lnTo>
                  <a:pt x="27494" y="49883"/>
                </a:lnTo>
                <a:lnTo>
                  <a:pt x="30666" y="46713"/>
                </a:lnTo>
                <a:lnTo>
                  <a:pt x="33838" y="44810"/>
                </a:lnTo>
                <a:lnTo>
                  <a:pt x="34896" y="44599"/>
                </a:lnTo>
                <a:lnTo>
                  <a:pt x="34896" y="44388"/>
                </a:lnTo>
                <a:lnTo>
                  <a:pt x="37011" y="44388"/>
                </a:lnTo>
                <a:lnTo>
                  <a:pt x="38068" y="44705"/>
                </a:lnTo>
                <a:lnTo>
                  <a:pt x="42298" y="44705"/>
                </a:lnTo>
                <a:lnTo>
                  <a:pt x="45470" y="44599"/>
                </a:lnTo>
                <a:lnTo>
                  <a:pt x="45470" y="27583"/>
                </a:lnTo>
                <a:lnTo>
                  <a:pt x="45470" y="6024"/>
                </a:lnTo>
                <a:lnTo>
                  <a:pt x="42298" y="5601"/>
                </a:lnTo>
                <a:lnTo>
                  <a:pt x="34896" y="5601"/>
                </a:lnTo>
                <a:lnTo>
                  <a:pt x="32781" y="5389"/>
                </a:lnTo>
                <a:lnTo>
                  <a:pt x="28551" y="845"/>
                </a:lnTo>
                <a:close/>
              </a:path>
            </a:pathLst>
          </a:custGeom>
          <a:solidFill>
            <a:srgbClr val="000000"/>
          </a:solidFill>
        </p:spPr>
        <p:txBody>
          <a:bodyPr wrap="square" lIns="0" tIns="0" rIns="0" bIns="0" rtlCol="0"/>
          <a:lstStyle/>
          <a:p>
            <a:endParaRPr/>
          </a:p>
        </p:txBody>
      </p:sp>
      <p:sp>
        <p:nvSpPr>
          <p:cNvPr id="292" name="bg object 292"/>
          <p:cNvSpPr/>
          <p:nvPr/>
        </p:nvSpPr>
        <p:spPr>
          <a:xfrm>
            <a:off x="17810556" y="6633946"/>
            <a:ext cx="45085" cy="45085"/>
          </a:xfrm>
          <a:custGeom>
            <a:avLst/>
            <a:gdLst/>
            <a:ahLst/>
            <a:cxnLst/>
            <a:rect l="l" t="t" r="r" b="b"/>
            <a:pathLst>
              <a:path w="45084" h="45084">
                <a:moveTo>
                  <a:pt x="24536" y="0"/>
                </a:moveTo>
                <a:lnTo>
                  <a:pt x="20306" y="0"/>
                </a:lnTo>
                <a:lnTo>
                  <a:pt x="18191" y="845"/>
                </a:lnTo>
                <a:lnTo>
                  <a:pt x="15019" y="2536"/>
                </a:lnTo>
                <a:lnTo>
                  <a:pt x="6311" y="7510"/>
                </a:lnTo>
                <a:lnTo>
                  <a:pt x="1668" y="11889"/>
                </a:lnTo>
                <a:lnTo>
                  <a:pt x="0" y="17933"/>
                </a:lnTo>
                <a:lnTo>
                  <a:pt x="214" y="27901"/>
                </a:lnTo>
                <a:lnTo>
                  <a:pt x="1272" y="29592"/>
                </a:lnTo>
                <a:lnTo>
                  <a:pt x="214" y="31705"/>
                </a:lnTo>
                <a:lnTo>
                  <a:pt x="1272" y="32445"/>
                </a:lnTo>
                <a:lnTo>
                  <a:pt x="4444" y="35087"/>
                </a:lnTo>
                <a:lnTo>
                  <a:pt x="5502" y="39103"/>
                </a:lnTo>
                <a:lnTo>
                  <a:pt x="6559" y="42591"/>
                </a:lnTo>
                <a:lnTo>
                  <a:pt x="7617" y="44388"/>
                </a:lnTo>
                <a:lnTo>
                  <a:pt x="8674" y="44916"/>
                </a:lnTo>
                <a:lnTo>
                  <a:pt x="11846" y="44916"/>
                </a:lnTo>
                <a:lnTo>
                  <a:pt x="13961" y="44388"/>
                </a:lnTo>
                <a:lnTo>
                  <a:pt x="43570" y="44388"/>
                </a:lnTo>
                <a:lnTo>
                  <a:pt x="44628" y="43753"/>
                </a:lnTo>
                <a:lnTo>
                  <a:pt x="44628" y="6235"/>
                </a:lnTo>
                <a:lnTo>
                  <a:pt x="42513" y="5072"/>
                </a:lnTo>
                <a:lnTo>
                  <a:pt x="33207" y="5072"/>
                </a:lnTo>
                <a:lnTo>
                  <a:pt x="29823" y="3381"/>
                </a:lnTo>
                <a:lnTo>
                  <a:pt x="26651" y="1056"/>
                </a:lnTo>
                <a:lnTo>
                  <a:pt x="24536" y="0"/>
                </a:lnTo>
                <a:close/>
              </a:path>
            </a:pathLst>
          </a:custGeom>
          <a:solidFill>
            <a:srgbClr val="000000"/>
          </a:solidFill>
        </p:spPr>
        <p:txBody>
          <a:bodyPr wrap="square" lIns="0" tIns="0" rIns="0" bIns="0" rtlCol="0"/>
          <a:lstStyle/>
          <a:p>
            <a:endParaRPr/>
          </a:p>
        </p:txBody>
      </p:sp>
      <p:sp>
        <p:nvSpPr>
          <p:cNvPr id="293" name="bg object 293"/>
          <p:cNvSpPr/>
          <p:nvPr/>
        </p:nvSpPr>
        <p:spPr>
          <a:xfrm>
            <a:off x="15209415" y="5188165"/>
            <a:ext cx="45085" cy="45085"/>
          </a:xfrm>
          <a:custGeom>
            <a:avLst/>
            <a:gdLst/>
            <a:ahLst/>
            <a:cxnLst/>
            <a:rect l="l" t="t" r="r" b="b"/>
            <a:pathLst>
              <a:path w="45084" h="45085">
                <a:moveTo>
                  <a:pt x="35953" y="0"/>
                </a:moveTo>
                <a:lnTo>
                  <a:pt x="32781" y="0"/>
                </a:lnTo>
                <a:lnTo>
                  <a:pt x="31723" y="528"/>
                </a:lnTo>
                <a:lnTo>
                  <a:pt x="1057" y="528"/>
                </a:lnTo>
                <a:lnTo>
                  <a:pt x="0" y="1268"/>
                </a:lnTo>
                <a:lnTo>
                  <a:pt x="0" y="36144"/>
                </a:lnTo>
                <a:lnTo>
                  <a:pt x="1057" y="38575"/>
                </a:lnTo>
                <a:lnTo>
                  <a:pt x="2114" y="39737"/>
                </a:lnTo>
                <a:lnTo>
                  <a:pt x="9517" y="39737"/>
                </a:lnTo>
                <a:lnTo>
                  <a:pt x="11632" y="39949"/>
                </a:lnTo>
                <a:lnTo>
                  <a:pt x="14804" y="41323"/>
                </a:lnTo>
                <a:lnTo>
                  <a:pt x="19269" y="43753"/>
                </a:lnTo>
                <a:lnTo>
                  <a:pt x="21149" y="44599"/>
                </a:lnTo>
                <a:lnTo>
                  <a:pt x="24321" y="44599"/>
                </a:lnTo>
                <a:lnTo>
                  <a:pt x="26436" y="43753"/>
                </a:lnTo>
                <a:lnTo>
                  <a:pt x="29608" y="42274"/>
                </a:lnTo>
                <a:lnTo>
                  <a:pt x="38762" y="37346"/>
                </a:lnTo>
                <a:lnTo>
                  <a:pt x="43355" y="32973"/>
                </a:lnTo>
                <a:lnTo>
                  <a:pt x="44776" y="26936"/>
                </a:lnTo>
                <a:lnTo>
                  <a:pt x="44413" y="17015"/>
                </a:lnTo>
                <a:lnTo>
                  <a:pt x="44413" y="13210"/>
                </a:lnTo>
                <a:lnTo>
                  <a:pt x="43355" y="12470"/>
                </a:lnTo>
                <a:lnTo>
                  <a:pt x="40183" y="9723"/>
                </a:lnTo>
                <a:lnTo>
                  <a:pt x="40183" y="5812"/>
                </a:lnTo>
                <a:lnTo>
                  <a:pt x="38068" y="2325"/>
                </a:lnTo>
                <a:lnTo>
                  <a:pt x="38068" y="528"/>
                </a:lnTo>
                <a:lnTo>
                  <a:pt x="35953" y="0"/>
                </a:lnTo>
                <a:close/>
              </a:path>
            </a:pathLst>
          </a:custGeom>
          <a:solidFill>
            <a:srgbClr val="000000"/>
          </a:solidFill>
        </p:spPr>
        <p:txBody>
          <a:bodyPr wrap="square" lIns="0" tIns="0" rIns="0" bIns="0" rtlCol="0"/>
          <a:lstStyle/>
          <a:p>
            <a:endParaRPr/>
          </a:p>
        </p:txBody>
      </p:sp>
      <p:sp>
        <p:nvSpPr>
          <p:cNvPr id="294" name="bg object 294"/>
          <p:cNvSpPr/>
          <p:nvPr/>
        </p:nvSpPr>
        <p:spPr>
          <a:xfrm>
            <a:off x="15793133" y="5766583"/>
            <a:ext cx="45720" cy="45085"/>
          </a:xfrm>
          <a:custGeom>
            <a:avLst/>
            <a:gdLst/>
            <a:ahLst/>
            <a:cxnLst/>
            <a:rect l="l" t="t" r="r" b="b"/>
            <a:pathLst>
              <a:path w="45719" h="45085">
                <a:moveTo>
                  <a:pt x="21149" y="0"/>
                </a:moveTo>
                <a:lnTo>
                  <a:pt x="14804" y="0"/>
                </a:lnTo>
                <a:lnTo>
                  <a:pt x="11632" y="951"/>
                </a:lnTo>
                <a:lnTo>
                  <a:pt x="8459" y="3276"/>
                </a:lnTo>
                <a:lnTo>
                  <a:pt x="0" y="9194"/>
                </a:lnTo>
                <a:lnTo>
                  <a:pt x="0" y="42274"/>
                </a:lnTo>
                <a:lnTo>
                  <a:pt x="2337" y="44493"/>
                </a:lnTo>
                <a:lnTo>
                  <a:pt x="36971" y="44493"/>
                </a:lnTo>
                <a:lnTo>
                  <a:pt x="38068" y="41534"/>
                </a:lnTo>
                <a:lnTo>
                  <a:pt x="39126" y="37729"/>
                </a:lnTo>
                <a:lnTo>
                  <a:pt x="41241" y="33396"/>
                </a:lnTo>
                <a:lnTo>
                  <a:pt x="43355" y="29697"/>
                </a:lnTo>
                <a:lnTo>
                  <a:pt x="44413" y="24836"/>
                </a:lnTo>
                <a:lnTo>
                  <a:pt x="45470" y="18177"/>
                </a:lnTo>
                <a:lnTo>
                  <a:pt x="39126" y="15007"/>
                </a:lnTo>
                <a:lnTo>
                  <a:pt x="39062" y="9194"/>
                </a:lnTo>
                <a:lnTo>
                  <a:pt x="38747" y="7080"/>
                </a:lnTo>
                <a:lnTo>
                  <a:pt x="29608" y="7080"/>
                </a:lnTo>
                <a:lnTo>
                  <a:pt x="28661" y="2536"/>
                </a:lnTo>
                <a:lnTo>
                  <a:pt x="28551" y="2008"/>
                </a:lnTo>
                <a:lnTo>
                  <a:pt x="25379" y="951"/>
                </a:lnTo>
                <a:lnTo>
                  <a:pt x="21149" y="0"/>
                </a:lnTo>
                <a:close/>
              </a:path>
              <a:path w="45719" h="45085">
                <a:moveTo>
                  <a:pt x="38068" y="2536"/>
                </a:moveTo>
                <a:lnTo>
                  <a:pt x="29608" y="7080"/>
                </a:lnTo>
                <a:lnTo>
                  <a:pt x="38747" y="7080"/>
                </a:lnTo>
                <a:lnTo>
                  <a:pt x="38179" y="3276"/>
                </a:lnTo>
                <a:lnTo>
                  <a:pt x="38068" y="2536"/>
                </a:lnTo>
                <a:close/>
              </a:path>
            </a:pathLst>
          </a:custGeom>
          <a:solidFill>
            <a:srgbClr val="000000"/>
          </a:solidFill>
        </p:spPr>
        <p:txBody>
          <a:bodyPr wrap="square" lIns="0" tIns="0" rIns="0" bIns="0" rtlCol="0"/>
          <a:lstStyle/>
          <a:p>
            <a:endParaRPr/>
          </a:p>
        </p:txBody>
      </p:sp>
      <p:sp>
        <p:nvSpPr>
          <p:cNvPr id="295" name="bg object 295"/>
          <p:cNvSpPr/>
          <p:nvPr/>
        </p:nvSpPr>
        <p:spPr>
          <a:xfrm>
            <a:off x="14351813" y="1724630"/>
            <a:ext cx="46990" cy="45085"/>
          </a:xfrm>
          <a:custGeom>
            <a:avLst/>
            <a:gdLst/>
            <a:ahLst/>
            <a:cxnLst/>
            <a:rect l="l" t="t" r="r" b="b"/>
            <a:pathLst>
              <a:path w="46990" h="45085">
                <a:moveTo>
                  <a:pt x="24321" y="0"/>
                </a:moveTo>
                <a:lnTo>
                  <a:pt x="21149" y="0"/>
                </a:lnTo>
                <a:lnTo>
                  <a:pt x="19034" y="845"/>
                </a:lnTo>
                <a:lnTo>
                  <a:pt x="14804" y="2959"/>
                </a:lnTo>
                <a:lnTo>
                  <a:pt x="12689" y="4650"/>
                </a:lnTo>
                <a:lnTo>
                  <a:pt x="9517" y="5072"/>
                </a:lnTo>
                <a:lnTo>
                  <a:pt x="2114" y="5072"/>
                </a:lnTo>
                <a:lnTo>
                  <a:pt x="0" y="6235"/>
                </a:lnTo>
                <a:lnTo>
                  <a:pt x="0" y="42697"/>
                </a:lnTo>
                <a:lnTo>
                  <a:pt x="2114" y="44282"/>
                </a:lnTo>
                <a:lnTo>
                  <a:pt x="21149" y="44282"/>
                </a:lnTo>
                <a:lnTo>
                  <a:pt x="23264" y="43859"/>
                </a:lnTo>
                <a:lnTo>
                  <a:pt x="27494" y="43859"/>
                </a:lnTo>
                <a:lnTo>
                  <a:pt x="28551" y="44282"/>
                </a:lnTo>
                <a:lnTo>
                  <a:pt x="30666" y="44810"/>
                </a:lnTo>
                <a:lnTo>
                  <a:pt x="31723" y="44916"/>
                </a:lnTo>
                <a:lnTo>
                  <a:pt x="32781" y="44916"/>
                </a:lnTo>
                <a:lnTo>
                  <a:pt x="39126" y="44916"/>
                </a:lnTo>
                <a:lnTo>
                  <a:pt x="39126" y="39103"/>
                </a:lnTo>
                <a:lnTo>
                  <a:pt x="42298" y="34664"/>
                </a:lnTo>
                <a:lnTo>
                  <a:pt x="46528" y="27055"/>
                </a:lnTo>
                <a:lnTo>
                  <a:pt x="44413" y="19234"/>
                </a:lnTo>
                <a:lnTo>
                  <a:pt x="43355" y="11519"/>
                </a:lnTo>
                <a:lnTo>
                  <a:pt x="43355" y="10251"/>
                </a:lnTo>
                <a:lnTo>
                  <a:pt x="40183" y="8137"/>
                </a:lnTo>
                <a:lnTo>
                  <a:pt x="33838" y="4650"/>
                </a:lnTo>
                <a:lnTo>
                  <a:pt x="29608" y="2959"/>
                </a:lnTo>
                <a:lnTo>
                  <a:pt x="26436" y="1056"/>
                </a:lnTo>
                <a:lnTo>
                  <a:pt x="24321" y="0"/>
                </a:lnTo>
                <a:close/>
              </a:path>
            </a:pathLst>
          </a:custGeom>
          <a:solidFill>
            <a:srgbClr val="000000"/>
          </a:solidFill>
        </p:spPr>
        <p:txBody>
          <a:bodyPr wrap="square" lIns="0" tIns="0" rIns="0" bIns="0" rtlCol="0"/>
          <a:lstStyle/>
          <a:p>
            <a:endParaRPr/>
          </a:p>
        </p:txBody>
      </p:sp>
      <p:sp>
        <p:nvSpPr>
          <p:cNvPr id="296" name="bg object 296"/>
          <p:cNvSpPr/>
          <p:nvPr/>
        </p:nvSpPr>
        <p:spPr>
          <a:xfrm>
            <a:off x="14351813" y="3449422"/>
            <a:ext cx="45720" cy="44450"/>
          </a:xfrm>
          <a:custGeom>
            <a:avLst/>
            <a:gdLst/>
            <a:ahLst/>
            <a:cxnLst/>
            <a:rect l="l" t="t" r="r" b="b"/>
            <a:pathLst>
              <a:path w="45719" h="44450">
                <a:moveTo>
                  <a:pt x="8459" y="4650"/>
                </a:moveTo>
                <a:lnTo>
                  <a:pt x="1922" y="4650"/>
                </a:lnTo>
                <a:lnTo>
                  <a:pt x="0" y="5707"/>
                </a:lnTo>
                <a:lnTo>
                  <a:pt x="0" y="42485"/>
                </a:lnTo>
                <a:lnTo>
                  <a:pt x="2114" y="44176"/>
                </a:lnTo>
                <a:lnTo>
                  <a:pt x="5287" y="44176"/>
                </a:lnTo>
                <a:lnTo>
                  <a:pt x="4229" y="43965"/>
                </a:lnTo>
                <a:lnTo>
                  <a:pt x="37011" y="43965"/>
                </a:lnTo>
                <a:lnTo>
                  <a:pt x="37011" y="43648"/>
                </a:lnTo>
                <a:lnTo>
                  <a:pt x="42298" y="34030"/>
                </a:lnTo>
                <a:lnTo>
                  <a:pt x="45470" y="28323"/>
                </a:lnTo>
                <a:lnTo>
                  <a:pt x="45470" y="22299"/>
                </a:lnTo>
                <a:lnTo>
                  <a:pt x="43355" y="17755"/>
                </a:lnTo>
                <a:lnTo>
                  <a:pt x="42298" y="13950"/>
                </a:lnTo>
                <a:lnTo>
                  <a:pt x="41241" y="8666"/>
                </a:lnTo>
                <a:lnTo>
                  <a:pt x="37011" y="5918"/>
                </a:lnTo>
                <a:lnTo>
                  <a:pt x="35953" y="4861"/>
                </a:lnTo>
                <a:lnTo>
                  <a:pt x="8459" y="4861"/>
                </a:lnTo>
                <a:lnTo>
                  <a:pt x="8459" y="4650"/>
                </a:lnTo>
                <a:close/>
              </a:path>
              <a:path w="45719" h="44450">
                <a:moveTo>
                  <a:pt x="23264" y="0"/>
                </a:moveTo>
                <a:lnTo>
                  <a:pt x="17976" y="0"/>
                </a:lnTo>
                <a:lnTo>
                  <a:pt x="16919" y="211"/>
                </a:lnTo>
                <a:lnTo>
                  <a:pt x="13747" y="3064"/>
                </a:lnTo>
                <a:lnTo>
                  <a:pt x="12813" y="4650"/>
                </a:lnTo>
                <a:lnTo>
                  <a:pt x="12689" y="4861"/>
                </a:lnTo>
                <a:lnTo>
                  <a:pt x="35953" y="4861"/>
                </a:lnTo>
                <a:lnTo>
                  <a:pt x="33838" y="2747"/>
                </a:lnTo>
                <a:lnTo>
                  <a:pt x="27494" y="1373"/>
                </a:lnTo>
                <a:lnTo>
                  <a:pt x="23264" y="0"/>
                </a:lnTo>
                <a:close/>
              </a:path>
            </a:pathLst>
          </a:custGeom>
          <a:solidFill>
            <a:srgbClr val="000000"/>
          </a:solidFill>
        </p:spPr>
        <p:txBody>
          <a:bodyPr wrap="square" lIns="0" tIns="0" rIns="0" bIns="0" rtlCol="0"/>
          <a:lstStyle/>
          <a:p>
            <a:endParaRPr/>
          </a:p>
        </p:txBody>
      </p:sp>
      <p:sp>
        <p:nvSpPr>
          <p:cNvPr id="297" name="bg object 297"/>
          <p:cNvSpPr/>
          <p:nvPr/>
        </p:nvSpPr>
        <p:spPr>
          <a:xfrm>
            <a:off x="16659195" y="6340140"/>
            <a:ext cx="45720" cy="45085"/>
          </a:xfrm>
          <a:custGeom>
            <a:avLst/>
            <a:gdLst/>
            <a:ahLst/>
            <a:cxnLst/>
            <a:rect l="l" t="t" r="r" b="b"/>
            <a:pathLst>
              <a:path w="45719" h="45085">
                <a:moveTo>
                  <a:pt x="23264" y="0"/>
                </a:moveTo>
                <a:lnTo>
                  <a:pt x="15861" y="0"/>
                </a:lnTo>
                <a:lnTo>
                  <a:pt x="11632" y="845"/>
                </a:lnTo>
                <a:lnTo>
                  <a:pt x="7402" y="5072"/>
                </a:lnTo>
                <a:lnTo>
                  <a:pt x="7402" y="4861"/>
                </a:lnTo>
                <a:lnTo>
                  <a:pt x="2114" y="4861"/>
                </a:lnTo>
                <a:lnTo>
                  <a:pt x="0" y="7292"/>
                </a:lnTo>
                <a:lnTo>
                  <a:pt x="1057" y="11836"/>
                </a:lnTo>
                <a:lnTo>
                  <a:pt x="1057" y="21665"/>
                </a:lnTo>
                <a:lnTo>
                  <a:pt x="1057" y="36990"/>
                </a:lnTo>
                <a:lnTo>
                  <a:pt x="2114" y="37729"/>
                </a:lnTo>
                <a:lnTo>
                  <a:pt x="6344" y="39737"/>
                </a:lnTo>
                <a:lnTo>
                  <a:pt x="10574" y="42697"/>
                </a:lnTo>
                <a:lnTo>
                  <a:pt x="13747" y="43859"/>
                </a:lnTo>
                <a:lnTo>
                  <a:pt x="16919" y="44493"/>
                </a:lnTo>
                <a:lnTo>
                  <a:pt x="19034" y="44705"/>
                </a:lnTo>
                <a:lnTo>
                  <a:pt x="21149" y="44705"/>
                </a:lnTo>
                <a:lnTo>
                  <a:pt x="24321" y="44810"/>
                </a:lnTo>
                <a:lnTo>
                  <a:pt x="30666" y="44176"/>
                </a:lnTo>
                <a:lnTo>
                  <a:pt x="32781" y="43859"/>
                </a:lnTo>
                <a:lnTo>
                  <a:pt x="34896" y="41534"/>
                </a:lnTo>
                <a:lnTo>
                  <a:pt x="37011" y="40160"/>
                </a:lnTo>
                <a:lnTo>
                  <a:pt x="41241" y="36567"/>
                </a:lnTo>
                <a:lnTo>
                  <a:pt x="40183" y="30014"/>
                </a:lnTo>
                <a:lnTo>
                  <a:pt x="44413" y="26210"/>
                </a:lnTo>
                <a:lnTo>
                  <a:pt x="45470" y="25153"/>
                </a:lnTo>
                <a:lnTo>
                  <a:pt x="45470" y="21031"/>
                </a:lnTo>
                <a:lnTo>
                  <a:pt x="41241" y="13950"/>
                </a:lnTo>
                <a:lnTo>
                  <a:pt x="40183" y="7609"/>
                </a:lnTo>
                <a:lnTo>
                  <a:pt x="32781" y="317"/>
                </a:lnTo>
                <a:lnTo>
                  <a:pt x="31723" y="317"/>
                </a:lnTo>
                <a:lnTo>
                  <a:pt x="26436" y="422"/>
                </a:lnTo>
                <a:close/>
              </a:path>
            </a:pathLst>
          </a:custGeom>
          <a:solidFill>
            <a:srgbClr val="000000"/>
          </a:solidFill>
        </p:spPr>
        <p:txBody>
          <a:bodyPr wrap="square" lIns="0" tIns="0" rIns="0" bIns="0" rtlCol="0"/>
          <a:lstStyle/>
          <a:p>
            <a:endParaRPr/>
          </a:p>
        </p:txBody>
      </p:sp>
      <p:sp>
        <p:nvSpPr>
          <p:cNvPr id="298" name="bg object 298"/>
          <p:cNvSpPr/>
          <p:nvPr/>
        </p:nvSpPr>
        <p:spPr>
          <a:xfrm>
            <a:off x="17526313" y="6639124"/>
            <a:ext cx="46355" cy="39370"/>
          </a:xfrm>
          <a:custGeom>
            <a:avLst/>
            <a:gdLst/>
            <a:ahLst/>
            <a:cxnLst/>
            <a:rect l="l" t="t" r="r" b="b"/>
            <a:pathLst>
              <a:path w="46355" h="39370">
                <a:moveTo>
                  <a:pt x="39181" y="0"/>
                </a:moveTo>
                <a:lnTo>
                  <a:pt x="7402" y="0"/>
                </a:lnTo>
                <a:lnTo>
                  <a:pt x="1057" y="5707"/>
                </a:lnTo>
                <a:lnTo>
                  <a:pt x="1057" y="8560"/>
                </a:lnTo>
                <a:lnTo>
                  <a:pt x="0" y="15852"/>
                </a:lnTo>
                <a:lnTo>
                  <a:pt x="0" y="23250"/>
                </a:lnTo>
                <a:lnTo>
                  <a:pt x="1057" y="30543"/>
                </a:lnTo>
                <a:lnTo>
                  <a:pt x="1057" y="33502"/>
                </a:lnTo>
                <a:lnTo>
                  <a:pt x="7641" y="39315"/>
                </a:lnTo>
                <a:lnTo>
                  <a:pt x="39126" y="39315"/>
                </a:lnTo>
                <a:lnTo>
                  <a:pt x="40183" y="36884"/>
                </a:lnTo>
                <a:lnTo>
                  <a:pt x="40183" y="32339"/>
                </a:lnTo>
                <a:lnTo>
                  <a:pt x="44347" y="25968"/>
                </a:lnTo>
                <a:lnTo>
                  <a:pt x="45735" y="19657"/>
                </a:lnTo>
                <a:lnTo>
                  <a:pt x="44347" y="13346"/>
                </a:lnTo>
                <a:lnTo>
                  <a:pt x="40183" y="6975"/>
                </a:lnTo>
                <a:lnTo>
                  <a:pt x="40183" y="1902"/>
                </a:lnTo>
                <a:lnTo>
                  <a:pt x="39181" y="0"/>
                </a:lnTo>
                <a:close/>
              </a:path>
            </a:pathLst>
          </a:custGeom>
          <a:solidFill>
            <a:srgbClr val="000000"/>
          </a:solidFill>
        </p:spPr>
        <p:txBody>
          <a:bodyPr wrap="square" lIns="0" tIns="0" rIns="0" bIns="0" rtlCol="0"/>
          <a:lstStyle/>
          <a:p>
            <a:endParaRPr/>
          </a:p>
        </p:txBody>
      </p:sp>
      <p:sp>
        <p:nvSpPr>
          <p:cNvPr id="299" name="bg object 299"/>
          <p:cNvSpPr/>
          <p:nvPr/>
        </p:nvSpPr>
        <p:spPr>
          <a:xfrm>
            <a:off x="14926016" y="279589"/>
            <a:ext cx="39370" cy="39370"/>
          </a:xfrm>
          <a:custGeom>
            <a:avLst/>
            <a:gdLst/>
            <a:ahLst/>
            <a:cxnLst/>
            <a:rect l="l" t="t" r="r" b="b"/>
            <a:pathLst>
              <a:path w="39369" h="39370">
                <a:moveTo>
                  <a:pt x="22206" y="38786"/>
                </a:moveTo>
                <a:lnTo>
                  <a:pt x="6344" y="38786"/>
                </a:lnTo>
                <a:lnTo>
                  <a:pt x="10574" y="39209"/>
                </a:lnTo>
                <a:lnTo>
                  <a:pt x="17976" y="39209"/>
                </a:lnTo>
                <a:lnTo>
                  <a:pt x="22206" y="38786"/>
                </a:lnTo>
                <a:close/>
              </a:path>
              <a:path w="39369" h="39370">
                <a:moveTo>
                  <a:pt x="34896" y="0"/>
                </a:moveTo>
                <a:lnTo>
                  <a:pt x="906" y="0"/>
                </a:lnTo>
                <a:lnTo>
                  <a:pt x="0" y="1268"/>
                </a:lnTo>
                <a:lnTo>
                  <a:pt x="0" y="37307"/>
                </a:lnTo>
                <a:lnTo>
                  <a:pt x="5694" y="38786"/>
                </a:lnTo>
                <a:lnTo>
                  <a:pt x="33838" y="38786"/>
                </a:lnTo>
                <a:lnTo>
                  <a:pt x="33838" y="39209"/>
                </a:lnTo>
                <a:lnTo>
                  <a:pt x="35742" y="39209"/>
                </a:lnTo>
                <a:lnTo>
                  <a:pt x="37011" y="37941"/>
                </a:lnTo>
                <a:lnTo>
                  <a:pt x="39126" y="36567"/>
                </a:lnTo>
                <a:lnTo>
                  <a:pt x="39126" y="14373"/>
                </a:lnTo>
                <a:lnTo>
                  <a:pt x="38068" y="8032"/>
                </a:lnTo>
                <a:lnTo>
                  <a:pt x="38068" y="1585"/>
                </a:lnTo>
                <a:lnTo>
                  <a:pt x="34896" y="0"/>
                </a:lnTo>
                <a:close/>
              </a:path>
            </a:pathLst>
          </a:custGeom>
          <a:solidFill>
            <a:srgbClr val="000000"/>
          </a:solidFill>
        </p:spPr>
        <p:txBody>
          <a:bodyPr wrap="square" lIns="0" tIns="0" rIns="0" bIns="0" rtlCol="0"/>
          <a:lstStyle/>
          <a:p>
            <a:endParaRPr/>
          </a:p>
        </p:txBody>
      </p:sp>
      <p:sp>
        <p:nvSpPr>
          <p:cNvPr id="300" name="bg object 300"/>
          <p:cNvSpPr/>
          <p:nvPr/>
        </p:nvSpPr>
        <p:spPr>
          <a:xfrm>
            <a:off x="14922844" y="4899854"/>
            <a:ext cx="42545" cy="44450"/>
          </a:xfrm>
          <a:custGeom>
            <a:avLst/>
            <a:gdLst/>
            <a:ahLst/>
            <a:cxnLst/>
            <a:rect l="l" t="t" r="r" b="b"/>
            <a:pathLst>
              <a:path w="42544" h="44450">
                <a:moveTo>
                  <a:pt x="19034" y="0"/>
                </a:moveTo>
                <a:lnTo>
                  <a:pt x="15861" y="5707"/>
                </a:lnTo>
                <a:lnTo>
                  <a:pt x="7402" y="4333"/>
                </a:lnTo>
                <a:lnTo>
                  <a:pt x="4229" y="10357"/>
                </a:lnTo>
                <a:lnTo>
                  <a:pt x="0" y="16486"/>
                </a:lnTo>
                <a:lnTo>
                  <a:pt x="3172" y="23039"/>
                </a:lnTo>
                <a:lnTo>
                  <a:pt x="3172" y="29169"/>
                </a:lnTo>
                <a:lnTo>
                  <a:pt x="2114" y="30965"/>
                </a:lnTo>
                <a:lnTo>
                  <a:pt x="4229" y="33396"/>
                </a:lnTo>
                <a:lnTo>
                  <a:pt x="6344" y="35087"/>
                </a:lnTo>
                <a:lnTo>
                  <a:pt x="13747" y="43753"/>
                </a:lnTo>
                <a:lnTo>
                  <a:pt x="14804" y="43965"/>
                </a:lnTo>
                <a:lnTo>
                  <a:pt x="25379" y="43965"/>
                </a:lnTo>
                <a:lnTo>
                  <a:pt x="38068" y="44070"/>
                </a:lnTo>
                <a:lnTo>
                  <a:pt x="41241" y="40160"/>
                </a:lnTo>
                <a:lnTo>
                  <a:pt x="41241" y="12576"/>
                </a:lnTo>
                <a:lnTo>
                  <a:pt x="42298" y="9088"/>
                </a:lnTo>
                <a:lnTo>
                  <a:pt x="40183" y="6552"/>
                </a:lnTo>
                <a:lnTo>
                  <a:pt x="39126" y="3064"/>
                </a:lnTo>
                <a:lnTo>
                  <a:pt x="33838" y="4967"/>
                </a:lnTo>
                <a:lnTo>
                  <a:pt x="29608" y="422"/>
                </a:lnTo>
                <a:lnTo>
                  <a:pt x="27494" y="211"/>
                </a:lnTo>
                <a:lnTo>
                  <a:pt x="20091" y="211"/>
                </a:lnTo>
                <a:close/>
              </a:path>
            </a:pathLst>
          </a:custGeom>
          <a:solidFill>
            <a:srgbClr val="000000"/>
          </a:solidFill>
        </p:spPr>
        <p:txBody>
          <a:bodyPr wrap="square" lIns="0" tIns="0" rIns="0" bIns="0" rtlCol="0"/>
          <a:lstStyle/>
          <a:p>
            <a:endParaRPr/>
          </a:p>
        </p:txBody>
      </p:sp>
      <p:sp>
        <p:nvSpPr>
          <p:cNvPr id="301" name="bg object 301"/>
          <p:cNvSpPr/>
          <p:nvPr/>
        </p:nvSpPr>
        <p:spPr>
          <a:xfrm>
            <a:off x="16076533" y="6056267"/>
            <a:ext cx="44450" cy="39370"/>
          </a:xfrm>
          <a:custGeom>
            <a:avLst/>
            <a:gdLst/>
            <a:ahLst/>
            <a:cxnLst/>
            <a:rect l="l" t="t" r="r" b="b"/>
            <a:pathLst>
              <a:path w="44450" h="39370">
                <a:moveTo>
                  <a:pt x="18505" y="38892"/>
                </a:moveTo>
                <a:lnTo>
                  <a:pt x="12478" y="38892"/>
                </a:lnTo>
                <a:lnTo>
                  <a:pt x="13747" y="39209"/>
                </a:lnTo>
                <a:lnTo>
                  <a:pt x="16919" y="39209"/>
                </a:lnTo>
                <a:lnTo>
                  <a:pt x="18505" y="38892"/>
                </a:lnTo>
                <a:close/>
              </a:path>
              <a:path w="44450" h="39370">
                <a:moveTo>
                  <a:pt x="33882" y="0"/>
                </a:moveTo>
                <a:lnTo>
                  <a:pt x="16919" y="0"/>
                </a:lnTo>
                <a:lnTo>
                  <a:pt x="11632" y="528"/>
                </a:lnTo>
                <a:lnTo>
                  <a:pt x="10574" y="3064"/>
                </a:lnTo>
                <a:lnTo>
                  <a:pt x="10574" y="7398"/>
                </a:lnTo>
                <a:lnTo>
                  <a:pt x="8459" y="8983"/>
                </a:lnTo>
                <a:lnTo>
                  <a:pt x="6344" y="9406"/>
                </a:lnTo>
                <a:lnTo>
                  <a:pt x="0" y="10040"/>
                </a:lnTo>
                <a:lnTo>
                  <a:pt x="111" y="27266"/>
                </a:lnTo>
                <a:lnTo>
                  <a:pt x="1057" y="29063"/>
                </a:lnTo>
                <a:lnTo>
                  <a:pt x="6344" y="29274"/>
                </a:lnTo>
                <a:lnTo>
                  <a:pt x="10574" y="29592"/>
                </a:lnTo>
                <a:lnTo>
                  <a:pt x="9517" y="34347"/>
                </a:lnTo>
                <a:lnTo>
                  <a:pt x="10574" y="36778"/>
                </a:lnTo>
                <a:lnTo>
                  <a:pt x="11749" y="38892"/>
                </a:lnTo>
                <a:lnTo>
                  <a:pt x="25379" y="38892"/>
                </a:lnTo>
                <a:lnTo>
                  <a:pt x="26965" y="39209"/>
                </a:lnTo>
                <a:lnTo>
                  <a:pt x="32605" y="39209"/>
                </a:lnTo>
                <a:lnTo>
                  <a:pt x="35953" y="37201"/>
                </a:lnTo>
                <a:lnTo>
                  <a:pt x="35953" y="30226"/>
                </a:lnTo>
                <a:lnTo>
                  <a:pt x="38068" y="29592"/>
                </a:lnTo>
                <a:lnTo>
                  <a:pt x="39126" y="29063"/>
                </a:lnTo>
                <a:lnTo>
                  <a:pt x="43355" y="28006"/>
                </a:lnTo>
                <a:lnTo>
                  <a:pt x="43403" y="27055"/>
                </a:lnTo>
                <a:lnTo>
                  <a:pt x="44413" y="22616"/>
                </a:lnTo>
                <a:lnTo>
                  <a:pt x="44413" y="10568"/>
                </a:lnTo>
                <a:lnTo>
                  <a:pt x="42474" y="9406"/>
                </a:lnTo>
                <a:lnTo>
                  <a:pt x="36019" y="9406"/>
                </a:lnTo>
                <a:lnTo>
                  <a:pt x="34896" y="7609"/>
                </a:lnTo>
                <a:lnTo>
                  <a:pt x="34896" y="2430"/>
                </a:lnTo>
                <a:lnTo>
                  <a:pt x="33882" y="0"/>
                </a:lnTo>
                <a:close/>
              </a:path>
            </a:pathLst>
          </a:custGeom>
          <a:solidFill>
            <a:srgbClr val="000000"/>
          </a:solidFill>
        </p:spPr>
        <p:txBody>
          <a:bodyPr wrap="square" lIns="0" tIns="0" rIns="0" bIns="0" rtlCol="0"/>
          <a:lstStyle/>
          <a:p>
            <a:endParaRPr/>
          </a:p>
        </p:txBody>
      </p:sp>
      <p:sp>
        <p:nvSpPr>
          <p:cNvPr id="302" name="bg object 302"/>
          <p:cNvSpPr/>
          <p:nvPr/>
        </p:nvSpPr>
        <p:spPr>
          <a:xfrm>
            <a:off x="14350756" y="1430296"/>
            <a:ext cx="42545" cy="40640"/>
          </a:xfrm>
          <a:custGeom>
            <a:avLst/>
            <a:gdLst/>
            <a:ahLst/>
            <a:cxnLst/>
            <a:rect l="l" t="t" r="r" b="b"/>
            <a:pathLst>
              <a:path w="42544" h="40640">
                <a:moveTo>
                  <a:pt x="21149" y="0"/>
                </a:moveTo>
                <a:lnTo>
                  <a:pt x="23264" y="528"/>
                </a:lnTo>
                <a:lnTo>
                  <a:pt x="27494" y="528"/>
                </a:lnTo>
                <a:lnTo>
                  <a:pt x="28551" y="317"/>
                </a:lnTo>
                <a:lnTo>
                  <a:pt x="32781" y="6552"/>
                </a:lnTo>
                <a:lnTo>
                  <a:pt x="42298" y="9406"/>
                </a:lnTo>
                <a:lnTo>
                  <a:pt x="40183" y="19551"/>
                </a:lnTo>
                <a:lnTo>
                  <a:pt x="40183" y="34136"/>
                </a:lnTo>
                <a:lnTo>
                  <a:pt x="34896" y="39420"/>
                </a:lnTo>
                <a:lnTo>
                  <a:pt x="27494" y="39526"/>
                </a:lnTo>
                <a:lnTo>
                  <a:pt x="26436" y="39315"/>
                </a:lnTo>
                <a:lnTo>
                  <a:pt x="24321" y="39315"/>
                </a:lnTo>
                <a:lnTo>
                  <a:pt x="22206" y="39526"/>
                </a:lnTo>
                <a:lnTo>
                  <a:pt x="21149" y="39843"/>
                </a:lnTo>
                <a:lnTo>
                  <a:pt x="20091" y="39949"/>
                </a:lnTo>
                <a:lnTo>
                  <a:pt x="19034" y="39949"/>
                </a:lnTo>
                <a:lnTo>
                  <a:pt x="19034" y="40160"/>
                </a:lnTo>
                <a:lnTo>
                  <a:pt x="13747" y="40160"/>
                </a:lnTo>
                <a:lnTo>
                  <a:pt x="10574" y="35510"/>
                </a:lnTo>
                <a:lnTo>
                  <a:pt x="6344" y="32022"/>
                </a:lnTo>
                <a:lnTo>
                  <a:pt x="0" y="27583"/>
                </a:lnTo>
                <a:lnTo>
                  <a:pt x="2114" y="22194"/>
                </a:lnTo>
                <a:lnTo>
                  <a:pt x="1057" y="16698"/>
                </a:lnTo>
                <a:lnTo>
                  <a:pt x="1057" y="11308"/>
                </a:lnTo>
                <a:lnTo>
                  <a:pt x="3172" y="10145"/>
                </a:lnTo>
                <a:lnTo>
                  <a:pt x="8459" y="9723"/>
                </a:lnTo>
                <a:lnTo>
                  <a:pt x="9517" y="9723"/>
                </a:lnTo>
                <a:lnTo>
                  <a:pt x="10574" y="3910"/>
                </a:lnTo>
                <a:lnTo>
                  <a:pt x="11632" y="2113"/>
                </a:lnTo>
                <a:lnTo>
                  <a:pt x="13747" y="317"/>
                </a:lnTo>
                <a:lnTo>
                  <a:pt x="16919" y="0"/>
                </a:lnTo>
                <a:close/>
              </a:path>
            </a:pathLst>
          </a:custGeom>
          <a:solidFill>
            <a:srgbClr val="000000"/>
          </a:solidFill>
        </p:spPr>
        <p:txBody>
          <a:bodyPr wrap="square" lIns="0" tIns="0" rIns="0" bIns="0" rtlCol="0"/>
          <a:lstStyle/>
          <a:p>
            <a:endParaRPr/>
          </a:p>
        </p:txBody>
      </p:sp>
      <p:sp>
        <p:nvSpPr>
          <p:cNvPr id="303" name="bg object 303"/>
          <p:cNvSpPr/>
          <p:nvPr/>
        </p:nvSpPr>
        <p:spPr>
          <a:xfrm>
            <a:off x="14350756" y="3748302"/>
            <a:ext cx="40640" cy="40005"/>
          </a:xfrm>
          <a:custGeom>
            <a:avLst/>
            <a:gdLst/>
            <a:ahLst/>
            <a:cxnLst/>
            <a:rect l="l" t="t" r="r" b="b"/>
            <a:pathLst>
              <a:path w="40640" h="40004">
                <a:moveTo>
                  <a:pt x="25379" y="0"/>
                </a:moveTo>
                <a:lnTo>
                  <a:pt x="19034" y="0"/>
                </a:lnTo>
                <a:lnTo>
                  <a:pt x="15861" y="528"/>
                </a:lnTo>
                <a:lnTo>
                  <a:pt x="11632" y="1056"/>
                </a:lnTo>
                <a:lnTo>
                  <a:pt x="11632" y="7926"/>
                </a:lnTo>
                <a:lnTo>
                  <a:pt x="9517" y="9194"/>
                </a:lnTo>
                <a:lnTo>
                  <a:pt x="7402" y="9723"/>
                </a:lnTo>
                <a:lnTo>
                  <a:pt x="5287" y="9934"/>
                </a:lnTo>
                <a:lnTo>
                  <a:pt x="3172" y="9934"/>
                </a:lnTo>
                <a:lnTo>
                  <a:pt x="3172" y="10779"/>
                </a:lnTo>
                <a:lnTo>
                  <a:pt x="0" y="14373"/>
                </a:lnTo>
                <a:lnTo>
                  <a:pt x="1057" y="25998"/>
                </a:lnTo>
                <a:lnTo>
                  <a:pt x="3172" y="28852"/>
                </a:lnTo>
                <a:lnTo>
                  <a:pt x="8459" y="33502"/>
                </a:lnTo>
                <a:lnTo>
                  <a:pt x="12689" y="39737"/>
                </a:lnTo>
                <a:lnTo>
                  <a:pt x="19034" y="39737"/>
                </a:lnTo>
                <a:lnTo>
                  <a:pt x="20091" y="39843"/>
                </a:lnTo>
                <a:lnTo>
                  <a:pt x="21149" y="39632"/>
                </a:lnTo>
                <a:lnTo>
                  <a:pt x="22206" y="39209"/>
                </a:lnTo>
                <a:lnTo>
                  <a:pt x="32781" y="39209"/>
                </a:lnTo>
                <a:lnTo>
                  <a:pt x="40183" y="33608"/>
                </a:lnTo>
                <a:lnTo>
                  <a:pt x="40365" y="24611"/>
                </a:lnTo>
                <a:lnTo>
                  <a:pt x="40051" y="17226"/>
                </a:lnTo>
                <a:lnTo>
                  <a:pt x="37952" y="10238"/>
                </a:lnTo>
                <a:lnTo>
                  <a:pt x="32781" y="3804"/>
                </a:lnTo>
                <a:lnTo>
                  <a:pt x="28551" y="845"/>
                </a:lnTo>
                <a:close/>
              </a:path>
            </a:pathLst>
          </a:custGeom>
          <a:solidFill>
            <a:srgbClr val="000000"/>
          </a:solidFill>
        </p:spPr>
        <p:txBody>
          <a:bodyPr wrap="square" lIns="0" tIns="0" rIns="0" bIns="0" rtlCol="0"/>
          <a:lstStyle/>
          <a:p>
            <a:endParaRPr/>
          </a:p>
        </p:txBody>
      </p:sp>
      <p:sp>
        <p:nvSpPr>
          <p:cNvPr id="304" name="bg object 304"/>
          <p:cNvSpPr/>
          <p:nvPr/>
        </p:nvSpPr>
        <p:spPr>
          <a:xfrm>
            <a:off x="17227052" y="6639230"/>
            <a:ext cx="48895" cy="39370"/>
          </a:xfrm>
          <a:custGeom>
            <a:avLst/>
            <a:gdLst/>
            <a:ahLst/>
            <a:cxnLst/>
            <a:rect l="l" t="t" r="r" b="b"/>
            <a:pathLst>
              <a:path w="48894" h="39370">
                <a:moveTo>
                  <a:pt x="25379" y="29169"/>
                </a:moveTo>
                <a:lnTo>
                  <a:pt x="13747" y="29169"/>
                </a:lnTo>
                <a:lnTo>
                  <a:pt x="14131" y="29592"/>
                </a:lnTo>
                <a:lnTo>
                  <a:pt x="14804" y="30437"/>
                </a:lnTo>
                <a:lnTo>
                  <a:pt x="14804" y="38258"/>
                </a:lnTo>
                <a:lnTo>
                  <a:pt x="19638" y="39103"/>
                </a:lnTo>
                <a:lnTo>
                  <a:pt x="33838" y="39103"/>
                </a:lnTo>
                <a:lnTo>
                  <a:pt x="35953" y="37095"/>
                </a:lnTo>
                <a:lnTo>
                  <a:pt x="35953" y="31705"/>
                </a:lnTo>
                <a:lnTo>
                  <a:pt x="37011" y="30437"/>
                </a:lnTo>
                <a:lnTo>
                  <a:pt x="43355" y="29592"/>
                </a:lnTo>
                <a:lnTo>
                  <a:pt x="0" y="29592"/>
                </a:lnTo>
                <a:lnTo>
                  <a:pt x="25379" y="29169"/>
                </a:lnTo>
                <a:close/>
              </a:path>
              <a:path w="48894" h="39370">
                <a:moveTo>
                  <a:pt x="30666" y="0"/>
                </a:moveTo>
                <a:lnTo>
                  <a:pt x="16919" y="0"/>
                </a:lnTo>
                <a:lnTo>
                  <a:pt x="15861" y="2430"/>
                </a:lnTo>
                <a:lnTo>
                  <a:pt x="15861" y="7820"/>
                </a:lnTo>
                <a:lnTo>
                  <a:pt x="14804" y="9406"/>
                </a:lnTo>
                <a:lnTo>
                  <a:pt x="8459" y="9406"/>
                </a:lnTo>
                <a:lnTo>
                  <a:pt x="6344" y="10779"/>
                </a:lnTo>
                <a:lnTo>
                  <a:pt x="6344" y="13105"/>
                </a:lnTo>
                <a:lnTo>
                  <a:pt x="5287" y="15430"/>
                </a:lnTo>
                <a:lnTo>
                  <a:pt x="6344" y="17966"/>
                </a:lnTo>
                <a:lnTo>
                  <a:pt x="6344" y="20503"/>
                </a:lnTo>
                <a:lnTo>
                  <a:pt x="5287" y="25153"/>
                </a:lnTo>
                <a:lnTo>
                  <a:pt x="6267" y="29169"/>
                </a:lnTo>
                <a:lnTo>
                  <a:pt x="6370" y="29592"/>
                </a:lnTo>
                <a:lnTo>
                  <a:pt x="11632" y="29592"/>
                </a:lnTo>
                <a:lnTo>
                  <a:pt x="13747" y="29169"/>
                </a:lnTo>
                <a:lnTo>
                  <a:pt x="43809" y="29169"/>
                </a:lnTo>
                <a:lnTo>
                  <a:pt x="46528" y="26632"/>
                </a:lnTo>
                <a:lnTo>
                  <a:pt x="45470" y="18389"/>
                </a:lnTo>
                <a:lnTo>
                  <a:pt x="48643" y="11625"/>
                </a:lnTo>
                <a:lnTo>
                  <a:pt x="43355" y="9723"/>
                </a:lnTo>
                <a:lnTo>
                  <a:pt x="37011" y="8666"/>
                </a:lnTo>
                <a:lnTo>
                  <a:pt x="35953" y="8666"/>
                </a:lnTo>
                <a:lnTo>
                  <a:pt x="35953" y="4650"/>
                </a:lnTo>
                <a:lnTo>
                  <a:pt x="34896" y="3064"/>
                </a:lnTo>
                <a:lnTo>
                  <a:pt x="34896" y="528"/>
                </a:lnTo>
                <a:lnTo>
                  <a:pt x="33838" y="528"/>
                </a:lnTo>
                <a:lnTo>
                  <a:pt x="30666" y="0"/>
                </a:lnTo>
                <a:close/>
              </a:path>
            </a:pathLst>
          </a:custGeom>
          <a:solidFill>
            <a:srgbClr val="000000"/>
          </a:solidFill>
        </p:spPr>
        <p:txBody>
          <a:bodyPr wrap="square" lIns="0" tIns="0" rIns="0" bIns="0" rtlCol="0"/>
          <a:lstStyle/>
          <a:p>
            <a:endParaRPr/>
          </a:p>
        </p:txBody>
      </p:sp>
      <p:sp>
        <p:nvSpPr>
          <p:cNvPr id="305" name="bg object 305"/>
          <p:cNvSpPr/>
          <p:nvPr/>
        </p:nvSpPr>
        <p:spPr>
          <a:xfrm>
            <a:off x="14640500" y="577940"/>
            <a:ext cx="40640" cy="34925"/>
          </a:xfrm>
          <a:custGeom>
            <a:avLst/>
            <a:gdLst/>
            <a:ahLst/>
            <a:cxnLst/>
            <a:rect l="l" t="t" r="r" b="b"/>
            <a:pathLst>
              <a:path w="40640" h="34925">
                <a:moveTo>
                  <a:pt x="34896" y="24519"/>
                </a:moveTo>
                <a:lnTo>
                  <a:pt x="8459" y="24519"/>
                </a:lnTo>
                <a:lnTo>
                  <a:pt x="10574" y="25575"/>
                </a:lnTo>
                <a:lnTo>
                  <a:pt x="10574" y="32551"/>
                </a:lnTo>
                <a:lnTo>
                  <a:pt x="11632" y="34559"/>
                </a:lnTo>
                <a:lnTo>
                  <a:pt x="26436" y="34559"/>
                </a:lnTo>
                <a:lnTo>
                  <a:pt x="28551" y="24941"/>
                </a:lnTo>
                <a:lnTo>
                  <a:pt x="34896" y="24519"/>
                </a:lnTo>
                <a:close/>
              </a:path>
              <a:path w="40640" h="34925">
                <a:moveTo>
                  <a:pt x="20091" y="0"/>
                </a:moveTo>
                <a:lnTo>
                  <a:pt x="13747" y="0"/>
                </a:lnTo>
                <a:lnTo>
                  <a:pt x="11523" y="2113"/>
                </a:lnTo>
                <a:lnTo>
                  <a:pt x="7402" y="6129"/>
                </a:lnTo>
                <a:lnTo>
                  <a:pt x="5287" y="8349"/>
                </a:lnTo>
                <a:lnTo>
                  <a:pt x="2114" y="10462"/>
                </a:lnTo>
                <a:lnTo>
                  <a:pt x="1016" y="13422"/>
                </a:lnTo>
                <a:lnTo>
                  <a:pt x="0" y="16064"/>
                </a:lnTo>
                <a:lnTo>
                  <a:pt x="1057" y="19763"/>
                </a:lnTo>
                <a:lnTo>
                  <a:pt x="1057" y="23673"/>
                </a:lnTo>
                <a:lnTo>
                  <a:pt x="1409" y="23673"/>
                </a:lnTo>
                <a:lnTo>
                  <a:pt x="4229" y="24519"/>
                </a:lnTo>
                <a:lnTo>
                  <a:pt x="37011" y="24519"/>
                </a:lnTo>
                <a:lnTo>
                  <a:pt x="39126" y="23673"/>
                </a:lnTo>
                <a:lnTo>
                  <a:pt x="39126" y="22828"/>
                </a:lnTo>
                <a:lnTo>
                  <a:pt x="40183" y="19763"/>
                </a:lnTo>
                <a:lnTo>
                  <a:pt x="40183" y="13422"/>
                </a:lnTo>
                <a:lnTo>
                  <a:pt x="39126" y="10991"/>
                </a:lnTo>
                <a:lnTo>
                  <a:pt x="37011" y="10145"/>
                </a:lnTo>
                <a:lnTo>
                  <a:pt x="34896" y="9828"/>
                </a:lnTo>
                <a:lnTo>
                  <a:pt x="32892" y="9828"/>
                </a:lnTo>
                <a:lnTo>
                  <a:pt x="30666" y="7715"/>
                </a:lnTo>
                <a:lnTo>
                  <a:pt x="28551" y="6341"/>
                </a:lnTo>
                <a:lnTo>
                  <a:pt x="24321" y="2113"/>
                </a:lnTo>
                <a:lnTo>
                  <a:pt x="20091" y="0"/>
                </a:lnTo>
                <a:close/>
              </a:path>
            </a:pathLst>
          </a:custGeom>
          <a:solidFill>
            <a:srgbClr val="000000"/>
          </a:solidFill>
        </p:spPr>
        <p:txBody>
          <a:bodyPr wrap="square" lIns="0" tIns="0" rIns="0" bIns="0" rtlCol="0"/>
          <a:lstStyle/>
          <a:p>
            <a:endParaRPr/>
          </a:p>
        </p:txBody>
      </p:sp>
      <p:sp>
        <p:nvSpPr>
          <p:cNvPr id="306" name="bg object 306"/>
          <p:cNvSpPr/>
          <p:nvPr/>
        </p:nvSpPr>
        <p:spPr>
          <a:xfrm>
            <a:off x="14640500" y="4620209"/>
            <a:ext cx="34925" cy="34925"/>
          </a:xfrm>
          <a:custGeom>
            <a:avLst/>
            <a:gdLst/>
            <a:ahLst/>
            <a:cxnLst/>
            <a:rect l="l" t="t" r="r" b="b"/>
            <a:pathLst>
              <a:path w="34925" h="34925">
                <a:moveTo>
                  <a:pt x="16919" y="0"/>
                </a:moveTo>
                <a:lnTo>
                  <a:pt x="12689" y="0"/>
                </a:lnTo>
                <a:lnTo>
                  <a:pt x="10574" y="1479"/>
                </a:lnTo>
                <a:lnTo>
                  <a:pt x="9517" y="3699"/>
                </a:lnTo>
                <a:lnTo>
                  <a:pt x="6344" y="7926"/>
                </a:lnTo>
                <a:lnTo>
                  <a:pt x="0" y="10040"/>
                </a:lnTo>
                <a:lnTo>
                  <a:pt x="0" y="17015"/>
                </a:lnTo>
                <a:lnTo>
                  <a:pt x="1057" y="21242"/>
                </a:lnTo>
                <a:lnTo>
                  <a:pt x="1057" y="24624"/>
                </a:lnTo>
                <a:lnTo>
                  <a:pt x="8459" y="24624"/>
                </a:lnTo>
                <a:lnTo>
                  <a:pt x="10574" y="26315"/>
                </a:lnTo>
                <a:lnTo>
                  <a:pt x="10574" y="31705"/>
                </a:lnTo>
                <a:lnTo>
                  <a:pt x="11632" y="34559"/>
                </a:lnTo>
                <a:lnTo>
                  <a:pt x="21149" y="34559"/>
                </a:lnTo>
                <a:lnTo>
                  <a:pt x="24321" y="33502"/>
                </a:lnTo>
                <a:lnTo>
                  <a:pt x="27494" y="30120"/>
                </a:lnTo>
                <a:lnTo>
                  <a:pt x="29608" y="27583"/>
                </a:lnTo>
                <a:lnTo>
                  <a:pt x="31723" y="25787"/>
                </a:lnTo>
                <a:lnTo>
                  <a:pt x="33838" y="23145"/>
                </a:lnTo>
                <a:lnTo>
                  <a:pt x="34896" y="21454"/>
                </a:lnTo>
                <a:lnTo>
                  <a:pt x="34896" y="12999"/>
                </a:lnTo>
                <a:lnTo>
                  <a:pt x="33838" y="12048"/>
                </a:lnTo>
                <a:lnTo>
                  <a:pt x="30666" y="7926"/>
                </a:lnTo>
                <a:lnTo>
                  <a:pt x="26436" y="4016"/>
                </a:lnTo>
                <a:lnTo>
                  <a:pt x="22206" y="317"/>
                </a:lnTo>
                <a:lnTo>
                  <a:pt x="16919" y="317"/>
                </a:lnTo>
                <a:lnTo>
                  <a:pt x="16919" y="0"/>
                </a:lnTo>
                <a:close/>
              </a:path>
              <a:path w="34925" h="34925">
                <a:moveTo>
                  <a:pt x="22206" y="0"/>
                </a:moveTo>
                <a:lnTo>
                  <a:pt x="19739" y="0"/>
                </a:lnTo>
                <a:lnTo>
                  <a:pt x="18681" y="317"/>
                </a:lnTo>
                <a:lnTo>
                  <a:pt x="22206" y="317"/>
                </a:lnTo>
                <a:lnTo>
                  <a:pt x="22206" y="0"/>
                </a:lnTo>
                <a:close/>
              </a:path>
            </a:pathLst>
          </a:custGeom>
          <a:solidFill>
            <a:srgbClr val="000000"/>
          </a:solidFill>
        </p:spPr>
        <p:txBody>
          <a:bodyPr wrap="square" lIns="0" tIns="0" rIns="0" bIns="0" rtlCol="0"/>
          <a:lstStyle/>
          <a:p>
            <a:endParaRPr/>
          </a:p>
        </p:txBody>
      </p:sp>
      <p:sp>
        <p:nvSpPr>
          <p:cNvPr id="307" name="bg object 307"/>
          <p:cNvSpPr/>
          <p:nvPr/>
        </p:nvSpPr>
        <p:spPr>
          <a:xfrm>
            <a:off x="15218933" y="5482605"/>
            <a:ext cx="25400" cy="24765"/>
          </a:xfrm>
          <a:custGeom>
            <a:avLst/>
            <a:gdLst/>
            <a:ahLst/>
            <a:cxnLst/>
            <a:rect l="l" t="t" r="r" b="b"/>
            <a:pathLst>
              <a:path w="25400" h="24764">
                <a:moveTo>
                  <a:pt x="23314" y="317"/>
                </a:moveTo>
                <a:lnTo>
                  <a:pt x="2114" y="317"/>
                </a:lnTo>
                <a:lnTo>
                  <a:pt x="1057" y="2430"/>
                </a:lnTo>
                <a:lnTo>
                  <a:pt x="1057" y="3699"/>
                </a:lnTo>
                <a:lnTo>
                  <a:pt x="0" y="6024"/>
                </a:lnTo>
                <a:lnTo>
                  <a:pt x="0" y="22828"/>
                </a:lnTo>
                <a:lnTo>
                  <a:pt x="2247" y="24624"/>
                </a:lnTo>
                <a:lnTo>
                  <a:pt x="17737" y="24624"/>
                </a:lnTo>
                <a:lnTo>
                  <a:pt x="24321" y="18812"/>
                </a:lnTo>
                <a:lnTo>
                  <a:pt x="24321" y="15747"/>
                </a:lnTo>
                <a:lnTo>
                  <a:pt x="25379" y="11836"/>
                </a:lnTo>
                <a:lnTo>
                  <a:pt x="25379" y="7609"/>
                </a:lnTo>
                <a:lnTo>
                  <a:pt x="24321" y="3699"/>
                </a:lnTo>
                <a:lnTo>
                  <a:pt x="24321" y="2430"/>
                </a:lnTo>
                <a:lnTo>
                  <a:pt x="23314" y="317"/>
                </a:lnTo>
                <a:close/>
              </a:path>
              <a:path w="25400" h="24764">
                <a:moveTo>
                  <a:pt x="19034" y="0"/>
                </a:moveTo>
                <a:lnTo>
                  <a:pt x="6344" y="0"/>
                </a:lnTo>
                <a:lnTo>
                  <a:pt x="1586" y="317"/>
                </a:lnTo>
                <a:lnTo>
                  <a:pt x="23792" y="317"/>
                </a:lnTo>
                <a:lnTo>
                  <a:pt x="19034" y="0"/>
                </a:lnTo>
                <a:close/>
              </a:path>
            </a:pathLst>
          </a:custGeom>
          <a:solidFill>
            <a:srgbClr val="000000"/>
          </a:solidFill>
        </p:spPr>
        <p:txBody>
          <a:bodyPr wrap="square" lIns="0" tIns="0" rIns="0" bIns="0" rtlCol="0"/>
          <a:lstStyle/>
          <a:p>
            <a:endParaRPr/>
          </a:p>
        </p:txBody>
      </p:sp>
      <p:sp>
        <p:nvSpPr>
          <p:cNvPr id="308" name="bg object 308"/>
          <p:cNvSpPr/>
          <p:nvPr/>
        </p:nvSpPr>
        <p:spPr>
          <a:xfrm>
            <a:off x="14361331" y="4041897"/>
            <a:ext cx="25400" cy="25400"/>
          </a:xfrm>
          <a:custGeom>
            <a:avLst/>
            <a:gdLst/>
            <a:ahLst/>
            <a:cxnLst/>
            <a:rect l="l" t="t" r="r" b="b"/>
            <a:pathLst>
              <a:path w="25400" h="25400">
                <a:moveTo>
                  <a:pt x="8459" y="0"/>
                </a:moveTo>
                <a:lnTo>
                  <a:pt x="9517" y="211"/>
                </a:lnTo>
                <a:lnTo>
                  <a:pt x="11632" y="211"/>
                </a:lnTo>
                <a:lnTo>
                  <a:pt x="21149" y="422"/>
                </a:lnTo>
                <a:lnTo>
                  <a:pt x="25379" y="4755"/>
                </a:lnTo>
                <a:lnTo>
                  <a:pt x="25379" y="22511"/>
                </a:lnTo>
                <a:lnTo>
                  <a:pt x="24321" y="24307"/>
                </a:lnTo>
                <a:lnTo>
                  <a:pt x="21149" y="24519"/>
                </a:lnTo>
                <a:lnTo>
                  <a:pt x="20091" y="24624"/>
                </a:lnTo>
                <a:lnTo>
                  <a:pt x="15861" y="24624"/>
                </a:lnTo>
                <a:lnTo>
                  <a:pt x="13747" y="24519"/>
                </a:lnTo>
                <a:lnTo>
                  <a:pt x="11632" y="24519"/>
                </a:lnTo>
                <a:lnTo>
                  <a:pt x="10574" y="24624"/>
                </a:lnTo>
                <a:lnTo>
                  <a:pt x="8459" y="24730"/>
                </a:lnTo>
                <a:lnTo>
                  <a:pt x="7402" y="24730"/>
                </a:lnTo>
                <a:lnTo>
                  <a:pt x="7402" y="24941"/>
                </a:lnTo>
                <a:lnTo>
                  <a:pt x="5287" y="24941"/>
                </a:lnTo>
                <a:lnTo>
                  <a:pt x="4229" y="24730"/>
                </a:lnTo>
                <a:lnTo>
                  <a:pt x="2114" y="24519"/>
                </a:lnTo>
                <a:lnTo>
                  <a:pt x="0" y="23145"/>
                </a:lnTo>
                <a:lnTo>
                  <a:pt x="1057" y="20080"/>
                </a:lnTo>
                <a:lnTo>
                  <a:pt x="1057" y="14478"/>
                </a:lnTo>
                <a:lnTo>
                  <a:pt x="0" y="8771"/>
                </a:lnTo>
                <a:lnTo>
                  <a:pt x="1057" y="3064"/>
                </a:lnTo>
                <a:lnTo>
                  <a:pt x="1057" y="2113"/>
                </a:lnTo>
                <a:lnTo>
                  <a:pt x="3172" y="528"/>
                </a:lnTo>
                <a:lnTo>
                  <a:pt x="4229" y="317"/>
                </a:lnTo>
                <a:lnTo>
                  <a:pt x="5287" y="211"/>
                </a:lnTo>
                <a:lnTo>
                  <a:pt x="6344" y="0"/>
                </a:lnTo>
                <a:close/>
              </a:path>
            </a:pathLst>
          </a:custGeom>
          <a:solidFill>
            <a:srgbClr val="000000"/>
          </a:solidFill>
        </p:spPr>
        <p:txBody>
          <a:bodyPr wrap="square" lIns="0" tIns="0" rIns="0" bIns="0" rtlCol="0"/>
          <a:lstStyle/>
          <a:p>
            <a:endParaRPr/>
          </a:p>
        </p:txBody>
      </p:sp>
      <p:sp>
        <p:nvSpPr>
          <p:cNvPr id="309" name="bg object 309"/>
          <p:cNvSpPr/>
          <p:nvPr/>
        </p:nvSpPr>
        <p:spPr>
          <a:xfrm>
            <a:off x="16378967" y="6349968"/>
            <a:ext cx="26670" cy="24765"/>
          </a:xfrm>
          <a:custGeom>
            <a:avLst/>
            <a:gdLst/>
            <a:ahLst/>
            <a:cxnLst/>
            <a:rect l="l" t="t" r="r" b="b"/>
            <a:pathLst>
              <a:path w="26669" h="24764">
                <a:moveTo>
                  <a:pt x="16919" y="0"/>
                </a:moveTo>
                <a:lnTo>
                  <a:pt x="19034" y="105"/>
                </a:lnTo>
                <a:lnTo>
                  <a:pt x="24321" y="105"/>
                </a:lnTo>
                <a:lnTo>
                  <a:pt x="25379" y="1690"/>
                </a:lnTo>
                <a:lnTo>
                  <a:pt x="26436" y="4121"/>
                </a:lnTo>
                <a:lnTo>
                  <a:pt x="26436" y="13739"/>
                </a:lnTo>
                <a:lnTo>
                  <a:pt x="26436" y="20714"/>
                </a:lnTo>
                <a:lnTo>
                  <a:pt x="25379" y="21982"/>
                </a:lnTo>
                <a:lnTo>
                  <a:pt x="24321" y="24096"/>
                </a:lnTo>
                <a:lnTo>
                  <a:pt x="23264" y="24202"/>
                </a:lnTo>
                <a:lnTo>
                  <a:pt x="21149" y="24519"/>
                </a:lnTo>
                <a:lnTo>
                  <a:pt x="17976" y="24624"/>
                </a:lnTo>
                <a:lnTo>
                  <a:pt x="15861" y="24624"/>
                </a:lnTo>
                <a:lnTo>
                  <a:pt x="13747" y="24730"/>
                </a:lnTo>
                <a:lnTo>
                  <a:pt x="11632" y="24624"/>
                </a:lnTo>
                <a:lnTo>
                  <a:pt x="9517" y="24413"/>
                </a:lnTo>
                <a:lnTo>
                  <a:pt x="7402" y="23990"/>
                </a:lnTo>
                <a:lnTo>
                  <a:pt x="6344" y="21031"/>
                </a:lnTo>
                <a:lnTo>
                  <a:pt x="4229" y="19657"/>
                </a:lnTo>
                <a:lnTo>
                  <a:pt x="0" y="16592"/>
                </a:lnTo>
                <a:lnTo>
                  <a:pt x="2114" y="12365"/>
                </a:lnTo>
                <a:lnTo>
                  <a:pt x="2114" y="5389"/>
                </a:lnTo>
                <a:lnTo>
                  <a:pt x="8459" y="422"/>
                </a:lnTo>
                <a:lnTo>
                  <a:pt x="12689" y="0"/>
                </a:lnTo>
                <a:close/>
              </a:path>
            </a:pathLst>
          </a:custGeom>
          <a:solidFill>
            <a:srgbClr val="000000"/>
          </a:solidFill>
        </p:spPr>
        <p:txBody>
          <a:bodyPr wrap="square" lIns="0" tIns="0" rIns="0" bIns="0" rtlCol="0"/>
          <a:lstStyle/>
          <a:p>
            <a:endParaRPr/>
          </a:p>
        </p:txBody>
      </p:sp>
      <p:sp>
        <p:nvSpPr>
          <p:cNvPr id="310" name="bg object 310"/>
          <p:cNvSpPr/>
          <p:nvPr/>
        </p:nvSpPr>
        <p:spPr>
          <a:xfrm>
            <a:off x="14361331" y="1156252"/>
            <a:ext cx="25400" cy="24765"/>
          </a:xfrm>
          <a:custGeom>
            <a:avLst/>
            <a:gdLst/>
            <a:ahLst/>
            <a:cxnLst/>
            <a:rect l="l" t="t" r="r" b="b"/>
            <a:pathLst>
              <a:path w="25400" h="24765">
                <a:moveTo>
                  <a:pt x="21149" y="0"/>
                </a:moveTo>
                <a:lnTo>
                  <a:pt x="22206" y="211"/>
                </a:lnTo>
                <a:lnTo>
                  <a:pt x="23264" y="317"/>
                </a:lnTo>
                <a:lnTo>
                  <a:pt x="24321" y="2325"/>
                </a:lnTo>
                <a:lnTo>
                  <a:pt x="24321" y="3593"/>
                </a:lnTo>
                <a:lnTo>
                  <a:pt x="25379" y="6763"/>
                </a:lnTo>
                <a:lnTo>
                  <a:pt x="25379" y="10145"/>
                </a:lnTo>
                <a:lnTo>
                  <a:pt x="24321" y="13316"/>
                </a:lnTo>
                <a:lnTo>
                  <a:pt x="24321" y="19657"/>
                </a:lnTo>
                <a:lnTo>
                  <a:pt x="19034" y="24519"/>
                </a:lnTo>
                <a:lnTo>
                  <a:pt x="12689" y="24519"/>
                </a:lnTo>
                <a:lnTo>
                  <a:pt x="12689" y="24730"/>
                </a:lnTo>
                <a:lnTo>
                  <a:pt x="6344" y="24730"/>
                </a:lnTo>
                <a:lnTo>
                  <a:pt x="1057" y="19763"/>
                </a:lnTo>
                <a:lnTo>
                  <a:pt x="0" y="13422"/>
                </a:lnTo>
                <a:lnTo>
                  <a:pt x="0" y="2853"/>
                </a:lnTo>
                <a:lnTo>
                  <a:pt x="1057" y="105"/>
                </a:lnTo>
                <a:lnTo>
                  <a:pt x="14804" y="105"/>
                </a:lnTo>
                <a:lnTo>
                  <a:pt x="15861" y="0"/>
                </a:lnTo>
                <a:close/>
              </a:path>
            </a:pathLst>
          </a:custGeom>
          <a:solidFill>
            <a:srgbClr val="000000"/>
          </a:solidFill>
        </p:spPr>
        <p:txBody>
          <a:bodyPr wrap="square" lIns="0" tIns="0" rIns="0" bIns="0" rtlCol="0"/>
          <a:lstStyle/>
          <a:p>
            <a:endParaRPr/>
          </a:p>
        </p:txBody>
      </p:sp>
      <p:sp>
        <p:nvSpPr>
          <p:cNvPr id="311" name="bg object 311"/>
          <p:cNvSpPr/>
          <p:nvPr/>
        </p:nvSpPr>
        <p:spPr>
          <a:xfrm>
            <a:off x="16954227" y="6648742"/>
            <a:ext cx="24765" cy="20320"/>
          </a:xfrm>
          <a:custGeom>
            <a:avLst/>
            <a:gdLst/>
            <a:ahLst/>
            <a:cxnLst/>
            <a:rect l="l" t="t" r="r" b="b"/>
            <a:pathLst>
              <a:path w="24765" h="20320">
                <a:moveTo>
                  <a:pt x="22206" y="317"/>
                </a:moveTo>
                <a:lnTo>
                  <a:pt x="1057" y="317"/>
                </a:lnTo>
                <a:lnTo>
                  <a:pt x="0" y="2325"/>
                </a:lnTo>
                <a:lnTo>
                  <a:pt x="0" y="18283"/>
                </a:lnTo>
                <a:lnTo>
                  <a:pt x="1057" y="19868"/>
                </a:lnTo>
                <a:lnTo>
                  <a:pt x="4229" y="19868"/>
                </a:lnTo>
                <a:lnTo>
                  <a:pt x="5287" y="19657"/>
                </a:lnTo>
                <a:lnTo>
                  <a:pt x="23342" y="19657"/>
                </a:lnTo>
                <a:lnTo>
                  <a:pt x="24321" y="17015"/>
                </a:lnTo>
                <a:lnTo>
                  <a:pt x="24321" y="2747"/>
                </a:lnTo>
                <a:lnTo>
                  <a:pt x="22206" y="317"/>
                </a:lnTo>
                <a:close/>
              </a:path>
              <a:path w="24765" h="20320">
                <a:moveTo>
                  <a:pt x="23342" y="19657"/>
                </a:moveTo>
                <a:lnTo>
                  <a:pt x="8459" y="19657"/>
                </a:lnTo>
                <a:lnTo>
                  <a:pt x="10574" y="19868"/>
                </a:lnTo>
                <a:lnTo>
                  <a:pt x="23264" y="19868"/>
                </a:lnTo>
                <a:lnTo>
                  <a:pt x="23342" y="19657"/>
                </a:lnTo>
                <a:close/>
              </a:path>
              <a:path w="24765" h="20320">
                <a:moveTo>
                  <a:pt x="14804" y="0"/>
                </a:moveTo>
                <a:lnTo>
                  <a:pt x="8459" y="0"/>
                </a:lnTo>
                <a:lnTo>
                  <a:pt x="3701" y="317"/>
                </a:lnTo>
                <a:lnTo>
                  <a:pt x="19563" y="317"/>
                </a:lnTo>
                <a:lnTo>
                  <a:pt x="14804" y="0"/>
                </a:lnTo>
                <a:close/>
              </a:path>
            </a:pathLst>
          </a:custGeom>
          <a:solidFill>
            <a:srgbClr val="000000"/>
          </a:solidFill>
        </p:spPr>
        <p:txBody>
          <a:bodyPr wrap="square" lIns="0" tIns="0" rIns="0" bIns="0" rtlCol="0"/>
          <a:lstStyle/>
          <a:p>
            <a:endParaRPr/>
          </a:p>
        </p:txBody>
      </p:sp>
      <p:sp>
        <p:nvSpPr>
          <p:cNvPr id="312" name="bg object 312"/>
          <p:cNvSpPr/>
          <p:nvPr/>
        </p:nvSpPr>
        <p:spPr>
          <a:xfrm>
            <a:off x="14934476" y="8821"/>
            <a:ext cx="20320" cy="15875"/>
          </a:xfrm>
          <a:custGeom>
            <a:avLst/>
            <a:gdLst/>
            <a:ahLst/>
            <a:cxnLst/>
            <a:rect l="l" t="t" r="r" b="b"/>
            <a:pathLst>
              <a:path w="20319" h="15875">
                <a:moveTo>
                  <a:pt x="20091" y="0"/>
                </a:moveTo>
                <a:lnTo>
                  <a:pt x="51" y="0"/>
                </a:lnTo>
                <a:lnTo>
                  <a:pt x="0" y="317"/>
                </a:lnTo>
                <a:lnTo>
                  <a:pt x="0" y="6763"/>
                </a:lnTo>
                <a:lnTo>
                  <a:pt x="1057" y="13210"/>
                </a:lnTo>
                <a:lnTo>
                  <a:pt x="1057" y="14056"/>
                </a:lnTo>
                <a:lnTo>
                  <a:pt x="3172" y="15535"/>
                </a:lnTo>
                <a:lnTo>
                  <a:pt x="5287" y="15747"/>
                </a:lnTo>
                <a:lnTo>
                  <a:pt x="10574" y="15747"/>
                </a:lnTo>
                <a:lnTo>
                  <a:pt x="11632" y="15641"/>
                </a:lnTo>
                <a:lnTo>
                  <a:pt x="16919" y="15641"/>
                </a:lnTo>
                <a:lnTo>
                  <a:pt x="20091" y="15324"/>
                </a:lnTo>
                <a:lnTo>
                  <a:pt x="20091" y="0"/>
                </a:lnTo>
                <a:close/>
              </a:path>
            </a:pathLst>
          </a:custGeom>
          <a:solidFill>
            <a:srgbClr val="000000"/>
          </a:solidFill>
        </p:spPr>
        <p:txBody>
          <a:bodyPr wrap="square" lIns="0" tIns="0" rIns="0" bIns="0" rtlCol="0"/>
          <a:lstStyle/>
          <a:p>
            <a:endParaRPr/>
          </a:p>
        </p:txBody>
      </p:sp>
      <p:sp>
        <p:nvSpPr>
          <p:cNvPr id="313" name="bg object 313"/>
          <p:cNvSpPr/>
          <p:nvPr/>
        </p:nvSpPr>
        <p:spPr>
          <a:xfrm>
            <a:off x="15518193" y="5781590"/>
            <a:ext cx="20320" cy="20320"/>
          </a:xfrm>
          <a:custGeom>
            <a:avLst/>
            <a:gdLst/>
            <a:ahLst/>
            <a:cxnLst/>
            <a:rect l="l" t="t" r="r" b="b"/>
            <a:pathLst>
              <a:path w="20319" h="20320">
                <a:moveTo>
                  <a:pt x="9517" y="0"/>
                </a:moveTo>
                <a:lnTo>
                  <a:pt x="5287" y="0"/>
                </a:lnTo>
                <a:lnTo>
                  <a:pt x="4229" y="105"/>
                </a:lnTo>
                <a:lnTo>
                  <a:pt x="1057" y="528"/>
                </a:lnTo>
                <a:lnTo>
                  <a:pt x="0" y="1902"/>
                </a:lnTo>
                <a:lnTo>
                  <a:pt x="0" y="18600"/>
                </a:lnTo>
                <a:lnTo>
                  <a:pt x="1057" y="19340"/>
                </a:lnTo>
                <a:lnTo>
                  <a:pt x="6344" y="19551"/>
                </a:lnTo>
                <a:lnTo>
                  <a:pt x="8459" y="19551"/>
                </a:lnTo>
                <a:lnTo>
                  <a:pt x="9517" y="19657"/>
                </a:lnTo>
                <a:lnTo>
                  <a:pt x="11632" y="19657"/>
                </a:lnTo>
                <a:lnTo>
                  <a:pt x="14804" y="19763"/>
                </a:lnTo>
                <a:lnTo>
                  <a:pt x="19034" y="19340"/>
                </a:lnTo>
                <a:lnTo>
                  <a:pt x="20091" y="17860"/>
                </a:lnTo>
                <a:lnTo>
                  <a:pt x="20091" y="14796"/>
                </a:lnTo>
                <a:lnTo>
                  <a:pt x="19034" y="13316"/>
                </a:lnTo>
                <a:lnTo>
                  <a:pt x="20091" y="11625"/>
                </a:lnTo>
                <a:lnTo>
                  <a:pt x="20091" y="951"/>
                </a:lnTo>
                <a:lnTo>
                  <a:pt x="19034" y="211"/>
                </a:lnTo>
                <a:lnTo>
                  <a:pt x="13747" y="105"/>
                </a:lnTo>
                <a:lnTo>
                  <a:pt x="11632" y="105"/>
                </a:lnTo>
                <a:close/>
              </a:path>
            </a:pathLst>
          </a:custGeom>
          <a:solidFill>
            <a:srgbClr val="000000"/>
          </a:solidFill>
        </p:spPr>
        <p:txBody>
          <a:bodyPr wrap="square" lIns="0" tIns="0" rIns="0" bIns="0" rtlCol="0"/>
          <a:lstStyle/>
          <a:p>
            <a:endParaRPr/>
          </a:p>
        </p:txBody>
      </p:sp>
      <p:sp>
        <p:nvSpPr>
          <p:cNvPr id="314" name="bg object 314"/>
          <p:cNvSpPr/>
          <p:nvPr/>
        </p:nvSpPr>
        <p:spPr>
          <a:xfrm>
            <a:off x="14077931" y="2308122"/>
            <a:ext cx="10795" cy="24130"/>
          </a:xfrm>
          <a:custGeom>
            <a:avLst/>
            <a:gdLst/>
            <a:ahLst/>
            <a:cxnLst/>
            <a:rect l="l" t="t" r="r" b="b"/>
            <a:pathLst>
              <a:path w="10794" h="24130">
                <a:moveTo>
                  <a:pt x="7564" y="0"/>
                </a:moveTo>
                <a:lnTo>
                  <a:pt x="4229" y="0"/>
                </a:lnTo>
                <a:lnTo>
                  <a:pt x="0" y="1268"/>
                </a:lnTo>
                <a:lnTo>
                  <a:pt x="0" y="22616"/>
                </a:lnTo>
                <a:lnTo>
                  <a:pt x="2277" y="24096"/>
                </a:lnTo>
                <a:lnTo>
                  <a:pt x="5710" y="24096"/>
                </a:lnTo>
                <a:lnTo>
                  <a:pt x="9517" y="22828"/>
                </a:lnTo>
                <a:lnTo>
                  <a:pt x="9517" y="21559"/>
                </a:lnTo>
                <a:lnTo>
                  <a:pt x="10574" y="18495"/>
                </a:lnTo>
                <a:lnTo>
                  <a:pt x="9517" y="15113"/>
                </a:lnTo>
                <a:lnTo>
                  <a:pt x="9517" y="8771"/>
                </a:lnTo>
                <a:lnTo>
                  <a:pt x="10574" y="5495"/>
                </a:lnTo>
                <a:lnTo>
                  <a:pt x="9517" y="2325"/>
                </a:lnTo>
                <a:lnTo>
                  <a:pt x="9517" y="1268"/>
                </a:lnTo>
                <a:lnTo>
                  <a:pt x="7564" y="0"/>
                </a:lnTo>
                <a:close/>
              </a:path>
            </a:pathLst>
          </a:custGeom>
          <a:solidFill>
            <a:srgbClr val="000000"/>
          </a:solidFill>
        </p:spPr>
        <p:txBody>
          <a:bodyPr wrap="square" lIns="0" tIns="0" rIns="0" bIns="0" rtlCol="0"/>
          <a:lstStyle/>
          <a:p>
            <a:endParaRPr/>
          </a:p>
        </p:txBody>
      </p:sp>
      <p:sp>
        <p:nvSpPr>
          <p:cNvPr id="315" name="bg object 315"/>
          <p:cNvSpPr/>
          <p:nvPr/>
        </p:nvSpPr>
        <p:spPr>
          <a:xfrm>
            <a:off x="14077931" y="2606578"/>
            <a:ext cx="10795" cy="19685"/>
          </a:xfrm>
          <a:custGeom>
            <a:avLst/>
            <a:gdLst/>
            <a:ahLst/>
            <a:cxnLst/>
            <a:rect l="l" t="t" r="r" b="b"/>
            <a:pathLst>
              <a:path w="10794" h="19685">
                <a:moveTo>
                  <a:pt x="7402" y="0"/>
                </a:moveTo>
                <a:lnTo>
                  <a:pt x="2114" y="0"/>
                </a:lnTo>
                <a:lnTo>
                  <a:pt x="0" y="1479"/>
                </a:lnTo>
                <a:lnTo>
                  <a:pt x="0" y="13316"/>
                </a:lnTo>
                <a:lnTo>
                  <a:pt x="1057" y="17966"/>
                </a:lnTo>
                <a:lnTo>
                  <a:pt x="1057" y="18706"/>
                </a:lnTo>
                <a:lnTo>
                  <a:pt x="3172" y="19551"/>
                </a:lnTo>
                <a:lnTo>
                  <a:pt x="4229" y="19551"/>
                </a:lnTo>
                <a:lnTo>
                  <a:pt x="5287" y="19657"/>
                </a:lnTo>
                <a:lnTo>
                  <a:pt x="6344" y="19657"/>
                </a:lnTo>
                <a:lnTo>
                  <a:pt x="8459" y="19023"/>
                </a:lnTo>
                <a:lnTo>
                  <a:pt x="8459" y="17966"/>
                </a:lnTo>
                <a:lnTo>
                  <a:pt x="9517" y="15958"/>
                </a:lnTo>
                <a:lnTo>
                  <a:pt x="9517" y="8771"/>
                </a:lnTo>
                <a:lnTo>
                  <a:pt x="10574" y="6341"/>
                </a:lnTo>
                <a:lnTo>
                  <a:pt x="9517" y="3910"/>
                </a:lnTo>
                <a:lnTo>
                  <a:pt x="9517" y="1268"/>
                </a:lnTo>
                <a:close/>
              </a:path>
            </a:pathLst>
          </a:custGeom>
          <a:solidFill>
            <a:srgbClr val="000000"/>
          </a:solidFill>
        </p:spPr>
        <p:txBody>
          <a:bodyPr wrap="square" lIns="0" tIns="0" rIns="0" bIns="0" rtlCol="0"/>
          <a:lstStyle/>
          <a:p>
            <a:endParaRPr/>
          </a:p>
        </p:txBody>
      </p:sp>
      <p:sp>
        <p:nvSpPr>
          <p:cNvPr id="316" name="bg object 316"/>
          <p:cNvSpPr/>
          <p:nvPr/>
        </p:nvSpPr>
        <p:spPr>
          <a:xfrm>
            <a:off x="9182" y="6823125"/>
            <a:ext cx="18273395" cy="3458845"/>
          </a:xfrm>
          <a:custGeom>
            <a:avLst/>
            <a:gdLst/>
            <a:ahLst/>
            <a:cxnLst/>
            <a:rect l="l" t="t" r="r" b="b"/>
            <a:pathLst>
              <a:path w="18273395" h="3458845">
                <a:moveTo>
                  <a:pt x="18272938" y="0"/>
                </a:moveTo>
                <a:lnTo>
                  <a:pt x="0" y="0"/>
                </a:lnTo>
                <a:lnTo>
                  <a:pt x="0" y="1943303"/>
                </a:lnTo>
                <a:lnTo>
                  <a:pt x="0" y="3458375"/>
                </a:lnTo>
                <a:lnTo>
                  <a:pt x="18272684" y="3458375"/>
                </a:lnTo>
                <a:lnTo>
                  <a:pt x="18272684" y="1943354"/>
                </a:lnTo>
                <a:lnTo>
                  <a:pt x="18272938" y="1943354"/>
                </a:lnTo>
                <a:lnTo>
                  <a:pt x="18272938" y="0"/>
                </a:lnTo>
                <a:close/>
              </a:path>
            </a:pathLst>
          </a:custGeom>
          <a:solidFill>
            <a:srgbClr val="000000">
              <a:alpha val="59606"/>
            </a:srgbClr>
          </a:solidFill>
        </p:spPr>
        <p:txBody>
          <a:bodyPr wrap="square" lIns="0" tIns="0" rIns="0" bIns="0" rtlCol="0"/>
          <a:lstStyle/>
          <a:p>
            <a:endParaRPr/>
          </a:p>
        </p:txBody>
      </p:sp>
      <p:sp>
        <p:nvSpPr>
          <p:cNvPr id="317" name="bg object 317"/>
          <p:cNvSpPr/>
          <p:nvPr/>
        </p:nvSpPr>
        <p:spPr>
          <a:xfrm>
            <a:off x="8933" y="8906179"/>
            <a:ext cx="18273395" cy="67310"/>
          </a:xfrm>
          <a:custGeom>
            <a:avLst/>
            <a:gdLst/>
            <a:ahLst/>
            <a:cxnLst/>
            <a:rect l="l" t="t" r="r" b="b"/>
            <a:pathLst>
              <a:path w="18273395" h="67309">
                <a:moveTo>
                  <a:pt x="11887374" y="0"/>
                </a:moveTo>
                <a:lnTo>
                  <a:pt x="1053562" y="0"/>
                </a:lnTo>
                <a:lnTo>
                  <a:pt x="0" y="1763"/>
                </a:lnTo>
                <a:lnTo>
                  <a:pt x="0" y="65589"/>
                </a:lnTo>
                <a:lnTo>
                  <a:pt x="1053562" y="67256"/>
                </a:lnTo>
                <a:lnTo>
                  <a:pt x="11887374" y="67256"/>
                </a:lnTo>
                <a:lnTo>
                  <a:pt x="18272936" y="44645"/>
                </a:lnTo>
                <a:lnTo>
                  <a:pt x="18272936" y="22631"/>
                </a:lnTo>
                <a:lnTo>
                  <a:pt x="11887374" y="0"/>
                </a:lnTo>
                <a:close/>
              </a:path>
            </a:pathLst>
          </a:custGeom>
          <a:solidFill>
            <a:srgbClr val="000000">
              <a:alpha val="49803"/>
            </a:srgbClr>
          </a:solidFill>
        </p:spPr>
        <p:txBody>
          <a:bodyPr wrap="square" lIns="0" tIns="0" rIns="0" bIns="0" rtlCol="0"/>
          <a:lstStyle/>
          <a:p>
            <a:endParaRPr/>
          </a:p>
        </p:txBody>
      </p:sp>
      <p:pic>
        <p:nvPicPr>
          <p:cNvPr id="318" name="bg object 318"/>
          <p:cNvPicPr/>
          <p:nvPr/>
        </p:nvPicPr>
        <p:blipFill>
          <a:blip r:embed="rId263" cstate="print"/>
          <a:stretch>
            <a:fillRect/>
          </a:stretch>
        </p:blipFill>
        <p:spPr>
          <a:xfrm>
            <a:off x="8933" y="7487675"/>
            <a:ext cx="136539" cy="226801"/>
          </a:xfrm>
          <a:prstGeom prst="rect">
            <a:avLst/>
          </a:prstGeom>
        </p:spPr>
      </p:pic>
      <p:pic>
        <p:nvPicPr>
          <p:cNvPr id="319" name="bg object 319"/>
          <p:cNvPicPr/>
          <p:nvPr/>
        </p:nvPicPr>
        <p:blipFill>
          <a:blip r:embed="rId264" cstate="print"/>
          <a:stretch>
            <a:fillRect/>
          </a:stretch>
        </p:blipFill>
        <p:spPr>
          <a:xfrm>
            <a:off x="8933" y="7194397"/>
            <a:ext cx="131209" cy="220988"/>
          </a:xfrm>
          <a:prstGeom prst="rect">
            <a:avLst/>
          </a:prstGeom>
        </p:spPr>
      </p:pic>
      <p:pic>
        <p:nvPicPr>
          <p:cNvPr id="320" name="bg object 320"/>
          <p:cNvPicPr/>
          <p:nvPr/>
        </p:nvPicPr>
        <p:blipFill>
          <a:blip r:embed="rId265" cstate="print"/>
          <a:stretch>
            <a:fillRect/>
          </a:stretch>
        </p:blipFill>
        <p:spPr>
          <a:xfrm>
            <a:off x="8933" y="7777149"/>
            <a:ext cx="130462" cy="221306"/>
          </a:xfrm>
          <a:prstGeom prst="rect">
            <a:avLst/>
          </a:prstGeom>
        </p:spPr>
      </p:pic>
      <p:pic>
        <p:nvPicPr>
          <p:cNvPr id="321" name="bg object 321"/>
          <p:cNvPicPr/>
          <p:nvPr/>
        </p:nvPicPr>
        <p:blipFill>
          <a:blip r:embed="rId266" cstate="print"/>
          <a:stretch>
            <a:fillRect/>
          </a:stretch>
        </p:blipFill>
        <p:spPr>
          <a:xfrm>
            <a:off x="212220" y="7493277"/>
            <a:ext cx="211788" cy="211477"/>
          </a:xfrm>
          <a:prstGeom prst="rect">
            <a:avLst/>
          </a:prstGeom>
        </p:spPr>
      </p:pic>
      <p:pic>
        <p:nvPicPr>
          <p:cNvPr id="322" name="bg object 322"/>
          <p:cNvPicPr/>
          <p:nvPr/>
        </p:nvPicPr>
        <p:blipFill>
          <a:blip r:embed="rId267" cstate="print"/>
          <a:stretch>
            <a:fillRect/>
          </a:stretch>
        </p:blipFill>
        <p:spPr>
          <a:xfrm>
            <a:off x="211995" y="7198519"/>
            <a:ext cx="205795" cy="212005"/>
          </a:xfrm>
          <a:prstGeom prst="rect">
            <a:avLst/>
          </a:prstGeom>
        </p:spPr>
      </p:pic>
      <p:pic>
        <p:nvPicPr>
          <p:cNvPr id="323" name="bg object 323"/>
          <p:cNvPicPr/>
          <p:nvPr/>
        </p:nvPicPr>
        <p:blipFill>
          <a:blip r:embed="rId268" cstate="print"/>
          <a:stretch>
            <a:fillRect/>
          </a:stretch>
        </p:blipFill>
        <p:spPr>
          <a:xfrm>
            <a:off x="212220" y="7781693"/>
            <a:ext cx="206445" cy="206827"/>
          </a:xfrm>
          <a:prstGeom prst="rect">
            <a:avLst/>
          </a:prstGeom>
        </p:spPr>
      </p:pic>
      <p:pic>
        <p:nvPicPr>
          <p:cNvPr id="324" name="bg object 324"/>
          <p:cNvPicPr/>
          <p:nvPr/>
        </p:nvPicPr>
        <p:blipFill>
          <a:blip r:embed="rId269" cstate="print"/>
          <a:stretch>
            <a:fillRect/>
          </a:stretch>
        </p:blipFill>
        <p:spPr>
          <a:xfrm>
            <a:off x="8933" y="6915281"/>
            <a:ext cx="125372" cy="206298"/>
          </a:xfrm>
          <a:prstGeom prst="rect">
            <a:avLst/>
          </a:prstGeom>
        </p:spPr>
      </p:pic>
      <p:pic>
        <p:nvPicPr>
          <p:cNvPr id="325" name="bg object 325"/>
          <p:cNvPicPr/>
          <p:nvPr/>
        </p:nvPicPr>
        <p:blipFill>
          <a:blip r:embed="rId270" cstate="print"/>
          <a:stretch>
            <a:fillRect/>
          </a:stretch>
        </p:blipFill>
        <p:spPr>
          <a:xfrm>
            <a:off x="8933" y="8071890"/>
            <a:ext cx="126514" cy="207054"/>
          </a:xfrm>
          <a:prstGeom prst="rect">
            <a:avLst/>
          </a:prstGeom>
        </p:spPr>
      </p:pic>
      <p:pic>
        <p:nvPicPr>
          <p:cNvPr id="326" name="bg object 326"/>
          <p:cNvPicPr/>
          <p:nvPr/>
        </p:nvPicPr>
        <p:blipFill>
          <a:blip r:embed="rId271" cstate="print"/>
          <a:stretch>
            <a:fillRect/>
          </a:stretch>
        </p:blipFill>
        <p:spPr>
          <a:xfrm>
            <a:off x="212723" y="6914647"/>
            <a:ext cx="206589" cy="206827"/>
          </a:xfrm>
          <a:prstGeom prst="rect">
            <a:avLst/>
          </a:prstGeom>
        </p:spPr>
      </p:pic>
      <p:pic>
        <p:nvPicPr>
          <p:cNvPr id="327" name="bg object 327"/>
          <p:cNvPicPr/>
          <p:nvPr/>
        </p:nvPicPr>
        <p:blipFill>
          <a:blip r:embed="rId272" cstate="print"/>
          <a:stretch>
            <a:fillRect/>
          </a:stretch>
        </p:blipFill>
        <p:spPr>
          <a:xfrm>
            <a:off x="493673" y="7497821"/>
            <a:ext cx="209504" cy="206509"/>
          </a:xfrm>
          <a:prstGeom prst="rect">
            <a:avLst/>
          </a:prstGeom>
        </p:spPr>
      </p:pic>
      <p:pic>
        <p:nvPicPr>
          <p:cNvPr id="328" name="bg object 328"/>
          <p:cNvPicPr/>
          <p:nvPr/>
        </p:nvPicPr>
        <p:blipFill>
          <a:blip r:embed="rId273" cstate="print"/>
          <a:stretch>
            <a:fillRect/>
          </a:stretch>
        </p:blipFill>
        <p:spPr>
          <a:xfrm>
            <a:off x="212473" y="8071061"/>
            <a:ext cx="205824" cy="207038"/>
          </a:xfrm>
          <a:prstGeom prst="rect">
            <a:avLst/>
          </a:prstGeom>
        </p:spPr>
      </p:pic>
      <p:pic>
        <p:nvPicPr>
          <p:cNvPr id="329" name="bg object 329"/>
          <p:cNvPicPr/>
          <p:nvPr/>
        </p:nvPicPr>
        <p:blipFill>
          <a:blip r:embed="rId274" cstate="print"/>
          <a:stretch>
            <a:fillRect/>
          </a:stretch>
        </p:blipFill>
        <p:spPr>
          <a:xfrm>
            <a:off x="494308" y="7205072"/>
            <a:ext cx="210265" cy="201120"/>
          </a:xfrm>
          <a:prstGeom prst="rect">
            <a:avLst/>
          </a:prstGeom>
        </p:spPr>
      </p:pic>
      <p:pic>
        <p:nvPicPr>
          <p:cNvPr id="330" name="bg object 330"/>
          <p:cNvPicPr/>
          <p:nvPr/>
        </p:nvPicPr>
        <p:blipFill>
          <a:blip r:embed="rId275" cstate="print"/>
          <a:stretch>
            <a:fillRect/>
          </a:stretch>
        </p:blipFill>
        <p:spPr>
          <a:xfrm>
            <a:off x="494181" y="7781905"/>
            <a:ext cx="209504" cy="206404"/>
          </a:xfrm>
          <a:prstGeom prst="rect">
            <a:avLst/>
          </a:prstGeom>
        </p:spPr>
      </p:pic>
      <p:pic>
        <p:nvPicPr>
          <p:cNvPr id="331" name="bg object 331"/>
          <p:cNvPicPr/>
          <p:nvPr/>
        </p:nvPicPr>
        <p:blipFill>
          <a:blip r:embed="rId276" cstate="print"/>
          <a:stretch>
            <a:fillRect/>
          </a:stretch>
        </p:blipFill>
        <p:spPr>
          <a:xfrm>
            <a:off x="8933" y="6631198"/>
            <a:ext cx="122454" cy="206404"/>
          </a:xfrm>
          <a:prstGeom prst="rect">
            <a:avLst/>
          </a:prstGeom>
        </p:spPr>
      </p:pic>
      <p:pic>
        <p:nvPicPr>
          <p:cNvPr id="332" name="bg object 332"/>
          <p:cNvPicPr/>
          <p:nvPr/>
        </p:nvPicPr>
        <p:blipFill>
          <a:blip r:embed="rId277" cstate="print"/>
          <a:stretch>
            <a:fillRect/>
          </a:stretch>
        </p:blipFill>
        <p:spPr>
          <a:xfrm>
            <a:off x="8933" y="8355990"/>
            <a:ext cx="123088" cy="206298"/>
          </a:xfrm>
          <a:prstGeom prst="rect">
            <a:avLst/>
          </a:prstGeom>
        </p:spPr>
      </p:pic>
      <p:pic>
        <p:nvPicPr>
          <p:cNvPr id="333" name="bg object 333"/>
          <p:cNvPicPr/>
          <p:nvPr/>
        </p:nvPicPr>
        <p:blipFill>
          <a:blip r:embed="rId278" cstate="print"/>
          <a:stretch>
            <a:fillRect/>
          </a:stretch>
        </p:blipFill>
        <p:spPr>
          <a:xfrm>
            <a:off x="501287" y="6915070"/>
            <a:ext cx="202271" cy="206510"/>
          </a:xfrm>
          <a:prstGeom prst="rect">
            <a:avLst/>
          </a:prstGeom>
        </p:spPr>
      </p:pic>
      <p:pic>
        <p:nvPicPr>
          <p:cNvPr id="334" name="bg object 334"/>
          <p:cNvPicPr/>
          <p:nvPr/>
        </p:nvPicPr>
        <p:blipFill>
          <a:blip r:embed="rId279" cstate="print"/>
          <a:stretch>
            <a:fillRect/>
          </a:stretch>
        </p:blipFill>
        <p:spPr>
          <a:xfrm>
            <a:off x="212838" y="6630247"/>
            <a:ext cx="206474" cy="206615"/>
          </a:xfrm>
          <a:prstGeom prst="rect">
            <a:avLst/>
          </a:prstGeom>
        </p:spPr>
      </p:pic>
      <p:pic>
        <p:nvPicPr>
          <p:cNvPr id="335" name="bg object 335"/>
          <p:cNvPicPr/>
          <p:nvPr/>
        </p:nvPicPr>
        <p:blipFill>
          <a:blip r:embed="rId280" cstate="print"/>
          <a:stretch>
            <a:fillRect/>
          </a:stretch>
        </p:blipFill>
        <p:spPr>
          <a:xfrm>
            <a:off x="501033" y="8070850"/>
            <a:ext cx="203540" cy="202388"/>
          </a:xfrm>
          <a:prstGeom prst="rect">
            <a:avLst/>
          </a:prstGeom>
        </p:spPr>
      </p:pic>
      <p:pic>
        <p:nvPicPr>
          <p:cNvPr id="336" name="bg object 336"/>
          <p:cNvPicPr/>
          <p:nvPr/>
        </p:nvPicPr>
        <p:blipFill>
          <a:blip r:embed="rId281" cstate="print"/>
          <a:stretch>
            <a:fillRect/>
          </a:stretch>
        </p:blipFill>
        <p:spPr>
          <a:xfrm>
            <a:off x="211712" y="8355567"/>
            <a:ext cx="206585" cy="205558"/>
          </a:xfrm>
          <a:prstGeom prst="rect">
            <a:avLst/>
          </a:prstGeom>
        </p:spPr>
      </p:pic>
      <p:pic>
        <p:nvPicPr>
          <p:cNvPr id="337" name="bg object 337"/>
          <p:cNvPicPr/>
          <p:nvPr/>
        </p:nvPicPr>
        <p:blipFill>
          <a:blip r:embed="rId282" cstate="print"/>
          <a:stretch>
            <a:fillRect/>
          </a:stretch>
        </p:blipFill>
        <p:spPr>
          <a:xfrm>
            <a:off x="795907" y="7497821"/>
            <a:ext cx="201753" cy="201965"/>
          </a:xfrm>
          <a:prstGeom prst="rect">
            <a:avLst/>
          </a:prstGeom>
        </p:spPr>
      </p:pic>
      <p:pic>
        <p:nvPicPr>
          <p:cNvPr id="338" name="bg object 338"/>
          <p:cNvPicPr/>
          <p:nvPr/>
        </p:nvPicPr>
        <p:blipFill>
          <a:blip r:embed="rId283" cstate="print"/>
          <a:stretch>
            <a:fillRect/>
          </a:stretch>
        </p:blipFill>
        <p:spPr>
          <a:xfrm>
            <a:off x="794796" y="7204015"/>
            <a:ext cx="202546" cy="201542"/>
          </a:xfrm>
          <a:prstGeom prst="rect">
            <a:avLst/>
          </a:prstGeom>
        </p:spPr>
      </p:pic>
      <p:pic>
        <p:nvPicPr>
          <p:cNvPr id="339" name="bg object 339"/>
          <p:cNvPicPr/>
          <p:nvPr/>
        </p:nvPicPr>
        <p:blipFill>
          <a:blip r:embed="rId284" cstate="print"/>
          <a:stretch>
            <a:fillRect/>
          </a:stretch>
        </p:blipFill>
        <p:spPr>
          <a:xfrm>
            <a:off x="795050" y="7786977"/>
            <a:ext cx="202926" cy="196892"/>
          </a:xfrm>
          <a:prstGeom prst="rect">
            <a:avLst/>
          </a:prstGeom>
        </p:spPr>
      </p:pic>
      <p:pic>
        <p:nvPicPr>
          <p:cNvPr id="340" name="bg object 340"/>
          <p:cNvPicPr/>
          <p:nvPr/>
        </p:nvPicPr>
        <p:blipFill>
          <a:blip r:embed="rId285" cstate="print"/>
          <a:stretch>
            <a:fillRect/>
          </a:stretch>
        </p:blipFill>
        <p:spPr>
          <a:xfrm>
            <a:off x="502429" y="6635320"/>
            <a:ext cx="201382" cy="196998"/>
          </a:xfrm>
          <a:prstGeom prst="rect">
            <a:avLst/>
          </a:prstGeom>
        </p:spPr>
      </p:pic>
      <p:pic>
        <p:nvPicPr>
          <p:cNvPr id="341" name="bg object 341"/>
          <p:cNvPicPr/>
          <p:nvPr/>
        </p:nvPicPr>
        <p:blipFill>
          <a:blip r:embed="rId286" cstate="print"/>
          <a:stretch>
            <a:fillRect/>
          </a:stretch>
        </p:blipFill>
        <p:spPr>
          <a:xfrm>
            <a:off x="500018" y="8360217"/>
            <a:ext cx="203739" cy="196469"/>
          </a:xfrm>
          <a:prstGeom prst="rect">
            <a:avLst/>
          </a:prstGeom>
        </p:spPr>
      </p:pic>
      <p:pic>
        <p:nvPicPr>
          <p:cNvPr id="342" name="bg object 342"/>
          <p:cNvPicPr/>
          <p:nvPr/>
        </p:nvPicPr>
        <p:blipFill>
          <a:blip r:embed="rId287" cstate="print"/>
          <a:stretch>
            <a:fillRect/>
          </a:stretch>
        </p:blipFill>
        <p:spPr>
          <a:xfrm>
            <a:off x="8933" y="6336440"/>
            <a:ext cx="122200" cy="202176"/>
          </a:xfrm>
          <a:prstGeom prst="rect">
            <a:avLst/>
          </a:prstGeom>
        </p:spPr>
      </p:pic>
      <p:pic>
        <p:nvPicPr>
          <p:cNvPr id="343" name="bg object 343"/>
          <p:cNvPicPr/>
          <p:nvPr/>
        </p:nvPicPr>
        <p:blipFill>
          <a:blip r:embed="rId288" cstate="print"/>
          <a:stretch>
            <a:fillRect/>
          </a:stretch>
        </p:blipFill>
        <p:spPr>
          <a:xfrm>
            <a:off x="798984" y="6924159"/>
            <a:ext cx="195080" cy="191925"/>
          </a:xfrm>
          <a:prstGeom prst="rect">
            <a:avLst/>
          </a:prstGeom>
        </p:spPr>
      </p:pic>
      <p:pic>
        <p:nvPicPr>
          <p:cNvPr id="344" name="bg object 344"/>
          <p:cNvPicPr/>
          <p:nvPr/>
        </p:nvPicPr>
        <p:blipFill>
          <a:blip r:embed="rId289" cstate="print"/>
          <a:stretch>
            <a:fillRect/>
          </a:stretch>
        </p:blipFill>
        <p:spPr>
          <a:xfrm>
            <a:off x="-14288" y="8659505"/>
            <a:ext cx="138569" cy="191094"/>
          </a:xfrm>
          <a:prstGeom prst="rect">
            <a:avLst/>
          </a:prstGeom>
        </p:spPr>
      </p:pic>
      <p:pic>
        <p:nvPicPr>
          <p:cNvPr id="345" name="bg object 345"/>
          <p:cNvPicPr/>
          <p:nvPr/>
        </p:nvPicPr>
        <p:blipFill>
          <a:blip r:embed="rId290" cstate="print"/>
          <a:stretch>
            <a:fillRect/>
          </a:stretch>
        </p:blipFill>
        <p:spPr>
          <a:xfrm>
            <a:off x="799618" y="8076557"/>
            <a:ext cx="192246" cy="191396"/>
          </a:xfrm>
          <a:prstGeom prst="rect">
            <a:avLst/>
          </a:prstGeom>
        </p:spPr>
      </p:pic>
      <p:pic>
        <p:nvPicPr>
          <p:cNvPr id="346" name="bg object 346"/>
          <p:cNvPicPr/>
          <p:nvPr/>
        </p:nvPicPr>
        <p:blipFill>
          <a:blip r:embed="rId291" cstate="print"/>
          <a:stretch>
            <a:fillRect/>
          </a:stretch>
        </p:blipFill>
        <p:spPr>
          <a:xfrm>
            <a:off x="221864" y="6342253"/>
            <a:ext cx="187297" cy="190762"/>
          </a:xfrm>
          <a:prstGeom prst="rect">
            <a:avLst/>
          </a:prstGeom>
        </p:spPr>
      </p:pic>
      <p:pic>
        <p:nvPicPr>
          <p:cNvPr id="347" name="bg object 347"/>
          <p:cNvPicPr/>
          <p:nvPr/>
        </p:nvPicPr>
        <p:blipFill>
          <a:blip r:embed="rId292" cstate="print"/>
          <a:stretch>
            <a:fillRect/>
          </a:stretch>
        </p:blipFill>
        <p:spPr>
          <a:xfrm>
            <a:off x="221990" y="8659308"/>
            <a:ext cx="187170" cy="186958"/>
          </a:xfrm>
          <a:prstGeom prst="rect">
            <a:avLst/>
          </a:prstGeom>
        </p:spPr>
      </p:pic>
      <p:pic>
        <p:nvPicPr>
          <p:cNvPr id="348" name="bg object 348"/>
          <p:cNvPicPr/>
          <p:nvPr/>
        </p:nvPicPr>
        <p:blipFill>
          <a:blip r:embed="rId293" cstate="print"/>
          <a:stretch>
            <a:fillRect/>
          </a:stretch>
        </p:blipFill>
        <p:spPr>
          <a:xfrm>
            <a:off x="1087332" y="7507651"/>
            <a:ext cx="189708" cy="186746"/>
          </a:xfrm>
          <a:prstGeom prst="rect">
            <a:avLst/>
          </a:prstGeom>
        </p:spPr>
      </p:pic>
      <p:pic>
        <p:nvPicPr>
          <p:cNvPr id="349" name="bg object 349"/>
          <p:cNvPicPr/>
          <p:nvPr/>
        </p:nvPicPr>
        <p:blipFill>
          <a:blip r:embed="rId294" cstate="print"/>
          <a:stretch>
            <a:fillRect/>
          </a:stretch>
        </p:blipFill>
        <p:spPr>
          <a:xfrm>
            <a:off x="803806" y="6640499"/>
            <a:ext cx="190575" cy="186958"/>
          </a:xfrm>
          <a:prstGeom prst="rect">
            <a:avLst/>
          </a:prstGeom>
        </p:spPr>
      </p:pic>
      <p:pic>
        <p:nvPicPr>
          <p:cNvPr id="350" name="bg object 350"/>
          <p:cNvPicPr/>
          <p:nvPr/>
        </p:nvPicPr>
        <p:blipFill>
          <a:blip r:embed="rId295" cstate="print"/>
          <a:stretch>
            <a:fillRect/>
          </a:stretch>
        </p:blipFill>
        <p:spPr>
          <a:xfrm>
            <a:off x="1089342" y="7791628"/>
            <a:ext cx="186853" cy="187697"/>
          </a:xfrm>
          <a:prstGeom prst="rect">
            <a:avLst/>
          </a:prstGeom>
        </p:spPr>
      </p:pic>
      <p:pic>
        <p:nvPicPr>
          <p:cNvPr id="351" name="bg object 351"/>
          <p:cNvPicPr/>
          <p:nvPr/>
        </p:nvPicPr>
        <p:blipFill>
          <a:blip r:embed="rId296" cstate="print"/>
          <a:stretch>
            <a:fillRect/>
          </a:stretch>
        </p:blipFill>
        <p:spPr>
          <a:xfrm>
            <a:off x="805329" y="8365185"/>
            <a:ext cx="189475" cy="186852"/>
          </a:xfrm>
          <a:prstGeom prst="rect">
            <a:avLst/>
          </a:prstGeom>
        </p:spPr>
      </p:pic>
      <p:pic>
        <p:nvPicPr>
          <p:cNvPr id="352" name="bg object 352"/>
          <p:cNvPicPr/>
          <p:nvPr/>
        </p:nvPicPr>
        <p:blipFill>
          <a:blip r:embed="rId297" cstate="print"/>
          <a:stretch>
            <a:fillRect/>
          </a:stretch>
        </p:blipFill>
        <p:spPr>
          <a:xfrm>
            <a:off x="8933" y="6057747"/>
            <a:ext cx="115744" cy="186324"/>
          </a:xfrm>
          <a:prstGeom prst="rect">
            <a:avLst/>
          </a:prstGeom>
        </p:spPr>
      </p:pic>
      <p:pic>
        <p:nvPicPr>
          <p:cNvPr id="353" name="bg object 353"/>
          <p:cNvPicPr/>
          <p:nvPr/>
        </p:nvPicPr>
        <p:blipFill>
          <a:blip r:embed="rId298" cstate="print"/>
          <a:stretch>
            <a:fillRect/>
          </a:stretch>
        </p:blipFill>
        <p:spPr>
          <a:xfrm>
            <a:off x="1088813" y="7214161"/>
            <a:ext cx="187593" cy="181779"/>
          </a:xfrm>
          <a:prstGeom prst="rect">
            <a:avLst/>
          </a:prstGeom>
        </p:spPr>
      </p:pic>
      <p:pic>
        <p:nvPicPr>
          <p:cNvPr id="354" name="bg object 354"/>
          <p:cNvPicPr/>
          <p:nvPr/>
        </p:nvPicPr>
        <p:blipFill>
          <a:blip r:embed="rId299" cstate="print"/>
          <a:stretch>
            <a:fillRect/>
          </a:stretch>
        </p:blipFill>
        <p:spPr>
          <a:xfrm>
            <a:off x="511058" y="8659942"/>
            <a:ext cx="182983" cy="186006"/>
          </a:xfrm>
          <a:prstGeom prst="rect">
            <a:avLst/>
          </a:prstGeom>
        </p:spPr>
      </p:pic>
      <p:pic>
        <p:nvPicPr>
          <p:cNvPr id="355" name="bg object 355"/>
          <p:cNvPicPr/>
          <p:nvPr/>
        </p:nvPicPr>
        <p:blipFill>
          <a:blip r:embed="rId300" cstate="print"/>
          <a:stretch>
            <a:fillRect/>
          </a:stretch>
        </p:blipFill>
        <p:spPr>
          <a:xfrm>
            <a:off x="1088707" y="6924899"/>
            <a:ext cx="188122" cy="186641"/>
          </a:xfrm>
          <a:prstGeom prst="rect">
            <a:avLst/>
          </a:prstGeom>
        </p:spPr>
      </p:pic>
      <p:pic>
        <p:nvPicPr>
          <p:cNvPr id="356" name="bg object 356"/>
          <p:cNvPicPr/>
          <p:nvPr/>
        </p:nvPicPr>
        <p:blipFill>
          <a:blip r:embed="rId301" cstate="print"/>
          <a:stretch>
            <a:fillRect/>
          </a:stretch>
        </p:blipFill>
        <p:spPr>
          <a:xfrm>
            <a:off x="510817" y="6346269"/>
            <a:ext cx="182843" cy="182202"/>
          </a:xfrm>
          <a:prstGeom prst="rect">
            <a:avLst/>
          </a:prstGeom>
        </p:spPr>
      </p:pic>
      <p:pic>
        <p:nvPicPr>
          <p:cNvPr id="357" name="bg object 357"/>
          <p:cNvPicPr/>
          <p:nvPr/>
        </p:nvPicPr>
        <p:blipFill>
          <a:blip r:embed="rId302" cstate="print"/>
          <a:stretch>
            <a:fillRect/>
          </a:stretch>
        </p:blipFill>
        <p:spPr>
          <a:xfrm>
            <a:off x="8933" y="8948458"/>
            <a:ext cx="116109" cy="186964"/>
          </a:xfrm>
          <a:prstGeom prst="rect">
            <a:avLst/>
          </a:prstGeom>
        </p:spPr>
      </p:pic>
      <p:pic>
        <p:nvPicPr>
          <p:cNvPr id="358" name="bg object 358"/>
          <p:cNvPicPr/>
          <p:nvPr/>
        </p:nvPicPr>
        <p:blipFill>
          <a:blip r:embed="rId303" cstate="print"/>
          <a:stretch>
            <a:fillRect/>
          </a:stretch>
        </p:blipFill>
        <p:spPr>
          <a:xfrm>
            <a:off x="220721" y="6057747"/>
            <a:ext cx="188947" cy="186746"/>
          </a:xfrm>
          <a:prstGeom prst="rect">
            <a:avLst/>
          </a:prstGeom>
        </p:spPr>
      </p:pic>
      <p:pic>
        <p:nvPicPr>
          <p:cNvPr id="359" name="bg object 359"/>
          <p:cNvPicPr/>
          <p:nvPr/>
        </p:nvPicPr>
        <p:blipFill>
          <a:blip r:embed="rId304" cstate="print"/>
          <a:stretch>
            <a:fillRect/>
          </a:stretch>
        </p:blipFill>
        <p:spPr>
          <a:xfrm>
            <a:off x="1087755" y="8080995"/>
            <a:ext cx="188228" cy="181990"/>
          </a:xfrm>
          <a:prstGeom prst="rect">
            <a:avLst/>
          </a:prstGeom>
        </p:spPr>
      </p:pic>
      <p:pic>
        <p:nvPicPr>
          <p:cNvPr id="360" name="bg object 360"/>
          <p:cNvPicPr/>
          <p:nvPr/>
        </p:nvPicPr>
        <p:blipFill>
          <a:blip r:embed="rId305" cstate="print"/>
          <a:stretch>
            <a:fillRect/>
          </a:stretch>
        </p:blipFill>
        <p:spPr>
          <a:xfrm>
            <a:off x="221864" y="8948464"/>
            <a:ext cx="187678" cy="182202"/>
          </a:xfrm>
          <a:prstGeom prst="rect">
            <a:avLst/>
          </a:prstGeom>
        </p:spPr>
      </p:pic>
      <p:pic>
        <p:nvPicPr>
          <p:cNvPr id="361" name="bg object 361"/>
          <p:cNvPicPr/>
          <p:nvPr/>
        </p:nvPicPr>
        <p:blipFill>
          <a:blip r:embed="rId306" cstate="print"/>
          <a:stretch>
            <a:fillRect/>
          </a:stretch>
        </p:blipFill>
        <p:spPr>
          <a:xfrm>
            <a:off x="804821" y="6346904"/>
            <a:ext cx="183110" cy="181673"/>
          </a:xfrm>
          <a:prstGeom prst="rect">
            <a:avLst/>
          </a:prstGeom>
        </p:spPr>
      </p:pic>
      <p:pic>
        <p:nvPicPr>
          <p:cNvPr id="362" name="bg object 362"/>
          <p:cNvPicPr/>
          <p:nvPr/>
        </p:nvPicPr>
        <p:blipFill>
          <a:blip r:embed="rId307" cstate="print"/>
          <a:stretch>
            <a:fillRect/>
          </a:stretch>
        </p:blipFill>
        <p:spPr>
          <a:xfrm>
            <a:off x="1094523" y="8365607"/>
            <a:ext cx="185373" cy="186746"/>
          </a:xfrm>
          <a:prstGeom prst="rect">
            <a:avLst/>
          </a:prstGeom>
        </p:spPr>
      </p:pic>
      <p:pic>
        <p:nvPicPr>
          <p:cNvPr id="363" name="bg object 363"/>
          <p:cNvPicPr/>
          <p:nvPr/>
        </p:nvPicPr>
        <p:blipFill>
          <a:blip r:embed="rId308" cstate="print"/>
          <a:stretch>
            <a:fillRect/>
          </a:stretch>
        </p:blipFill>
        <p:spPr>
          <a:xfrm>
            <a:off x="1092091" y="6640710"/>
            <a:ext cx="184527" cy="182096"/>
          </a:xfrm>
          <a:prstGeom prst="rect">
            <a:avLst/>
          </a:prstGeom>
        </p:spPr>
      </p:pic>
      <p:pic>
        <p:nvPicPr>
          <p:cNvPr id="364" name="bg object 364"/>
          <p:cNvPicPr/>
          <p:nvPr/>
        </p:nvPicPr>
        <p:blipFill>
          <a:blip r:embed="rId309" cstate="print"/>
          <a:stretch>
            <a:fillRect/>
          </a:stretch>
        </p:blipFill>
        <p:spPr>
          <a:xfrm>
            <a:off x="805455" y="8664170"/>
            <a:ext cx="184505" cy="181462"/>
          </a:xfrm>
          <a:prstGeom prst="rect">
            <a:avLst/>
          </a:prstGeom>
        </p:spPr>
      </p:pic>
      <p:pic>
        <p:nvPicPr>
          <p:cNvPr id="365" name="bg object 365"/>
          <p:cNvPicPr/>
          <p:nvPr/>
        </p:nvPicPr>
        <p:blipFill>
          <a:blip r:embed="rId310" cstate="print"/>
          <a:stretch>
            <a:fillRect/>
          </a:stretch>
        </p:blipFill>
        <p:spPr>
          <a:xfrm>
            <a:off x="1376971" y="7507968"/>
            <a:ext cx="185584" cy="186429"/>
          </a:xfrm>
          <a:prstGeom prst="rect">
            <a:avLst/>
          </a:prstGeom>
        </p:spPr>
      </p:pic>
      <p:pic>
        <p:nvPicPr>
          <p:cNvPr id="366" name="bg object 366"/>
          <p:cNvPicPr/>
          <p:nvPr/>
        </p:nvPicPr>
        <p:blipFill>
          <a:blip r:embed="rId311" cstate="print"/>
          <a:stretch>
            <a:fillRect/>
          </a:stretch>
        </p:blipFill>
        <p:spPr>
          <a:xfrm>
            <a:off x="511566" y="6057747"/>
            <a:ext cx="182094" cy="186429"/>
          </a:xfrm>
          <a:prstGeom prst="rect">
            <a:avLst/>
          </a:prstGeom>
        </p:spPr>
      </p:pic>
      <p:pic>
        <p:nvPicPr>
          <p:cNvPr id="367" name="bg object 367"/>
          <p:cNvPicPr/>
          <p:nvPr/>
        </p:nvPicPr>
        <p:blipFill>
          <a:blip r:embed="rId312" cstate="print"/>
          <a:stretch>
            <a:fillRect/>
          </a:stretch>
        </p:blipFill>
        <p:spPr>
          <a:xfrm>
            <a:off x="1377923" y="7213738"/>
            <a:ext cx="183046" cy="181885"/>
          </a:xfrm>
          <a:prstGeom prst="rect">
            <a:avLst/>
          </a:prstGeom>
        </p:spPr>
      </p:pic>
      <p:pic>
        <p:nvPicPr>
          <p:cNvPr id="368" name="bg object 368"/>
          <p:cNvPicPr/>
          <p:nvPr/>
        </p:nvPicPr>
        <p:blipFill>
          <a:blip r:embed="rId313" cstate="print"/>
          <a:stretch>
            <a:fillRect/>
          </a:stretch>
        </p:blipFill>
        <p:spPr>
          <a:xfrm>
            <a:off x="1377394" y="7796807"/>
            <a:ext cx="184104" cy="182096"/>
          </a:xfrm>
          <a:prstGeom prst="rect">
            <a:avLst/>
          </a:prstGeom>
        </p:spPr>
      </p:pic>
      <p:pic>
        <p:nvPicPr>
          <p:cNvPr id="369" name="bg object 369"/>
          <p:cNvPicPr/>
          <p:nvPr/>
        </p:nvPicPr>
        <p:blipFill>
          <a:blip r:embed="rId314" cstate="print"/>
          <a:stretch>
            <a:fillRect/>
          </a:stretch>
        </p:blipFill>
        <p:spPr>
          <a:xfrm>
            <a:off x="511566" y="8948359"/>
            <a:ext cx="182221" cy="181568"/>
          </a:xfrm>
          <a:prstGeom prst="rect">
            <a:avLst/>
          </a:prstGeom>
        </p:spPr>
      </p:pic>
      <p:pic>
        <p:nvPicPr>
          <p:cNvPr id="370" name="bg object 370"/>
          <p:cNvPicPr/>
          <p:nvPr/>
        </p:nvPicPr>
        <p:blipFill>
          <a:blip r:embed="rId315" cstate="print"/>
          <a:stretch>
            <a:fillRect/>
          </a:stretch>
        </p:blipFill>
        <p:spPr>
          <a:xfrm>
            <a:off x="8933" y="5773875"/>
            <a:ext cx="113063" cy="182836"/>
          </a:xfrm>
          <a:prstGeom prst="rect">
            <a:avLst/>
          </a:prstGeom>
        </p:spPr>
      </p:pic>
      <p:pic>
        <p:nvPicPr>
          <p:cNvPr id="371" name="bg object 371"/>
          <p:cNvPicPr/>
          <p:nvPr/>
        </p:nvPicPr>
        <p:blipFill>
          <a:blip r:embed="rId316" cstate="print"/>
          <a:stretch>
            <a:fillRect/>
          </a:stretch>
        </p:blipFill>
        <p:spPr>
          <a:xfrm>
            <a:off x="1377923" y="6929866"/>
            <a:ext cx="183786" cy="181990"/>
          </a:xfrm>
          <a:prstGeom prst="rect">
            <a:avLst/>
          </a:prstGeom>
        </p:spPr>
      </p:pic>
      <p:pic>
        <p:nvPicPr>
          <p:cNvPr id="372" name="bg object 372"/>
          <p:cNvPicPr/>
          <p:nvPr/>
        </p:nvPicPr>
        <p:blipFill>
          <a:blip r:embed="rId317" cstate="print"/>
          <a:stretch>
            <a:fillRect/>
          </a:stretch>
        </p:blipFill>
        <p:spPr>
          <a:xfrm>
            <a:off x="1376125" y="8080995"/>
            <a:ext cx="184632" cy="181885"/>
          </a:xfrm>
          <a:prstGeom prst="rect">
            <a:avLst/>
          </a:prstGeom>
        </p:spPr>
      </p:pic>
      <p:pic>
        <p:nvPicPr>
          <p:cNvPr id="373" name="bg object 373"/>
          <p:cNvPicPr/>
          <p:nvPr/>
        </p:nvPicPr>
        <p:blipFill>
          <a:blip r:embed="rId318" cstate="print"/>
          <a:stretch>
            <a:fillRect/>
          </a:stretch>
        </p:blipFill>
        <p:spPr>
          <a:xfrm>
            <a:off x="8933" y="9237515"/>
            <a:ext cx="110779" cy="176252"/>
          </a:xfrm>
          <a:prstGeom prst="rect">
            <a:avLst/>
          </a:prstGeom>
        </p:spPr>
      </p:pic>
      <p:pic>
        <p:nvPicPr>
          <p:cNvPr id="374" name="bg object 374"/>
          <p:cNvPicPr/>
          <p:nvPr/>
        </p:nvPicPr>
        <p:blipFill>
          <a:blip r:embed="rId319" cstate="print"/>
          <a:stretch>
            <a:fillRect/>
          </a:stretch>
        </p:blipFill>
        <p:spPr>
          <a:xfrm>
            <a:off x="1092831" y="6346481"/>
            <a:ext cx="179133" cy="182625"/>
          </a:xfrm>
          <a:prstGeom prst="rect">
            <a:avLst/>
          </a:prstGeom>
        </p:spPr>
      </p:pic>
      <p:pic>
        <p:nvPicPr>
          <p:cNvPr id="375" name="bg object 375"/>
          <p:cNvPicPr/>
          <p:nvPr/>
        </p:nvPicPr>
        <p:blipFill>
          <a:blip r:embed="rId320" cstate="print"/>
          <a:stretch>
            <a:fillRect/>
          </a:stretch>
        </p:blipFill>
        <p:spPr>
          <a:xfrm>
            <a:off x="808882" y="6062186"/>
            <a:ext cx="180572" cy="177235"/>
          </a:xfrm>
          <a:prstGeom prst="rect">
            <a:avLst/>
          </a:prstGeom>
        </p:spPr>
      </p:pic>
      <p:pic>
        <p:nvPicPr>
          <p:cNvPr id="376" name="bg object 376"/>
          <p:cNvPicPr/>
          <p:nvPr/>
        </p:nvPicPr>
        <p:blipFill>
          <a:blip r:embed="rId321" cstate="print"/>
          <a:stretch>
            <a:fillRect/>
          </a:stretch>
        </p:blipFill>
        <p:spPr>
          <a:xfrm>
            <a:off x="225924" y="5777786"/>
            <a:ext cx="179810" cy="177446"/>
          </a:xfrm>
          <a:prstGeom prst="rect">
            <a:avLst/>
          </a:prstGeom>
        </p:spPr>
      </p:pic>
      <p:pic>
        <p:nvPicPr>
          <p:cNvPr id="377" name="bg object 377"/>
          <p:cNvPicPr/>
          <p:nvPr/>
        </p:nvPicPr>
        <p:blipFill>
          <a:blip r:embed="rId322" cstate="print"/>
          <a:stretch>
            <a:fillRect/>
          </a:stretch>
        </p:blipFill>
        <p:spPr>
          <a:xfrm>
            <a:off x="230366" y="9242482"/>
            <a:ext cx="171943" cy="166719"/>
          </a:xfrm>
          <a:prstGeom prst="rect">
            <a:avLst/>
          </a:prstGeom>
        </p:spPr>
      </p:pic>
      <p:pic>
        <p:nvPicPr>
          <p:cNvPr id="378" name="bg object 378"/>
          <p:cNvPicPr/>
          <p:nvPr/>
        </p:nvPicPr>
        <p:blipFill>
          <a:blip r:embed="rId323" cstate="print"/>
          <a:stretch>
            <a:fillRect/>
          </a:stretch>
        </p:blipFill>
        <p:spPr>
          <a:xfrm>
            <a:off x="815480" y="8953431"/>
            <a:ext cx="166613" cy="171739"/>
          </a:xfrm>
          <a:prstGeom prst="rect">
            <a:avLst/>
          </a:prstGeom>
        </p:spPr>
      </p:pic>
      <p:pic>
        <p:nvPicPr>
          <p:cNvPr id="379" name="bg object 379"/>
          <p:cNvPicPr/>
          <p:nvPr/>
        </p:nvPicPr>
        <p:blipFill>
          <a:blip r:embed="rId324" cstate="print"/>
          <a:stretch>
            <a:fillRect/>
          </a:stretch>
        </p:blipFill>
        <p:spPr>
          <a:xfrm>
            <a:off x="1382999" y="6650010"/>
            <a:ext cx="172154" cy="167829"/>
          </a:xfrm>
          <a:prstGeom prst="rect">
            <a:avLst/>
          </a:prstGeom>
        </p:spPr>
      </p:pic>
      <p:pic>
        <p:nvPicPr>
          <p:cNvPr id="380" name="bg object 380"/>
          <p:cNvPicPr/>
          <p:nvPr/>
        </p:nvPicPr>
        <p:blipFill>
          <a:blip r:embed="rId325" cstate="print"/>
          <a:stretch>
            <a:fillRect/>
          </a:stretch>
        </p:blipFill>
        <p:spPr>
          <a:xfrm>
            <a:off x="1098330" y="8669559"/>
            <a:ext cx="168770" cy="171316"/>
          </a:xfrm>
          <a:prstGeom prst="rect">
            <a:avLst/>
          </a:prstGeom>
        </p:spPr>
      </p:pic>
      <p:pic>
        <p:nvPicPr>
          <p:cNvPr id="381" name="bg object 381"/>
          <p:cNvPicPr/>
          <p:nvPr/>
        </p:nvPicPr>
        <p:blipFill>
          <a:blip r:embed="rId326" cstate="print"/>
          <a:stretch>
            <a:fillRect/>
          </a:stretch>
        </p:blipFill>
        <p:spPr>
          <a:xfrm>
            <a:off x="1382681" y="8375119"/>
            <a:ext cx="175221" cy="167406"/>
          </a:xfrm>
          <a:prstGeom prst="rect">
            <a:avLst/>
          </a:prstGeom>
        </p:spPr>
      </p:pic>
      <p:pic>
        <p:nvPicPr>
          <p:cNvPr id="382" name="bg object 382"/>
          <p:cNvPicPr/>
          <p:nvPr/>
        </p:nvPicPr>
        <p:blipFill>
          <a:blip r:embed="rId327" cstate="print"/>
          <a:stretch>
            <a:fillRect/>
          </a:stretch>
        </p:blipFill>
        <p:spPr>
          <a:xfrm>
            <a:off x="514865" y="5782964"/>
            <a:ext cx="168517" cy="167829"/>
          </a:xfrm>
          <a:prstGeom prst="rect">
            <a:avLst/>
          </a:prstGeom>
        </p:spPr>
      </p:pic>
      <p:pic>
        <p:nvPicPr>
          <p:cNvPr id="383" name="bg object 383"/>
          <p:cNvPicPr/>
          <p:nvPr/>
        </p:nvPicPr>
        <p:blipFill>
          <a:blip r:embed="rId328" cstate="print"/>
          <a:stretch>
            <a:fillRect/>
          </a:stretch>
        </p:blipFill>
        <p:spPr>
          <a:xfrm>
            <a:off x="521337" y="9243117"/>
            <a:ext cx="161918" cy="166465"/>
          </a:xfrm>
          <a:prstGeom prst="rect">
            <a:avLst/>
          </a:prstGeom>
        </p:spPr>
      </p:pic>
      <p:pic>
        <p:nvPicPr>
          <p:cNvPr id="384" name="bg object 384"/>
          <p:cNvPicPr/>
          <p:nvPr/>
        </p:nvPicPr>
        <p:blipFill>
          <a:blip r:embed="rId329" cstate="print"/>
          <a:stretch>
            <a:fillRect/>
          </a:stretch>
        </p:blipFill>
        <p:spPr>
          <a:xfrm>
            <a:off x="1681837" y="7517479"/>
            <a:ext cx="167501" cy="167406"/>
          </a:xfrm>
          <a:prstGeom prst="rect">
            <a:avLst/>
          </a:prstGeom>
        </p:spPr>
      </p:pic>
      <p:pic>
        <p:nvPicPr>
          <p:cNvPr id="385" name="bg object 385"/>
          <p:cNvPicPr/>
          <p:nvPr/>
        </p:nvPicPr>
        <p:blipFill>
          <a:blip r:embed="rId330" cstate="print"/>
          <a:stretch>
            <a:fillRect/>
          </a:stretch>
        </p:blipFill>
        <p:spPr>
          <a:xfrm>
            <a:off x="1099510" y="6067153"/>
            <a:ext cx="166956" cy="167194"/>
          </a:xfrm>
          <a:prstGeom prst="rect">
            <a:avLst/>
          </a:prstGeom>
        </p:spPr>
      </p:pic>
      <p:pic>
        <p:nvPicPr>
          <p:cNvPr id="386" name="bg object 386"/>
          <p:cNvPicPr/>
          <p:nvPr/>
        </p:nvPicPr>
        <p:blipFill>
          <a:blip r:embed="rId331" cstate="print"/>
          <a:stretch>
            <a:fillRect/>
          </a:stretch>
        </p:blipFill>
        <p:spPr>
          <a:xfrm>
            <a:off x="1682049" y="7802091"/>
            <a:ext cx="167713" cy="166772"/>
          </a:xfrm>
          <a:prstGeom prst="rect">
            <a:avLst/>
          </a:prstGeom>
        </p:spPr>
      </p:pic>
      <p:pic>
        <p:nvPicPr>
          <p:cNvPr id="387" name="bg object 387"/>
          <p:cNvPicPr/>
          <p:nvPr/>
        </p:nvPicPr>
        <p:blipFill>
          <a:blip r:embed="rId332" cstate="print"/>
          <a:stretch>
            <a:fillRect/>
          </a:stretch>
        </p:blipFill>
        <p:spPr>
          <a:xfrm>
            <a:off x="815100" y="5783493"/>
            <a:ext cx="169024" cy="167300"/>
          </a:xfrm>
          <a:prstGeom prst="rect">
            <a:avLst/>
          </a:prstGeom>
        </p:spPr>
      </p:pic>
      <p:pic>
        <p:nvPicPr>
          <p:cNvPr id="388" name="bg object 388"/>
          <p:cNvPicPr/>
          <p:nvPr/>
        </p:nvPicPr>
        <p:blipFill>
          <a:blip r:embed="rId333" cstate="print"/>
          <a:stretch>
            <a:fillRect/>
          </a:stretch>
        </p:blipFill>
        <p:spPr>
          <a:xfrm>
            <a:off x="1682155" y="6934727"/>
            <a:ext cx="169828" cy="166772"/>
          </a:xfrm>
          <a:prstGeom prst="rect">
            <a:avLst/>
          </a:prstGeom>
        </p:spPr>
      </p:pic>
      <p:pic>
        <p:nvPicPr>
          <p:cNvPr id="389" name="bg object 389"/>
          <p:cNvPicPr/>
          <p:nvPr/>
        </p:nvPicPr>
        <p:blipFill>
          <a:blip r:embed="rId334" cstate="print"/>
          <a:stretch>
            <a:fillRect/>
          </a:stretch>
        </p:blipFill>
        <p:spPr>
          <a:xfrm>
            <a:off x="1682578" y="7223250"/>
            <a:ext cx="167607" cy="162650"/>
          </a:xfrm>
          <a:prstGeom prst="rect">
            <a:avLst/>
          </a:prstGeom>
        </p:spPr>
      </p:pic>
      <p:pic>
        <p:nvPicPr>
          <p:cNvPr id="390" name="bg object 390"/>
          <p:cNvPicPr/>
          <p:nvPr/>
        </p:nvPicPr>
        <p:blipFill>
          <a:blip r:embed="rId335" cstate="print"/>
          <a:stretch>
            <a:fillRect/>
          </a:stretch>
        </p:blipFill>
        <p:spPr>
          <a:xfrm>
            <a:off x="1098859" y="8958399"/>
            <a:ext cx="169088" cy="162016"/>
          </a:xfrm>
          <a:prstGeom prst="rect">
            <a:avLst/>
          </a:prstGeom>
        </p:spPr>
      </p:pic>
      <p:pic>
        <p:nvPicPr>
          <p:cNvPr id="391" name="bg object 391"/>
          <p:cNvPicPr/>
          <p:nvPr/>
        </p:nvPicPr>
        <p:blipFill>
          <a:blip r:embed="rId336" cstate="print"/>
          <a:stretch>
            <a:fillRect/>
          </a:stretch>
        </p:blipFill>
        <p:spPr>
          <a:xfrm>
            <a:off x="8933" y="5498881"/>
            <a:ext cx="107353" cy="161804"/>
          </a:xfrm>
          <a:prstGeom prst="rect">
            <a:avLst/>
          </a:prstGeom>
        </p:spPr>
      </p:pic>
      <p:pic>
        <p:nvPicPr>
          <p:cNvPr id="392" name="bg object 392"/>
          <p:cNvPicPr/>
          <p:nvPr/>
        </p:nvPicPr>
        <p:blipFill>
          <a:blip r:embed="rId337" cstate="print"/>
          <a:stretch>
            <a:fillRect/>
          </a:stretch>
        </p:blipFill>
        <p:spPr>
          <a:xfrm>
            <a:off x="1388497" y="8673470"/>
            <a:ext cx="162426" cy="162227"/>
          </a:xfrm>
          <a:prstGeom prst="rect">
            <a:avLst/>
          </a:prstGeom>
        </p:spPr>
      </p:pic>
      <p:pic>
        <p:nvPicPr>
          <p:cNvPr id="393" name="bg object 393"/>
          <p:cNvPicPr/>
          <p:nvPr/>
        </p:nvPicPr>
        <p:blipFill>
          <a:blip r:embed="rId338" cstate="print"/>
          <a:stretch>
            <a:fillRect/>
          </a:stretch>
        </p:blipFill>
        <p:spPr>
          <a:xfrm>
            <a:off x="1388497" y="6356204"/>
            <a:ext cx="161685" cy="162756"/>
          </a:xfrm>
          <a:prstGeom prst="rect">
            <a:avLst/>
          </a:prstGeom>
        </p:spPr>
      </p:pic>
      <p:pic>
        <p:nvPicPr>
          <p:cNvPr id="394" name="bg object 394"/>
          <p:cNvPicPr/>
          <p:nvPr/>
        </p:nvPicPr>
        <p:blipFill>
          <a:blip r:embed="rId339" cstate="print"/>
          <a:stretch>
            <a:fillRect/>
          </a:stretch>
        </p:blipFill>
        <p:spPr>
          <a:xfrm>
            <a:off x="8933" y="9540843"/>
            <a:ext cx="106449" cy="162587"/>
          </a:xfrm>
          <a:prstGeom prst="rect">
            <a:avLst/>
          </a:prstGeom>
        </p:spPr>
      </p:pic>
      <p:pic>
        <p:nvPicPr>
          <p:cNvPr id="395" name="bg object 395"/>
          <p:cNvPicPr/>
          <p:nvPr/>
        </p:nvPicPr>
        <p:blipFill>
          <a:blip r:embed="rId340" cstate="print"/>
          <a:stretch>
            <a:fillRect/>
          </a:stretch>
        </p:blipFill>
        <p:spPr>
          <a:xfrm>
            <a:off x="814719" y="9242165"/>
            <a:ext cx="168263" cy="167290"/>
          </a:xfrm>
          <a:prstGeom prst="rect">
            <a:avLst/>
          </a:prstGeom>
        </p:spPr>
      </p:pic>
      <p:pic>
        <p:nvPicPr>
          <p:cNvPr id="396" name="bg object 396"/>
          <p:cNvPicPr/>
          <p:nvPr/>
        </p:nvPicPr>
        <p:blipFill>
          <a:blip r:embed="rId341" cstate="print"/>
          <a:stretch>
            <a:fillRect/>
          </a:stretch>
        </p:blipFill>
        <p:spPr>
          <a:xfrm>
            <a:off x="230366" y="5498775"/>
            <a:ext cx="170293" cy="162333"/>
          </a:xfrm>
          <a:prstGeom prst="rect">
            <a:avLst/>
          </a:prstGeom>
        </p:spPr>
      </p:pic>
      <p:pic>
        <p:nvPicPr>
          <p:cNvPr id="397" name="bg object 397"/>
          <p:cNvPicPr/>
          <p:nvPr/>
        </p:nvPicPr>
        <p:blipFill>
          <a:blip r:embed="rId342" cstate="print"/>
          <a:stretch>
            <a:fillRect/>
          </a:stretch>
        </p:blipFill>
        <p:spPr>
          <a:xfrm>
            <a:off x="1682895" y="8091141"/>
            <a:ext cx="167184" cy="162121"/>
          </a:xfrm>
          <a:prstGeom prst="rect">
            <a:avLst/>
          </a:prstGeom>
        </p:spPr>
      </p:pic>
      <p:pic>
        <p:nvPicPr>
          <p:cNvPr id="398" name="bg object 398"/>
          <p:cNvPicPr/>
          <p:nvPr/>
        </p:nvPicPr>
        <p:blipFill>
          <a:blip r:embed="rId343" cstate="print"/>
          <a:stretch>
            <a:fillRect/>
          </a:stretch>
        </p:blipFill>
        <p:spPr>
          <a:xfrm>
            <a:off x="231000" y="9541478"/>
            <a:ext cx="168136" cy="161952"/>
          </a:xfrm>
          <a:prstGeom prst="rect">
            <a:avLst/>
          </a:prstGeom>
        </p:spPr>
      </p:pic>
      <p:pic>
        <p:nvPicPr>
          <p:cNvPr id="399" name="bg object 399"/>
          <p:cNvPicPr/>
          <p:nvPr/>
        </p:nvPicPr>
        <p:blipFill>
          <a:blip r:embed="rId344" cstate="print"/>
          <a:stretch>
            <a:fillRect/>
          </a:stretch>
        </p:blipFill>
        <p:spPr>
          <a:xfrm>
            <a:off x="1681203" y="6650962"/>
            <a:ext cx="163272" cy="161593"/>
          </a:xfrm>
          <a:prstGeom prst="rect">
            <a:avLst/>
          </a:prstGeom>
        </p:spPr>
      </p:pic>
      <p:pic>
        <p:nvPicPr>
          <p:cNvPr id="400" name="bg object 400"/>
          <p:cNvPicPr/>
          <p:nvPr/>
        </p:nvPicPr>
        <p:blipFill>
          <a:blip r:embed="rId345" cstate="print"/>
          <a:stretch>
            <a:fillRect/>
          </a:stretch>
        </p:blipFill>
        <p:spPr>
          <a:xfrm>
            <a:off x="1682472" y="8375330"/>
            <a:ext cx="164012" cy="162016"/>
          </a:xfrm>
          <a:prstGeom prst="rect">
            <a:avLst/>
          </a:prstGeom>
        </p:spPr>
      </p:pic>
      <p:pic>
        <p:nvPicPr>
          <p:cNvPr id="401" name="bg object 401"/>
          <p:cNvPicPr/>
          <p:nvPr/>
        </p:nvPicPr>
        <p:blipFill>
          <a:blip r:embed="rId346" cstate="print"/>
          <a:stretch>
            <a:fillRect/>
          </a:stretch>
        </p:blipFill>
        <p:spPr>
          <a:xfrm>
            <a:off x="520615" y="5499092"/>
            <a:ext cx="163401" cy="162121"/>
          </a:xfrm>
          <a:prstGeom prst="rect">
            <a:avLst/>
          </a:prstGeom>
        </p:spPr>
      </p:pic>
      <p:pic>
        <p:nvPicPr>
          <p:cNvPr id="402" name="bg object 402"/>
          <p:cNvPicPr/>
          <p:nvPr/>
        </p:nvPicPr>
        <p:blipFill>
          <a:blip r:embed="rId347" cstate="print"/>
          <a:stretch>
            <a:fillRect/>
          </a:stretch>
        </p:blipFill>
        <p:spPr>
          <a:xfrm>
            <a:off x="1102877" y="5783387"/>
            <a:ext cx="165492" cy="162756"/>
          </a:xfrm>
          <a:prstGeom prst="rect">
            <a:avLst/>
          </a:prstGeom>
        </p:spPr>
      </p:pic>
      <p:pic>
        <p:nvPicPr>
          <p:cNvPr id="403" name="bg object 403"/>
          <p:cNvPicPr/>
          <p:nvPr/>
        </p:nvPicPr>
        <p:blipFill>
          <a:blip r:embed="rId348" cstate="print"/>
          <a:stretch>
            <a:fillRect/>
          </a:stretch>
        </p:blipFill>
        <p:spPr>
          <a:xfrm>
            <a:off x="520575" y="9541351"/>
            <a:ext cx="162679" cy="161445"/>
          </a:xfrm>
          <a:prstGeom prst="rect">
            <a:avLst/>
          </a:prstGeom>
        </p:spPr>
      </p:pic>
      <p:pic>
        <p:nvPicPr>
          <p:cNvPr id="404" name="bg object 404"/>
          <p:cNvPicPr/>
          <p:nvPr/>
        </p:nvPicPr>
        <p:blipFill>
          <a:blip r:embed="rId349" cstate="print"/>
          <a:stretch>
            <a:fillRect/>
          </a:stretch>
        </p:blipFill>
        <p:spPr>
          <a:xfrm>
            <a:off x="1388709" y="6072226"/>
            <a:ext cx="162743" cy="162756"/>
          </a:xfrm>
          <a:prstGeom prst="rect">
            <a:avLst/>
          </a:prstGeom>
        </p:spPr>
      </p:pic>
      <p:pic>
        <p:nvPicPr>
          <p:cNvPr id="405" name="bg object 405"/>
          <p:cNvPicPr/>
          <p:nvPr/>
        </p:nvPicPr>
        <p:blipFill>
          <a:blip r:embed="rId350" cstate="print"/>
          <a:stretch>
            <a:fillRect/>
          </a:stretch>
        </p:blipFill>
        <p:spPr>
          <a:xfrm>
            <a:off x="1388497" y="8958082"/>
            <a:ext cx="161580" cy="162121"/>
          </a:xfrm>
          <a:prstGeom prst="rect">
            <a:avLst/>
          </a:prstGeom>
        </p:spPr>
      </p:pic>
      <p:pic>
        <p:nvPicPr>
          <p:cNvPr id="406" name="bg object 406"/>
          <p:cNvPicPr/>
          <p:nvPr/>
        </p:nvPicPr>
        <p:blipFill>
          <a:blip r:embed="rId351" cstate="print"/>
          <a:stretch>
            <a:fillRect/>
          </a:stretch>
        </p:blipFill>
        <p:spPr>
          <a:xfrm>
            <a:off x="1102560" y="9242271"/>
            <a:ext cx="163761" cy="167311"/>
          </a:xfrm>
          <a:prstGeom prst="rect">
            <a:avLst/>
          </a:prstGeom>
        </p:spPr>
      </p:pic>
      <p:pic>
        <p:nvPicPr>
          <p:cNvPr id="407" name="bg object 407"/>
          <p:cNvPicPr/>
          <p:nvPr/>
        </p:nvPicPr>
        <p:blipFill>
          <a:blip r:embed="rId352" cstate="print"/>
          <a:stretch>
            <a:fillRect/>
          </a:stretch>
        </p:blipFill>
        <p:spPr>
          <a:xfrm>
            <a:off x="1970524" y="7517162"/>
            <a:ext cx="164541" cy="162544"/>
          </a:xfrm>
          <a:prstGeom prst="rect">
            <a:avLst/>
          </a:prstGeom>
        </p:spPr>
      </p:pic>
      <p:pic>
        <p:nvPicPr>
          <p:cNvPr id="408" name="bg object 408"/>
          <p:cNvPicPr/>
          <p:nvPr/>
        </p:nvPicPr>
        <p:blipFill>
          <a:blip r:embed="rId353" cstate="print"/>
          <a:stretch>
            <a:fillRect/>
          </a:stretch>
        </p:blipFill>
        <p:spPr>
          <a:xfrm>
            <a:off x="1685433" y="6356627"/>
            <a:ext cx="160099" cy="162333"/>
          </a:xfrm>
          <a:prstGeom prst="rect">
            <a:avLst/>
          </a:prstGeom>
        </p:spPr>
      </p:pic>
      <p:pic>
        <p:nvPicPr>
          <p:cNvPr id="409" name="bg object 409"/>
          <p:cNvPicPr/>
          <p:nvPr/>
        </p:nvPicPr>
        <p:blipFill>
          <a:blip r:embed="rId354" cstate="print"/>
          <a:stretch>
            <a:fillRect/>
          </a:stretch>
        </p:blipFill>
        <p:spPr>
          <a:xfrm>
            <a:off x="1971159" y="7806318"/>
            <a:ext cx="162743" cy="162544"/>
          </a:xfrm>
          <a:prstGeom prst="rect">
            <a:avLst/>
          </a:prstGeom>
        </p:spPr>
      </p:pic>
      <p:pic>
        <p:nvPicPr>
          <p:cNvPr id="410" name="bg object 410"/>
          <p:cNvPicPr/>
          <p:nvPr/>
        </p:nvPicPr>
        <p:blipFill>
          <a:blip r:embed="rId355" cstate="print"/>
          <a:stretch>
            <a:fillRect/>
          </a:stretch>
        </p:blipFill>
        <p:spPr>
          <a:xfrm>
            <a:off x="1971582" y="7224188"/>
            <a:ext cx="162108" cy="162240"/>
          </a:xfrm>
          <a:prstGeom prst="rect">
            <a:avLst/>
          </a:prstGeom>
        </p:spPr>
      </p:pic>
      <p:pic>
        <p:nvPicPr>
          <p:cNvPr id="411" name="bg object 411"/>
          <p:cNvPicPr/>
          <p:nvPr/>
        </p:nvPicPr>
        <p:blipFill>
          <a:blip r:embed="rId356" cstate="print"/>
          <a:stretch>
            <a:fillRect/>
          </a:stretch>
        </p:blipFill>
        <p:spPr>
          <a:xfrm>
            <a:off x="818399" y="5498881"/>
            <a:ext cx="158111" cy="161804"/>
          </a:xfrm>
          <a:prstGeom prst="rect">
            <a:avLst/>
          </a:prstGeom>
        </p:spPr>
      </p:pic>
      <p:pic>
        <p:nvPicPr>
          <p:cNvPr id="412" name="bg object 412"/>
          <p:cNvPicPr/>
          <p:nvPr/>
        </p:nvPicPr>
        <p:blipFill>
          <a:blip r:embed="rId357" cstate="print"/>
          <a:stretch>
            <a:fillRect/>
          </a:stretch>
        </p:blipFill>
        <p:spPr>
          <a:xfrm>
            <a:off x="1687336" y="8673999"/>
            <a:ext cx="158936" cy="162967"/>
          </a:xfrm>
          <a:prstGeom prst="rect">
            <a:avLst/>
          </a:prstGeom>
        </p:spPr>
      </p:pic>
      <p:pic>
        <p:nvPicPr>
          <p:cNvPr id="413" name="bg object 413"/>
          <p:cNvPicPr/>
          <p:nvPr/>
        </p:nvPicPr>
        <p:blipFill>
          <a:blip r:embed="rId358" cstate="print"/>
          <a:stretch>
            <a:fillRect/>
          </a:stretch>
        </p:blipFill>
        <p:spPr>
          <a:xfrm>
            <a:off x="818653" y="9541605"/>
            <a:ext cx="158365" cy="157133"/>
          </a:xfrm>
          <a:prstGeom prst="rect">
            <a:avLst/>
          </a:prstGeom>
        </p:spPr>
      </p:pic>
      <p:pic>
        <p:nvPicPr>
          <p:cNvPr id="414" name="bg object 414"/>
          <p:cNvPicPr/>
          <p:nvPr/>
        </p:nvPicPr>
        <p:blipFill>
          <a:blip r:embed="rId359" cstate="print"/>
          <a:stretch>
            <a:fillRect/>
          </a:stretch>
        </p:blipFill>
        <p:spPr>
          <a:xfrm>
            <a:off x="235568" y="5205180"/>
            <a:ext cx="158492" cy="157260"/>
          </a:xfrm>
          <a:prstGeom prst="rect">
            <a:avLst/>
          </a:prstGeom>
        </p:spPr>
      </p:pic>
      <p:pic>
        <p:nvPicPr>
          <p:cNvPr id="415" name="bg object 415"/>
          <p:cNvPicPr/>
          <p:nvPr/>
        </p:nvPicPr>
        <p:blipFill>
          <a:blip r:embed="rId360" cstate="print"/>
          <a:stretch>
            <a:fillRect/>
          </a:stretch>
        </p:blipFill>
        <p:spPr>
          <a:xfrm>
            <a:off x="1969678" y="8094946"/>
            <a:ext cx="160945" cy="158951"/>
          </a:xfrm>
          <a:prstGeom prst="rect">
            <a:avLst/>
          </a:prstGeom>
        </p:spPr>
      </p:pic>
      <p:pic>
        <p:nvPicPr>
          <p:cNvPr id="416" name="bg object 416"/>
          <p:cNvPicPr/>
          <p:nvPr/>
        </p:nvPicPr>
        <p:blipFill>
          <a:blip r:embed="rId361" cstate="print"/>
          <a:stretch>
            <a:fillRect/>
          </a:stretch>
        </p:blipFill>
        <p:spPr>
          <a:xfrm>
            <a:off x="8933" y="5204863"/>
            <a:ext cx="100310" cy="157471"/>
          </a:xfrm>
          <a:prstGeom prst="rect">
            <a:avLst/>
          </a:prstGeom>
        </p:spPr>
      </p:pic>
      <p:pic>
        <p:nvPicPr>
          <p:cNvPr id="417" name="bg object 417"/>
          <p:cNvPicPr/>
          <p:nvPr/>
        </p:nvPicPr>
        <p:blipFill>
          <a:blip r:embed="rId362" cstate="print"/>
          <a:stretch>
            <a:fillRect/>
          </a:stretch>
        </p:blipFill>
        <p:spPr>
          <a:xfrm>
            <a:off x="1969996" y="6939378"/>
            <a:ext cx="159993" cy="157049"/>
          </a:xfrm>
          <a:prstGeom prst="rect">
            <a:avLst/>
          </a:prstGeom>
        </p:spPr>
      </p:pic>
      <p:pic>
        <p:nvPicPr>
          <p:cNvPr id="418" name="bg object 418"/>
          <p:cNvPicPr/>
          <p:nvPr/>
        </p:nvPicPr>
        <p:blipFill>
          <a:blip r:embed="rId363" cstate="print"/>
          <a:stretch>
            <a:fillRect/>
          </a:stretch>
        </p:blipFill>
        <p:spPr>
          <a:xfrm>
            <a:off x="241025" y="9835326"/>
            <a:ext cx="149736" cy="147748"/>
          </a:xfrm>
          <a:prstGeom prst="rect">
            <a:avLst/>
          </a:prstGeom>
        </p:spPr>
      </p:pic>
      <p:pic>
        <p:nvPicPr>
          <p:cNvPr id="419" name="bg object 419"/>
          <p:cNvPicPr/>
          <p:nvPr/>
        </p:nvPicPr>
        <p:blipFill>
          <a:blip r:embed="rId364" cstate="print"/>
          <a:stretch>
            <a:fillRect/>
          </a:stretch>
        </p:blipFill>
        <p:spPr>
          <a:xfrm>
            <a:off x="2461" y="9830127"/>
            <a:ext cx="107480" cy="157640"/>
          </a:xfrm>
          <a:prstGeom prst="rect">
            <a:avLst/>
          </a:prstGeom>
        </p:spPr>
      </p:pic>
      <p:pic>
        <p:nvPicPr>
          <p:cNvPr id="420" name="bg object 420"/>
          <p:cNvPicPr/>
          <p:nvPr/>
        </p:nvPicPr>
        <p:blipFill>
          <a:blip r:embed="rId365" cstate="print"/>
          <a:stretch>
            <a:fillRect/>
          </a:stretch>
        </p:blipFill>
        <p:spPr>
          <a:xfrm>
            <a:off x="1975706" y="6660579"/>
            <a:ext cx="147938" cy="147960"/>
          </a:xfrm>
          <a:prstGeom prst="rect">
            <a:avLst/>
          </a:prstGeom>
        </p:spPr>
      </p:pic>
      <p:pic>
        <p:nvPicPr>
          <p:cNvPr id="421" name="bg object 421"/>
          <p:cNvPicPr/>
          <p:nvPr/>
        </p:nvPicPr>
        <p:blipFill>
          <a:blip r:embed="rId366" cstate="print"/>
          <a:stretch>
            <a:fillRect/>
          </a:stretch>
        </p:blipFill>
        <p:spPr>
          <a:xfrm>
            <a:off x="1390612" y="5792476"/>
            <a:ext cx="155235" cy="147854"/>
          </a:xfrm>
          <a:prstGeom prst="rect">
            <a:avLst/>
          </a:prstGeom>
        </p:spPr>
      </p:pic>
      <p:pic>
        <p:nvPicPr>
          <p:cNvPr id="422" name="bg object 422"/>
          <p:cNvPicPr/>
          <p:nvPr/>
        </p:nvPicPr>
        <p:blipFill>
          <a:blip r:embed="rId367" cstate="print"/>
          <a:stretch>
            <a:fillRect/>
          </a:stretch>
        </p:blipFill>
        <p:spPr>
          <a:xfrm>
            <a:off x="1974966" y="8384631"/>
            <a:ext cx="150688" cy="147748"/>
          </a:xfrm>
          <a:prstGeom prst="rect">
            <a:avLst/>
          </a:prstGeom>
        </p:spPr>
      </p:pic>
      <p:pic>
        <p:nvPicPr>
          <p:cNvPr id="423" name="bg object 423"/>
          <p:cNvPicPr/>
          <p:nvPr/>
        </p:nvPicPr>
        <p:blipFill>
          <a:blip r:embed="rId368" cstate="print"/>
          <a:stretch>
            <a:fillRect/>
          </a:stretch>
        </p:blipFill>
        <p:spPr>
          <a:xfrm>
            <a:off x="1109539" y="5504059"/>
            <a:ext cx="148256" cy="148065"/>
          </a:xfrm>
          <a:prstGeom prst="rect">
            <a:avLst/>
          </a:prstGeom>
        </p:spPr>
      </p:pic>
      <p:pic>
        <p:nvPicPr>
          <p:cNvPr id="424" name="bg object 424"/>
          <p:cNvPicPr/>
          <p:nvPr/>
        </p:nvPicPr>
        <p:blipFill>
          <a:blip r:embed="rId369" cstate="print"/>
          <a:stretch>
            <a:fillRect/>
          </a:stretch>
        </p:blipFill>
        <p:spPr>
          <a:xfrm>
            <a:off x="1398226" y="9252417"/>
            <a:ext cx="141911" cy="147273"/>
          </a:xfrm>
          <a:prstGeom prst="rect">
            <a:avLst/>
          </a:prstGeom>
        </p:spPr>
      </p:pic>
      <p:pic>
        <p:nvPicPr>
          <p:cNvPr id="425" name="bg object 425"/>
          <p:cNvPicPr/>
          <p:nvPr/>
        </p:nvPicPr>
        <p:blipFill>
          <a:blip r:embed="rId370" cstate="print"/>
          <a:stretch>
            <a:fillRect/>
          </a:stretch>
        </p:blipFill>
        <p:spPr>
          <a:xfrm>
            <a:off x="1691566" y="6077087"/>
            <a:ext cx="148018" cy="147643"/>
          </a:xfrm>
          <a:prstGeom prst="rect">
            <a:avLst/>
          </a:prstGeom>
        </p:spPr>
      </p:pic>
      <p:pic>
        <p:nvPicPr>
          <p:cNvPr id="426" name="bg object 426"/>
          <p:cNvPicPr/>
          <p:nvPr/>
        </p:nvPicPr>
        <p:blipFill>
          <a:blip r:embed="rId371" cstate="print"/>
          <a:stretch>
            <a:fillRect/>
          </a:stretch>
        </p:blipFill>
        <p:spPr>
          <a:xfrm>
            <a:off x="524509" y="5209725"/>
            <a:ext cx="149429" cy="147537"/>
          </a:xfrm>
          <a:prstGeom prst="rect">
            <a:avLst/>
          </a:prstGeom>
        </p:spPr>
      </p:pic>
      <p:pic>
        <p:nvPicPr>
          <p:cNvPr id="427" name="bg object 427"/>
          <p:cNvPicPr/>
          <p:nvPr/>
        </p:nvPicPr>
        <p:blipFill>
          <a:blip r:embed="rId372" cstate="print"/>
          <a:stretch>
            <a:fillRect/>
          </a:stretch>
        </p:blipFill>
        <p:spPr>
          <a:xfrm>
            <a:off x="1691989" y="8967699"/>
            <a:ext cx="149948" cy="147748"/>
          </a:xfrm>
          <a:prstGeom prst="rect">
            <a:avLst/>
          </a:prstGeom>
        </p:spPr>
      </p:pic>
      <p:pic>
        <p:nvPicPr>
          <p:cNvPr id="428" name="bg object 428"/>
          <p:cNvPicPr/>
          <p:nvPr/>
        </p:nvPicPr>
        <p:blipFill>
          <a:blip r:embed="rId373" cstate="print"/>
          <a:stretch>
            <a:fillRect/>
          </a:stretch>
        </p:blipFill>
        <p:spPr>
          <a:xfrm>
            <a:off x="1107107" y="9551370"/>
            <a:ext cx="149736" cy="142548"/>
          </a:xfrm>
          <a:prstGeom prst="rect">
            <a:avLst/>
          </a:prstGeom>
        </p:spPr>
      </p:pic>
      <p:pic>
        <p:nvPicPr>
          <p:cNvPr id="429" name="bg object 429"/>
          <p:cNvPicPr/>
          <p:nvPr/>
        </p:nvPicPr>
        <p:blipFill>
          <a:blip r:embed="rId374" cstate="print"/>
          <a:stretch>
            <a:fillRect/>
          </a:stretch>
        </p:blipFill>
        <p:spPr>
          <a:xfrm>
            <a:off x="530257" y="9835453"/>
            <a:ext cx="144115" cy="142422"/>
          </a:xfrm>
          <a:prstGeom prst="rect">
            <a:avLst/>
          </a:prstGeom>
        </p:spPr>
      </p:pic>
      <p:pic>
        <p:nvPicPr>
          <p:cNvPr id="430" name="bg object 430"/>
          <p:cNvPicPr/>
          <p:nvPr/>
        </p:nvPicPr>
        <p:blipFill>
          <a:blip r:embed="rId375" cstate="print"/>
          <a:stretch>
            <a:fillRect/>
          </a:stretch>
        </p:blipFill>
        <p:spPr>
          <a:xfrm>
            <a:off x="824870" y="5210359"/>
            <a:ext cx="149990" cy="148277"/>
          </a:xfrm>
          <a:prstGeom prst="rect">
            <a:avLst/>
          </a:prstGeom>
        </p:spPr>
      </p:pic>
      <p:pic>
        <p:nvPicPr>
          <p:cNvPr id="431" name="bg object 431"/>
          <p:cNvPicPr/>
          <p:nvPr/>
        </p:nvPicPr>
        <p:blipFill>
          <a:blip r:embed="rId376" cstate="print"/>
          <a:stretch>
            <a:fillRect/>
          </a:stretch>
        </p:blipFill>
        <p:spPr>
          <a:xfrm>
            <a:off x="2265873" y="7527519"/>
            <a:ext cx="144766" cy="147220"/>
          </a:xfrm>
          <a:prstGeom prst="rect">
            <a:avLst/>
          </a:prstGeom>
        </p:spPr>
      </p:pic>
      <p:pic>
        <p:nvPicPr>
          <p:cNvPr id="432" name="bg object 432"/>
          <p:cNvPicPr/>
          <p:nvPr/>
        </p:nvPicPr>
        <p:blipFill>
          <a:blip r:embed="rId377" cstate="print"/>
          <a:stretch>
            <a:fillRect/>
          </a:stretch>
        </p:blipFill>
        <p:spPr>
          <a:xfrm>
            <a:off x="1981522" y="6366561"/>
            <a:ext cx="142241" cy="142041"/>
          </a:xfrm>
          <a:prstGeom prst="rect">
            <a:avLst/>
          </a:prstGeom>
        </p:spPr>
      </p:pic>
      <p:pic>
        <p:nvPicPr>
          <p:cNvPr id="433" name="bg object 433"/>
          <p:cNvPicPr/>
          <p:nvPr/>
        </p:nvPicPr>
        <p:blipFill>
          <a:blip r:embed="rId378" cstate="print"/>
          <a:stretch>
            <a:fillRect/>
          </a:stretch>
        </p:blipFill>
        <p:spPr>
          <a:xfrm>
            <a:off x="1981099" y="8683828"/>
            <a:ext cx="143603" cy="142358"/>
          </a:xfrm>
          <a:prstGeom prst="rect">
            <a:avLst/>
          </a:prstGeom>
        </p:spPr>
      </p:pic>
      <p:pic>
        <p:nvPicPr>
          <p:cNvPr id="434" name="bg object 434"/>
          <p:cNvPicPr/>
          <p:nvPr/>
        </p:nvPicPr>
        <p:blipFill>
          <a:blip r:embed="rId379" cstate="print"/>
          <a:stretch>
            <a:fillRect/>
          </a:stretch>
        </p:blipFill>
        <p:spPr>
          <a:xfrm>
            <a:off x="824490" y="9834819"/>
            <a:ext cx="148086" cy="142675"/>
          </a:xfrm>
          <a:prstGeom prst="rect">
            <a:avLst/>
          </a:prstGeom>
        </p:spPr>
      </p:pic>
      <p:pic>
        <p:nvPicPr>
          <p:cNvPr id="435" name="bg object 435"/>
          <p:cNvPicPr/>
          <p:nvPr/>
        </p:nvPicPr>
        <p:blipFill>
          <a:blip r:embed="rId380" cstate="print"/>
          <a:stretch>
            <a:fillRect/>
          </a:stretch>
        </p:blipFill>
        <p:spPr>
          <a:xfrm>
            <a:off x="2262807" y="7816676"/>
            <a:ext cx="145506" cy="142464"/>
          </a:xfrm>
          <a:prstGeom prst="rect">
            <a:avLst/>
          </a:prstGeom>
        </p:spPr>
      </p:pic>
      <p:pic>
        <p:nvPicPr>
          <p:cNvPr id="436" name="bg object 436"/>
          <p:cNvPicPr/>
          <p:nvPr/>
        </p:nvPicPr>
        <p:blipFill>
          <a:blip r:embed="rId381" cstate="print"/>
          <a:stretch>
            <a:fillRect/>
          </a:stretch>
        </p:blipFill>
        <p:spPr>
          <a:xfrm>
            <a:off x="2265028" y="7233290"/>
            <a:ext cx="142863" cy="142570"/>
          </a:xfrm>
          <a:prstGeom prst="rect">
            <a:avLst/>
          </a:prstGeom>
        </p:spPr>
      </p:pic>
      <p:pic>
        <p:nvPicPr>
          <p:cNvPr id="437" name="bg object 437"/>
          <p:cNvPicPr/>
          <p:nvPr/>
        </p:nvPicPr>
        <p:blipFill>
          <a:blip r:embed="rId382" cstate="print"/>
          <a:stretch>
            <a:fillRect/>
          </a:stretch>
        </p:blipFill>
        <p:spPr>
          <a:xfrm>
            <a:off x="8933" y="4926169"/>
            <a:ext cx="91237" cy="142041"/>
          </a:xfrm>
          <a:prstGeom prst="rect">
            <a:avLst/>
          </a:prstGeom>
        </p:spPr>
      </p:pic>
      <p:pic>
        <p:nvPicPr>
          <p:cNvPr id="438" name="bg object 438"/>
          <p:cNvPicPr/>
          <p:nvPr/>
        </p:nvPicPr>
        <p:blipFill>
          <a:blip r:embed="rId383" cstate="print"/>
          <a:stretch>
            <a:fillRect/>
          </a:stretch>
        </p:blipFill>
        <p:spPr>
          <a:xfrm>
            <a:off x="8933" y="10119029"/>
            <a:ext cx="90984" cy="147750"/>
          </a:xfrm>
          <a:prstGeom prst="rect">
            <a:avLst/>
          </a:prstGeom>
        </p:spPr>
      </p:pic>
      <p:pic>
        <p:nvPicPr>
          <p:cNvPr id="439" name="bg object 439"/>
          <p:cNvPicPr/>
          <p:nvPr/>
        </p:nvPicPr>
        <p:blipFill>
          <a:blip r:embed="rId384" cstate="print"/>
          <a:stretch>
            <a:fillRect/>
          </a:stretch>
        </p:blipFill>
        <p:spPr>
          <a:xfrm>
            <a:off x="1691672" y="5792687"/>
            <a:ext cx="148784" cy="142675"/>
          </a:xfrm>
          <a:prstGeom prst="rect">
            <a:avLst/>
          </a:prstGeom>
        </p:spPr>
      </p:pic>
      <p:pic>
        <p:nvPicPr>
          <p:cNvPr id="440" name="bg object 440"/>
          <p:cNvPicPr/>
          <p:nvPr/>
        </p:nvPicPr>
        <p:blipFill>
          <a:blip r:embed="rId385" cstate="print"/>
          <a:stretch>
            <a:fillRect/>
          </a:stretch>
        </p:blipFill>
        <p:spPr>
          <a:xfrm>
            <a:off x="2264499" y="6943922"/>
            <a:ext cx="143497" cy="148277"/>
          </a:xfrm>
          <a:prstGeom prst="rect">
            <a:avLst/>
          </a:prstGeom>
        </p:spPr>
      </p:pic>
      <p:pic>
        <p:nvPicPr>
          <p:cNvPr id="441" name="bg object 441"/>
          <p:cNvPicPr/>
          <p:nvPr/>
        </p:nvPicPr>
        <p:blipFill>
          <a:blip r:embed="rId386" cstate="print"/>
          <a:stretch>
            <a:fillRect/>
          </a:stretch>
        </p:blipFill>
        <p:spPr>
          <a:xfrm>
            <a:off x="2265305" y="8100124"/>
            <a:ext cx="143114" cy="142992"/>
          </a:xfrm>
          <a:prstGeom prst="rect">
            <a:avLst/>
          </a:prstGeom>
        </p:spPr>
      </p:pic>
      <p:pic>
        <p:nvPicPr>
          <p:cNvPr id="442" name="bg object 442"/>
          <p:cNvPicPr/>
          <p:nvPr/>
        </p:nvPicPr>
        <p:blipFill>
          <a:blip r:embed="rId387" cstate="print"/>
          <a:stretch>
            <a:fillRect/>
          </a:stretch>
        </p:blipFill>
        <p:spPr>
          <a:xfrm>
            <a:off x="1396957" y="5508604"/>
            <a:ext cx="143497" cy="142992"/>
          </a:xfrm>
          <a:prstGeom prst="rect">
            <a:avLst/>
          </a:prstGeom>
        </p:spPr>
      </p:pic>
      <p:pic>
        <p:nvPicPr>
          <p:cNvPr id="443" name="bg object 443"/>
          <p:cNvPicPr/>
          <p:nvPr/>
        </p:nvPicPr>
        <p:blipFill>
          <a:blip r:embed="rId388" cstate="print"/>
          <a:stretch>
            <a:fillRect/>
          </a:stretch>
        </p:blipFill>
        <p:spPr>
          <a:xfrm>
            <a:off x="246243" y="4925853"/>
            <a:ext cx="142614" cy="142675"/>
          </a:xfrm>
          <a:prstGeom prst="rect">
            <a:avLst/>
          </a:prstGeom>
        </p:spPr>
      </p:pic>
      <p:pic>
        <p:nvPicPr>
          <p:cNvPr id="444" name="bg object 444"/>
          <p:cNvPicPr/>
          <p:nvPr/>
        </p:nvPicPr>
        <p:blipFill>
          <a:blip r:embed="rId389" cstate="print"/>
          <a:stretch>
            <a:fillRect/>
          </a:stretch>
        </p:blipFill>
        <p:spPr>
          <a:xfrm>
            <a:off x="1397803" y="9551117"/>
            <a:ext cx="143497" cy="142295"/>
          </a:xfrm>
          <a:prstGeom prst="rect">
            <a:avLst/>
          </a:prstGeom>
        </p:spPr>
      </p:pic>
      <p:pic>
        <p:nvPicPr>
          <p:cNvPr id="445" name="bg object 445"/>
          <p:cNvPicPr/>
          <p:nvPr/>
        </p:nvPicPr>
        <p:blipFill>
          <a:blip r:embed="rId390" cstate="print"/>
          <a:stretch>
            <a:fillRect/>
          </a:stretch>
        </p:blipFill>
        <p:spPr>
          <a:xfrm>
            <a:off x="1691143" y="9256855"/>
            <a:ext cx="143180" cy="137761"/>
          </a:xfrm>
          <a:prstGeom prst="rect">
            <a:avLst/>
          </a:prstGeom>
        </p:spPr>
      </p:pic>
      <p:pic>
        <p:nvPicPr>
          <p:cNvPr id="446" name="bg object 446"/>
          <p:cNvPicPr/>
          <p:nvPr/>
        </p:nvPicPr>
        <p:blipFill>
          <a:blip r:embed="rId391" cstate="print"/>
          <a:stretch>
            <a:fillRect/>
          </a:stretch>
        </p:blipFill>
        <p:spPr>
          <a:xfrm>
            <a:off x="1981311" y="8967699"/>
            <a:ext cx="142757" cy="142675"/>
          </a:xfrm>
          <a:prstGeom prst="rect">
            <a:avLst/>
          </a:prstGeom>
        </p:spPr>
      </p:pic>
      <p:pic>
        <p:nvPicPr>
          <p:cNvPr id="447" name="bg object 447"/>
          <p:cNvPicPr/>
          <p:nvPr/>
        </p:nvPicPr>
        <p:blipFill>
          <a:blip r:embed="rId392" cstate="print"/>
          <a:stretch>
            <a:fillRect/>
          </a:stretch>
        </p:blipFill>
        <p:spPr>
          <a:xfrm>
            <a:off x="245339" y="10123849"/>
            <a:ext cx="144406" cy="143057"/>
          </a:xfrm>
          <a:prstGeom prst="rect">
            <a:avLst/>
          </a:prstGeom>
        </p:spPr>
      </p:pic>
      <p:pic>
        <p:nvPicPr>
          <p:cNvPr id="448" name="bg object 448"/>
          <p:cNvPicPr/>
          <p:nvPr/>
        </p:nvPicPr>
        <p:blipFill>
          <a:blip r:embed="rId393" cstate="print"/>
          <a:stretch>
            <a:fillRect/>
          </a:stretch>
        </p:blipFill>
        <p:spPr>
          <a:xfrm>
            <a:off x="2264604" y="6660473"/>
            <a:ext cx="143497" cy="142570"/>
          </a:xfrm>
          <a:prstGeom prst="rect">
            <a:avLst/>
          </a:prstGeom>
        </p:spPr>
      </p:pic>
      <p:pic>
        <p:nvPicPr>
          <p:cNvPr id="449" name="bg object 449"/>
          <p:cNvPicPr/>
          <p:nvPr/>
        </p:nvPicPr>
        <p:blipFill>
          <a:blip r:embed="rId394" cstate="print"/>
          <a:stretch>
            <a:fillRect/>
          </a:stretch>
        </p:blipFill>
        <p:spPr>
          <a:xfrm>
            <a:off x="1980464" y="6082160"/>
            <a:ext cx="143369" cy="142781"/>
          </a:xfrm>
          <a:prstGeom prst="rect">
            <a:avLst/>
          </a:prstGeom>
        </p:spPr>
      </p:pic>
      <p:pic>
        <p:nvPicPr>
          <p:cNvPr id="450" name="bg object 450"/>
          <p:cNvPicPr/>
          <p:nvPr/>
        </p:nvPicPr>
        <p:blipFill>
          <a:blip r:embed="rId395" cstate="print"/>
          <a:stretch>
            <a:fillRect/>
          </a:stretch>
        </p:blipFill>
        <p:spPr>
          <a:xfrm>
            <a:off x="530219" y="4926170"/>
            <a:ext cx="143439" cy="142358"/>
          </a:xfrm>
          <a:prstGeom prst="rect">
            <a:avLst/>
          </a:prstGeom>
        </p:spPr>
      </p:pic>
      <p:pic>
        <p:nvPicPr>
          <p:cNvPr id="451" name="bg object 451"/>
          <p:cNvPicPr/>
          <p:nvPr/>
        </p:nvPicPr>
        <p:blipFill>
          <a:blip r:embed="rId396" cstate="print"/>
          <a:stretch>
            <a:fillRect/>
          </a:stretch>
        </p:blipFill>
        <p:spPr>
          <a:xfrm>
            <a:off x="2264922" y="8384948"/>
            <a:ext cx="143180" cy="143098"/>
          </a:xfrm>
          <a:prstGeom prst="rect">
            <a:avLst/>
          </a:prstGeom>
        </p:spPr>
      </p:pic>
      <p:pic>
        <p:nvPicPr>
          <p:cNvPr id="452" name="bg object 452"/>
          <p:cNvPicPr/>
          <p:nvPr/>
        </p:nvPicPr>
        <p:blipFill>
          <a:blip r:embed="rId397" cstate="print"/>
          <a:stretch>
            <a:fillRect/>
          </a:stretch>
        </p:blipFill>
        <p:spPr>
          <a:xfrm>
            <a:off x="1113452" y="5214692"/>
            <a:ext cx="145929" cy="138236"/>
          </a:xfrm>
          <a:prstGeom prst="rect">
            <a:avLst/>
          </a:prstGeom>
        </p:spPr>
      </p:pic>
      <p:pic>
        <p:nvPicPr>
          <p:cNvPr id="453" name="bg object 453"/>
          <p:cNvPicPr/>
          <p:nvPr/>
        </p:nvPicPr>
        <p:blipFill>
          <a:blip r:embed="rId398" cstate="print"/>
          <a:stretch>
            <a:fillRect/>
          </a:stretch>
        </p:blipFill>
        <p:spPr>
          <a:xfrm>
            <a:off x="1112394" y="9835581"/>
            <a:ext cx="144555" cy="142422"/>
          </a:xfrm>
          <a:prstGeom prst="rect">
            <a:avLst/>
          </a:prstGeom>
        </p:spPr>
      </p:pic>
      <p:pic>
        <p:nvPicPr>
          <p:cNvPr id="454" name="bg object 454"/>
          <p:cNvPicPr/>
          <p:nvPr/>
        </p:nvPicPr>
        <p:blipFill>
          <a:blip r:embed="rId399" cstate="print"/>
          <a:stretch>
            <a:fillRect/>
          </a:stretch>
        </p:blipFill>
        <p:spPr>
          <a:xfrm>
            <a:off x="530981" y="10124102"/>
            <a:ext cx="142582" cy="142677"/>
          </a:xfrm>
          <a:prstGeom prst="rect">
            <a:avLst/>
          </a:prstGeom>
        </p:spPr>
      </p:pic>
      <p:pic>
        <p:nvPicPr>
          <p:cNvPr id="455" name="bg object 455"/>
          <p:cNvPicPr/>
          <p:nvPr/>
        </p:nvPicPr>
        <p:blipFill>
          <a:blip r:embed="rId400" cstate="print"/>
          <a:stretch>
            <a:fillRect/>
          </a:stretch>
        </p:blipFill>
        <p:spPr>
          <a:xfrm>
            <a:off x="2263864" y="6365082"/>
            <a:ext cx="146458" cy="143838"/>
          </a:xfrm>
          <a:prstGeom prst="rect">
            <a:avLst/>
          </a:prstGeom>
        </p:spPr>
      </p:pic>
      <p:pic>
        <p:nvPicPr>
          <p:cNvPr id="456" name="bg object 456"/>
          <p:cNvPicPr/>
          <p:nvPr/>
        </p:nvPicPr>
        <p:blipFill>
          <a:blip r:embed="rId401" cstate="print"/>
          <a:stretch>
            <a:fillRect/>
          </a:stretch>
        </p:blipFill>
        <p:spPr>
          <a:xfrm>
            <a:off x="1696853" y="5509027"/>
            <a:ext cx="137575" cy="138976"/>
          </a:xfrm>
          <a:prstGeom prst="rect">
            <a:avLst/>
          </a:prstGeom>
        </p:spPr>
      </p:pic>
      <p:pic>
        <p:nvPicPr>
          <p:cNvPr id="457" name="bg object 457"/>
          <p:cNvPicPr/>
          <p:nvPr/>
        </p:nvPicPr>
        <p:blipFill>
          <a:blip r:embed="rId402" cstate="print"/>
          <a:stretch>
            <a:fillRect/>
          </a:stretch>
        </p:blipFill>
        <p:spPr>
          <a:xfrm>
            <a:off x="827535" y="4930503"/>
            <a:ext cx="139362" cy="137814"/>
          </a:xfrm>
          <a:prstGeom prst="rect">
            <a:avLst/>
          </a:prstGeom>
        </p:spPr>
      </p:pic>
      <p:pic>
        <p:nvPicPr>
          <p:cNvPr id="458" name="bg object 458"/>
          <p:cNvPicPr/>
          <p:nvPr/>
        </p:nvPicPr>
        <p:blipFill>
          <a:blip r:embed="rId403" cstate="print"/>
          <a:stretch>
            <a:fillRect/>
          </a:stretch>
        </p:blipFill>
        <p:spPr>
          <a:xfrm>
            <a:off x="2268094" y="8684462"/>
            <a:ext cx="142228" cy="137074"/>
          </a:xfrm>
          <a:prstGeom prst="rect">
            <a:avLst/>
          </a:prstGeom>
        </p:spPr>
      </p:pic>
      <p:pic>
        <p:nvPicPr>
          <p:cNvPr id="459" name="bg object 459"/>
          <p:cNvPicPr/>
          <p:nvPr/>
        </p:nvPicPr>
        <p:blipFill>
          <a:blip r:embed="rId404" cstate="print"/>
          <a:stretch>
            <a:fillRect/>
          </a:stretch>
        </p:blipFill>
        <p:spPr>
          <a:xfrm>
            <a:off x="2553186" y="7532064"/>
            <a:ext cx="139690" cy="137497"/>
          </a:xfrm>
          <a:prstGeom prst="rect">
            <a:avLst/>
          </a:prstGeom>
        </p:spPr>
      </p:pic>
      <p:pic>
        <p:nvPicPr>
          <p:cNvPr id="460" name="bg object 460"/>
          <p:cNvPicPr/>
          <p:nvPr/>
        </p:nvPicPr>
        <p:blipFill>
          <a:blip r:embed="rId405" cstate="print"/>
          <a:stretch>
            <a:fillRect/>
          </a:stretch>
        </p:blipFill>
        <p:spPr>
          <a:xfrm>
            <a:off x="1402033" y="5214058"/>
            <a:ext cx="135778" cy="138554"/>
          </a:xfrm>
          <a:prstGeom prst="rect">
            <a:avLst/>
          </a:prstGeom>
        </p:spPr>
      </p:pic>
      <p:pic>
        <p:nvPicPr>
          <p:cNvPr id="461" name="bg object 461"/>
          <p:cNvPicPr/>
          <p:nvPr/>
        </p:nvPicPr>
        <p:blipFill>
          <a:blip r:embed="rId406" cstate="print"/>
          <a:stretch>
            <a:fillRect/>
          </a:stretch>
        </p:blipFill>
        <p:spPr>
          <a:xfrm>
            <a:off x="1979830" y="5797020"/>
            <a:ext cx="138950" cy="138342"/>
          </a:xfrm>
          <a:prstGeom prst="rect">
            <a:avLst/>
          </a:prstGeom>
        </p:spPr>
      </p:pic>
      <p:pic>
        <p:nvPicPr>
          <p:cNvPr id="462" name="bg object 462"/>
          <p:cNvPicPr/>
          <p:nvPr/>
        </p:nvPicPr>
        <p:blipFill>
          <a:blip r:embed="rId407" cstate="print"/>
          <a:stretch>
            <a:fillRect/>
          </a:stretch>
        </p:blipFill>
        <p:spPr>
          <a:xfrm>
            <a:off x="828931" y="10124609"/>
            <a:ext cx="138950" cy="137097"/>
          </a:xfrm>
          <a:prstGeom prst="rect">
            <a:avLst/>
          </a:prstGeom>
        </p:spPr>
      </p:pic>
      <p:pic>
        <p:nvPicPr>
          <p:cNvPr id="463" name="bg object 463"/>
          <p:cNvPicPr/>
          <p:nvPr/>
        </p:nvPicPr>
        <p:blipFill>
          <a:blip r:embed="rId408" cstate="print"/>
          <a:stretch>
            <a:fillRect/>
          </a:stretch>
        </p:blipFill>
        <p:spPr>
          <a:xfrm>
            <a:off x="1695479" y="9550863"/>
            <a:ext cx="140219" cy="137983"/>
          </a:xfrm>
          <a:prstGeom prst="rect">
            <a:avLst/>
          </a:prstGeom>
        </p:spPr>
      </p:pic>
      <p:pic>
        <p:nvPicPr>
          <p:cNvPr id="464" name="bg object 464"/>
          <p:cNvPicPr/>
          <p:nvPr/>
        </p:nvPicPr>
        <p:blipFill>
          <a:blip r:embed="rId409" cstate="print"/>
          <a:stretch>
            <a:fillRect/>
          </a:stretch>
        </p:blipFill>
        <p:spPr>
          <a:xfrm>
            <a:off x="1984906" y="9261929"/>
            <a:ext cx="128693" cy="127869"/>
          </a:xfrm>
          <a:prstGeom prst="rect">
            <a:avLst/>
          </a:prstGeom>
        </p:spPr>
      </p:pic>
      <p:pic>
        <p:nvPicPr>
          <p:cNvPr id="465" name="bg object 465"/>
          <p:cNvPicPr/>
          <p:nvPr/>
        </p:nvPicPr>
        <p:blipFill>
          <a:blip r:embed="rId410" cstate="print"/>
          <a:stretch>
            <a:fillRect/>
          </a:stretch>
        </p:blipFill>
        <p:spPr>
          <a:xfrm>
            <a:off x="2558684" y="7821537"/>
            <a:ext cx="128904" cy="127668"/>
          </a:xfrm>
          <a:prstGeom prst="rect">
            <a:avLst/>
          </a:prstGeom>
        </p:spPr>
      </p:pic>
      <p:pic>
        <p:nvPicPr>
          <p:cNvPr id="466" name="bg object 466"/>
          <p:cNvPicPr/>
          <p:nvPr/>
        </p:nvPicPr>
        <p:blipFill>
          <a:blip r:embed="rId411" cstate="print"/>
          <a:stretch>
            <a:fillRect/>
          </a:stretch>
        </p:blipFill>
        <p:spPr>
          <a:xfrm>
            <a:off x="2559698" y="7237729"/>
            <a:ext cx="129159" cy="133481"/>
          </a:xfrm>
          <a:prstGeom prst="rect">
            <a:avLst/>
          </a:prstGeom>
        </p:spPr>
      </p:pic>
      <p:pic>
        <p:nvPicPr>
          <p:cNvPr id="467" name="bg object 467"/>
          <p:cNvPicPr/>
          <p:nvPr/>
        </p:nvPicPr>
        <p:blipFill>
          <a:blip r:embed="rId412" cstate="print"/>
          <a:stretch>
            <a:fillRect/>
          </a:stretch>
        </p:blipFill>
        <p:spPr>
          <a:xfrm>
            <a:off x="1402139" y="9845092"/>
            <a:ext cx="135249" cy="127837"/>
          </a:xfrm>
          <a:prstGeom prst="rect">
            <a:avLst/>
          </a:prstGeom>
        </p:spPr>
      </p:pic>
      <p:pic>
        <p:nvPicPr>
          <p:cNvPr id="468" name="bg object 468"/>
          <p:cNvPicPr/>
          <p:nvPr/>
        </p:nvPicPr>
        <p:blipFill>
          <a:blip r:embed="rId413" cstate="print"/>
          <a:stretch>
            <a:fillRect/>
          </a:stretch>
        </p:blipFill>
        <p:spPr>
          <a:xfrm>
            <a:off x="8933" y="4646102"/>
            <a:ext cx="88826" cy="127774"/>
          </a:xfrm>
          <a:prstGeom prst="rect">
            <a:avLst/>
          </a:prstGeom>
        </p:spPr>
      </p:pic>
      <p:pic>
        <p:nvPicPr>
          <p:cNvPr id="469" name="bg object 469"/>
          <p:cNvPicPr/>
          <p:nvPr/>
        </p:nvPicPr>
        <p:blipFill>
          <a:blip r:embed="rId414" cstate="print"/>
          <a:stretch>
            <a:fillRect/>
          </a:stretch>
        </p:blipFill>
        <p:spPr>
          <a:xfrm>
            <a:off x="2556147" y="6954174"/>
            <a:ext cx="130702" cy="127985"/>
          </a:xfrm>
          <a:prstGeom prst="rect">
            <a:avLst/>
          </a:prstGeom>
        </p:spPr>
      </p:pic>
      <p:pic>
        <p:nvPicPr>
          <p:cNvPr id="470" name="bg object 470"/>
          <p:cNvPicPr/>
          <p:nvPr/>
        </p:nvPicPr>
        <p:blipFill>
          <a:blip r:embed="rId415" cstate="print"/>
          <a:stretch>
            <a:fillRect/>
          </a:stretch>
        </p:blipFill>
        <p:spPr>
          <a:xfrm>
            <a:off x="250923" y="4646102"/>
            <a:ext cx="128652" cy="127985"/>
          </a:xfrm>
          <a:prstGeom prst="rect">
            <a:avLst/>
          </a:prstGeom>
        </p:spPr>
      </p:pic>
      <p:pic>
        <p:nvPicPr>
          <p:cNvPr id="471" name="bg object 471"/>
          <p:cNvPicPr/>
          <p:nvPr/>
        </p:nvPicPr>
        <p:blipFill>
          <a:blip r:embed="rId416" cstate="print"/>
          <a:stretch>
            <a:fillRect/>
          </a:stretch>
        </p:blipFill>
        <p:spPr>
          <a:xfrm>
            <a:off x="2557733" y="8110694"/>
            <a:ext cx="128904" cy="123018"/>
          </a:xfrm>
          <a:prstGeom prst="rect">
            <a:avLst/>
          </a:prstGeom>
        </p:spPr>
      </p:pic>
      <p:pic>
        <p:nvPicPr>
          <p:cNvPr id="472" name="bg object 472"/>
          <p:cNvPicPr/>
          <p:nvPr/>
        </p:nvPicPr>
        <p:blipFill>
          <a:blip r:embed="rId417" cstate="print"/>
          <a:stretch>
            <a:fillRect/>
          </a:stretch>
        </p:blipFill>
        <p:spPr>
          <a:xfrm>
            <a:off x="2272641" y="6086811"/>
            <a:ext cx="125626" cy="127879"/>
          </a:xfrm>
          <a:prstGeom prst="rect">
            <a:avLst/>
          </a:prstGeom>
        </p:spPr>
      </p:pic>
      <p:pic>
        <p:nvPicPr>
          <p:cNvPr id="473" name="bg object 473"/>
          <p:cNvPicPr/>
          <p:nvPr/>
        </p:nvPicPr>
        <p:blipFill>
          <a:blip r:embed="rId418" cstate="print"/>
          <a:stretch>
            <a:fillRect/>
          </a:stretch>
        </p:blipFill>
        <p:spPr>
          <a:xfrm>
            <a:off x="1123921" y="4935681"/>
            <a:ext cx="124040" cy="122595"/>
          </a:xfrm>
          <a:prstGeom prst="rect">
            <a:avLst/>
          </a:prstGeom>
        </p:spPr>
      </p:pic>
      <p:pic>
        <p:nvPicPr>
          <p:cNvPr id="474" name="bg object 474"/>
          <p:cNvPicPr/>
          <p:nvPr/>
        </p:nvPicPr>
        <p:blipFill>
          <a:blip r:embed="rId419" cstate="print"/>
          <a:stretch>
            <a:fillRect/>
          </a:stretch>
        </p:blipFill>
        <p:spPr>
          <a:xfrm>
            <a:off x="1122229" y="10128795"/>
            <a:ext cx="125414" cy="128220"/>
          </a:xfrm>
          <a:prstGeom prst="rect">
            <a:avLst/>
          </a:prstGeom>
        </p:spPr>
      </p:pic>
      <p:pic>
        <p:nvPicPr>
          <p:cNvPr id="475" name="bg object 475"/>
          <p:cNvPicPr/>
          <p:nvPr/>
        </p:nvPicPr>
        <p:blipFill>
          <a:blip r:embed="rId420" cstate="print"/>
          <a:stretch>
            <a:fillRect/>
          </a:stretch>
        </p:blipFill>
        <p:spPr>
          <a:xfrm>
            <a:off x="2557839" y="6670302"/>
            <a:ext cx="129406" cy="122701"/>
          </a:xfrm>
          <a:prstGeom prst="rect">
            <a:avLst/>
          </a:prstGeom>
        </p:spPr>
      </p:pic>
      <p:pic>
        <p:nvPicPr>
          <p:cNvPr id="476" name="bg object 476"/>
          <p:cNvPicPr/>
          <p:nvPr/>
        </p:nvPicPr>
        <p:blipFill>
          <a:blip r:embed="rId421" cstate="print"/>
          <a:stretch>
            <a:fillRect/>
          </a:stretch>
        </p:blipFill>
        <p:spPr>
          <a:xfrm>
            <a:off x="2275668" y="8978162"/>
            <a:ext cx="123128" cy="123018"/>
          </a:xfrm>
          <a:prstGeom prst="rect">
            <a:avLst/>
          </a:prstGeom>
        </p:spPr>
      </p:pic>
      <p:pic>
        <p:nvPicPr>
          <p:cNvPr id="477" name="bg object 477"/>
          <p:cNvPicPr/>
          <p:nvPr/>
        </p:nvPicPr>
        <p:blipFill>
          <a:blip r:embed="rId422" cstate="print"/>
          <a:stretch>
            <a:fillRect/>
          </a:stretch>
        </p:blipFill>
        <p:spPr>
          <a:xfrm>
            <a:off x="2557839" y="8394882"/>
            <a:ext cx="131653" cy="128091"/>
          </a:xfrm>
          <a:prstGeom prst="rect">
            <a:avLst/>
          </a:prstGeom>
        </p:spPr>
      </p:pic>
      <p:pic>
        <p:nvPicPr>
          <p:cNvPr id="478" name="bg object 478"/>
          <p:cNvPicPr/>
          <p:nvPr/>
        </p:nvPicPr>
        <p:blipFill>
          <a:blip r:embed="rId423" cstate="print"/>
          <a:stretch>
            <a:fillRect/>
          </a:stretch>
        </p:blipFill>
        <p:spPr>
          <a:xfrm>
            <a:off x="541132" y="4651704"/>
            <a:ext cx="122707" cy="123018"/>
          </a:xfrm>
          <a:prstGeom prst="rect">
            <a:avLst/>
          </a:prstGeom>
        </p:spPr>
      </p:pic>
      <p:pic>
        <p:nvPicPr>
          <p:cNvPr id="479" name="bg object 479"/>
          <p:cNvPicPr/>
          <p:nvPr/>
        </p:nvPicPr>
        <p:blipFill>
          <a:blip r:embed="rId424" cstate="print"/>
          <a:stretch>
            <a:fillRect/>
          </a:stretch>
        </p:blipFill>
        <p:spPr>
          <a:xfrm>
            <a:off x="1699603" y="5219659"/>
            <a:ext cx="131019" cy="128091"/>
          </a:xfrm>
          <a:prstGeom prst="rect">
            <a:avLst/>
          </a:prstGeom>
        </p:spPr>
      </p:pic>
      <p:pic>
        <p:nvPicPr>
          <p:cNvPr id="480" name="bg object 480"/>
          <p:cNvPicPr/>
          <p:nvPr/>
        </p:nvPicPr>
        <p:blipFill>
          <a:blip r:embed="rId425" cstate="print"/>
          <a:stretch>
            <a:fillRect/>
          </a:stretch>
        </p:blipFill>
        <p:spPr>
          <a:xfrm>
            <a:off x="1990933" y="5518538"/>
            <a:ext cx="123405" cy="123123"/>
          </a:xfrm>
          <a:prstGeom prst="rect">
            <a:avLst/>
          </a:prstGeom>
        </p:spPr>
      </p:pic>
      <p:pic>
        <p:nvPicPr>
          <p:cNvPr id="481" name="bg object 481"/>
          <p:cNvPicPr/>
          <p:nvPr/>
        </p:nvPicPr>
        <p:blipFill>
          <a:blip r:embed="rId426" cstate="print"/>
          <a:stretch>
            <a:fillRect/>
          </a:stretch>
        </p:blipFill>
        <p:spPr>
          <a:xfrm>
            <a:off x="1989770" y="9561262"/>
            <a:ext cx="123962" cy="122312"/>
          </a:xfrm>
          <a:prstGeom prst="rect">
            <a:avLst/>
          </a:prstGeom>
        </p:spPr>
      </p:pic>
      <p:pic>
        <p:nvPicPr>
          <p:cNvPr id="482" name="bg object 482"/>
          <p:cNvPicPr/>
          <p:nvPr/>
        </p:nvPicPr>
        <p:blipFill>
          <a:blip r:embed="rId427" cstate="print"/>
          <a:stretch>
            <a:fillRect/>
          </a:stretch>
        </p:blipFill>
        <p:spPr>
          <a:xfrm>
            <a:off x="1701612" y="9845092"/>
            <a:ext cx="130913" cy="123145"/>
          </a:xfrm>
          <a:prstGeom prst="rect">
            <a:avLst/>
          </a:prstGeom>
        </p:spPr>
      </p:pic>
      <p:pic>
        <p:nvPicPr>
          <p:cNvPr id="483" name="bg object 483"/>
          <p:cNvPicPr/>
          <p:nvPr/>
        </p:nvPicPr>
        <p:blipFill>
          <a:blip r:embed="rId428" cstate="print"/>
          <a:stretch>
            <a:fillRect/>
          </a:stretch>
        </p:blipFill>
        <p:spPr>
          <a:xfrm>
            <a:off x="834388" y="4651492"/>
            <a:ext cx="124103" cy="122595"/>
          </a:xfrm>
          <a:prstGeom prst="rect">
            <a:avLst/>
          </a:prstGeom>
        </p:spPr>
      </p:pic>
      <p:pic>
        <p:nvPicPr>
          <p:cNvPr id="484" name="bg object 484"/>
          <p:cNvPicPr/>
          <p:nvPr/>
        </p:nvPicPr>
        <p:blipFill>
          <a:blip r:embed="rId429" cstate="print"/>
          <a:stretch>
            <a:fillRect/>
          </a:stretch>
        </p:blipFill>
        <p:spPr>
          <a:xfrm>
            <a:off x="2274756" y="5802727"/>
            <a:ext cx="124040" cy="123335"/>
          </a:xfrm>
          <a:prstGeom prst="rect">
            <a:avLst/>
          </a:prstGeom>
        </p:spPr>
      </p:pic>
      <p:pic>
        <p:nvPicPr>
          <p:cNvPr id="485" name="bg object 485"/>
          <p:cNvPicPr/>
          <p:nvPr/>
        </p:nvPicPr>
        <p:blipFill>
          <a:blip r:embed="rId430" cstate="print"/>
          <a:stretch>
            <a:fillRect/>
          </a:stretch>
        </p:blipFill>
        <p:spPr>
          <a:xfrm>
            <a:off x="1407532" y="4935998"/>
            <a:ext cx="123511" cy="122701"/>
          </a:xfrm>
          <a:prstGeom prst="rect">
            <a:avLst/>
          </a:prstGeom>
        </p:spPr>
      </p:pic>
      <p:pic>
        <p:nvPicPr>
          <p:cNvPr id="486" name="bg object 486"/>
          <p:cNvPicPr/>
          <p:nvPr/>
        </p:nvPicPr>
        <p:blipFill>
          <a:blip r:embed="rId431" cstate="print"/>
          <a:stretch>
            <a:fillRect/>
          </a:stretch>
        </p:blipFill>
        <p:spPr>
          <a:xfrm>
            <a:off x="2563443" y="6375861"/>
            <a:ext cx="118964" cy="122912"/>
          </a:xfrm>
          <a:prstGeom prst="rect">
            <a:avLst/>
          </a:prstGeom>
        </p:spPr>
      </p:pic>
      <p:pic>
        <p:nvPicPr>
          <p:cNvPr id="487" name="bg object 487"/>
          <p:cNvPicPr/>
          <p:nvPr/>
        </p:nvPicPr>
        <p:blipFill>
          <a:blip r:embed="rId432" cstate="print"/>
          <a:stretch>
            <a:fillRect/>
          </a:stretch>
        </p:blipFill>
        <p:spPr>
          <a:xfrm>
            <a:off x="2275681" y="9266367"/>
            <a:ext cx="123326" cy="118611"/>
          </a:xfrm>
          <a:prstGeom prst="rect">
            <a:avLst/>
          </a:prstGeom>
        </p:spPr>
      </p:pic>
      <p:pic>
        <p:nvPicPr>
          <p:cNvPr id="488" name="bg object 488"/>
          <p:cNvPicPr/>
          <p:nvPr/>
        </p:nvPicPr>
        <p:blipFill>
          <a:blip r:embed="rId433" cstate="print"/>
          <a:stretch>
            <a:fillRect/>
          </a:stretch>
        </p:blipFill>
        <p:spPr>
          <a:xfrm>
            <a:off x="2563549" y="8693762"/>
            <a:ext cx="119598" cy="122595"/>
          </a:xfrm>
          <a:prstGeom prst="rect">
            <a:avLst/>
          </a:prstGeom>
        </p:spPr>
      </p:pic>
      <p:pic>
        <p:nvPicPr>
          <p:cNvPr id="489" name="bg object 489"/>
          <p:cNvPicPr/>
          <p:nvPr/>
        </p:nvPicPr>
        <p:blipFill>
          <a:blip r:embed="rId434" cstate="print"/>
          <a:stretch>
            <a:fillRect/>
          </a:stretch>
        </p:blipFill>
        <p:spPr>
          <a:xfrm>
            <a:off x="2859004" y="7542210"/>
            <a:ext cx="123828" cy="118156"/>
          </a:xfrm>
          <a:prstGeom prst="rect">
            <a:avLst/>
          </a:prstGeom>
        </p:spPr>
      </p:pic>
      <p:pic>
        <p:nvPicPr>
          <p:cNvPr id="490" name="bg object 490"/>
          <p:cNvPicPr/>
          <p:nvPr/>
        </p:nvPicPr>
        <p:blipFill>
          <a:blip r:embed="rId435" cstate="print"/>
          <a:stretch>
            <a:fillRect/>
          </a:stretch>
        </p:blipFill>
        <p:spPr>
          <a:xfrm>
            <a:off x="1404359" y="10133868"/>
            <a:ext cx="125309" cy="118581"/>
          </a:xfrm>
          <a:prstGeom prst="rect">
            <a:avLst/>
          </a:prstGeom>
        </p:spPr>
      </p:pic>
      <p:pic>
        <p:nvPicPr>
          <p:cNvPr id="491" name="bg object 491"/>
          <p:cNvPicPr/>
          <p:nvPr/>
        </p:nvPicPr>
        <p:blipFill>
          <a:blip r:embed="rId436" cstate="print"/>
          <a:stretch>
            <a:fillRect/>
          </a:stretch>
        </p:blipFill>
        <p:spPr>
          <a:xfrm>
            <a:off x="8933" y="4357263"/>
            <a:ext cx="81720" cy="118262"/>
          </a:xfrm>
          <a:prstGeom prst="rect">
            <a:avLst/>
          </a:prstGeom>
        </p:spPr>
      </p:pic>
      <p:pic>
        <p:nvPicPr>
          <p:cNvPr id="492" name="bg object 492"/>
          <p:cNvPicPr/>
          <p:nvPr/>
        </p:nvPicPr>
        <p:blipFill>
          <a:blip r:embed="rId437" cstate="print"/>
          <a:stretch>
            <a:fillRect/>
          </a:stretch>
        </p:blipFill>
        <p:spPr>
          <a:xfrm>
            <a:off x="2858263" y="7826081"/>
            <a:ext cx="123088" cy="123440"/>
          </a:xfrm>
          <a:prstGeom prst="rect">
            <a:avLst/>
          </a:prstGeom>
        </p:spPr>
      </p:pic>
      <p:pic>
        <p:nvPicPr>
          <p:cNvPr id="493" name="bg object 493"/>
          <p:cNvPicPr/>
          <p:nvPr/>
        </p:nvPicPr>
        <p:blipFill>
          <a:blip r:embed="rId438" cstate="print"/>
          <a:stretch>
            <a:fillRect/>
          </a:stretch>
        </p:blipFill>
        <p:spPr>
          <a:xfrm>
            <a:off x="2857946" y="7243225"/>
            <a:ext cx="123617" cy="123123"/>
          </a:xfrm>
          <a:prstGeom prst="rect">
            <a:avLst/>
          </a:prstGeom>
        </p:spPr>
      </p:pic>
      <p:pic>
        <p:nvPicPr>
          <p:cNvPr id="494" name="bg object 494"/>
          <p:cNvPicPr/>
          <p:nvPr/>
        </p:nvPicPr>
        <p:blipFill>
          <a:blip r:embed="rId439" cstate="print"/>
          <a:stretch>
            <a:fillRect/>
          </a:stretch>
        </p:blipFill>
        <p:spPr>
          <a:xfrm>
            <a:off x="2858263" y="6958190"/>
            <a:ext cx="118752" cy="119213"/>
          </a:xfrm>
          <a:prstGeom prst="rect">
            <a:avLst/>
          </a:prstGeom>
        </p:spPr>
      </p:pic>
      <p:pic>
        <p:nvPicPr>
          <p:cNvPr id="495" name="bg object 495"/>
          <p:cNvPicPr/>
          <p:nvPr/>
        </p:nvPicPr>
        <p:blipFill>
          <a:blip r:embed="rId440" cstate="print"/>
          <a:stretch>
            <a:fillRect/>
          </a:stretch>
        </p:blipFill>
        <p:spPr>
          <a:xfrm>
            <a:off x="256252" y="4356840"/>
            <a:ext cx="121946" cy="119847"/>
          </a:xfrm>
          <a:prstGeom prst="rect">
            <a:avLst/>
          </a:prstGeom>
        </p:spPr>
      </p:pic>
      <p:pic>
        <p:nvPicPr>
          <p:cNvPr id="496" name="bg object 496"/>
          <p:cNvPicPr/>
          <p:nvPr/>
        </p:nvPicPr>
        <p:blipFill>
          <a:blip r:embed="rId441" cstate="print"/>
          <a:stretch>
            <a:fillRect/>
          </a:stretch>
        </p:blipFill>
        <p:spPr>
          <a:xfrm>
            <a:off x="1122863" y="4651492"/>
            <a:ext cx="120867" cy="118051"/>
          </a:xfrm>
          <a:prstGeom prst="rect">
            <a:avLst/>
          </a:prstGeom>
        </p:spPr>
      </p:pic>
      <p:pic>
        <p:nvPicPr>
          <p:cNvPr id="497" name="bg object 497"/>
          <p:cNvPicPr/>
          <p:nvPr/>
        </p:nvPicPr>
        <p:blipFill>
          <a:blip r:embed="rId442" cstate="print"/>
          <a:stretch>
            <a:fillRect/>
          </a:stretch>
        </p:blipFill>
        <p:spPr>
          <a:xfrm>
            <a:off x="2561645" y="6092412"/>
            <a:ext cx="122031" cy="118051"/>
          </a:xfrm>
          <a:prstGeom prst="rect">
            <a:avLst/>
          </a:prstGeom>
        </p:spPr>
      </p:pic>
      <p:pic>
        <p:nvPicPr>
          <p:cNvPr id="498" name="bg object 498"/>
          <p:cNvPicPr/>
          <p:nvPr/>
        </p:nvPicPr>
        <p:blipFill>
          <a:blip r:embed="rId443" cstate="print"/>
          <a:stretch>
            <a:fillRect/>
          </a:stretch>
        </p:blipFill>
        <p:spPr>
          <a:xfrm>
            <a:off x="2564712" y="8982706"/>
            <a:ext cx="118184" cy="118051"/>
          </a:xfrm>
          <a:prstGeom prst="rect">
            <a:avLst/>
          </a:prstGeom>
        </p:spPr>
      </p:pic>
      <p:pic>
        <p:nvPicPr>
          <p:cNvPr id="499" name="bg object 499"/>
          <p:cNvPicPr/>
          <p:nvPr/>
        </p:nvPicPr>
        <p:blipFill>
          <a:blip r:embed="rId444" cstate="print"/>
          <a:stretch>
            <a:fillRect/>
          </a:stretch>
        </p:blipFill>
        <p:spPr>
          <a:xfrm>
            <a:off x="2857840" y="8110799"/>
            <a:ext cx="119281" cy="122806"/>
          </a:xfrm>
          <a:prstGeom prst="rect">
            <a:avLst/>
          </a:prstGeom>
        </p:spPr>
      </p:pic>
      <p:pic>
        <p:nvPicPr>
          <p:cNvPr id="500" name="bg object 500"/>
          <p:cNvPicPr/>
          <p:nvPr/>
        </p:nvPicPr>
        <p:blipFill>
          <a:blip r:embed="rId445" cstate="print"/>
          <a:stretch>
            <a:fillRect/>
          </a:stretch>
        </p:blipFill>
        <p:spPr>
          <a:xfrm>
            <a:off x="1990405" y="5224309"/>
            <a:ext cx="119704" cy="118473"/>
          </a:xfrm>
          <a:prstGeom prst="rect">
            <a:avLst/>
          </a:prstGeom>
        </p:spPr>
      </p:pic>
      <p:pic>
        <p:nvPicPr>
          <p:cNvPr id="501" name="bg object 501"/>
          <p:cNvPicPr/>
          <p:nvPr/>
        </p:nvPicPr>
        <p:blipFill>
          <a:blip r:embed="rId446" cstate="print"/>
          <a:stretch>
            <a:fillRect/>
          </a:stretch>
        </p:blipFill>
        <p:spPr>
          <a:xfrm>
            <a:off x="1989559" y="9850418"/>
            <a:ext cx="119704" cy="118198"/>
          </a:xfrm>
          <a:prstGeom prst="rect">
            <a:avLst/>
          </a:prstGeom>
        </p:spPr>
      </p:pic>
      <p:pic>
        <p:nvPicPr>
          <p:cNvPr id="502" name="bg object 502"/>
          <p:cNvPicPr/>
          <p:nvPr/>
        </p:nvPicPr>
        <p:blipFill>
          <a:blip r:embed="rId447" cstate="print"/>
          <a:stretch>
            <a:fillRect/>
          </a:stretch>
        </p:blipFill>
        <p:spPr>
          <a:xfrm>
            <a:off x="2281841" y="9565320"/>
            <a:ext cx="112619" cy="108687"/>
          </a:xfrm>
          <a:prstGeom prst="rect">
            <a:avLst/>
          </a:prstGeom>
        </p:spPr>
      </p:pic>
      <p:pic>
        <p:nvPicPr>
          <p:cNvPr id="503" name="bg object 503"/>
          <p:cNvPicPr/>
          <p:nvPr/>
        </p:nvPicPr>
        <p:blipFill>
          <a:blip r:embed="rId448" cstate="print"/>
          <a:stretch>
            <a:fillRect/>
          </a:stretch>
        </p:blipFill>
        <p:spPr>
          <a:xfrm>
            <a:off x="2278457" y="5522871"/>
            <a:ext cx="115897" cy="113189"/>
          </a:xfrm>
          <a:prstGeom prst="rect">
            <a:avLst/>
          </a:prstGeom>
        </p:spPr>
      </p:pic>
      <p:pic>
        <p:nvPicPr>
          <p:cNvPr id="504" name="bg object 504"/>
          <p:cNvPicPr/>
          <p:nvPr/>
        </p:nvPicPr>
        <p:blipFill>
          <a:blip r:embed="rId449" cstate="print"/>
          <a:stretch>
            <a:fillRect/>
          </a:stretch>
        </p:blipFill>
        <p:spPr>
          <a:xfrm>
            <a:off x="1711446" y="4945599"/>
            <a:ext cx="107385" cy="109401"/>
          </a:xfrm>
          <a:prstGeom prst="rect">
            <a:avLst/>
          </a:prstGeom>
        </p:spPr>
      </p:pic>
      <p:pic>
        <p:nvPicPr>
          <p:cNvPr id="505" name="bg object 505"/>
          <p:cNvPicPr/>
          <p:nvPr/>
        </p:nvPicPr>
        <p:blipFill>
          <a:blip r:embed="rId450" cstate="print"/>
          <a:stretch>
            <a:fillRect/>
          </a:stretch>
        </p:blipFill>
        <p:spPr>
          <a:xfrm>
            <a:off x="2860907" y="6680131"/>
            <a:ext cx="110821" cy="108116"/>
          </a:xfrm>
          <a:prstGeom prst="rect">
            <a:avLst/>
          </a:prstGeom>
        </p:spPr>
      </p:pic>
      <p:pic>
        <p:nvPicPr>
          <p:cNvPr id="506" name="bg object 506"/>
          <p:cNvPicPr/>
          <p:nvPr/>
        </p:nvPicPr>
        <p:blipFill>
          <a:blip r:embed="rId451" cstate="print"/>
          <a:stretch>
            <a:fillRect/>
          </a:stretch>
        </p:blipFill>
        <p:spPr>
          <a:xfrm>
            <a:off x="2862282" y="8404183"/>
            <a:ext cx="109130" cy="108856"/>
          </a:xfrm>
          <a:prstGeom prst="rect">
            <a:avLst/>
          </a:prstGeom>
        </p:spPr>
      </p:pic>
      <p:pic>
        <p:nvPicPr>
          <p:cNvPr id="507" name="bg object 507"/>
          <p:cNvPicPr/>
          <p:nvPr/>
        </p:nvPicPr>
        <p:blipFill>
          <a:blip r:embed="rId452" cstate="print"/>
          <a:stretch>
            <a:fillRect/>
          </a:stretch>
        </p:blipFill>
        <p:spPr>
          <a:xfrm>
            <a:off x="1711663" y="10138940"/>
            <a:ext cx="108166" cy="109450"/>
          </a:xfrm>
          <a:prstGeom prst="rect">
            <a:avLst/>
          </a:prstGeom>
        </p:spPr>
      </p:pic>
      <p:pic>
        <p:nvPicPr>
          <p:cNvPr id="508" name="bg object 508"/>
          <p:cNvPicPr/>
          <p:nvPr/>
        </p:nvPicPr>
        <p:blipFill>
          <a:blip r:embed="rId453" cstate="print"/>
          <a:stretch>
            <a:fillRect/>
          </a:stretch>
        </p:blipFill>
        <p:spPr>
          <a:xfrm>
            <a:off x="544559" y="4362759"/>
            <a:ext cx="109256" cy="107799"/>
          </a:xfrm>
          <a:prstGeom prst="rect">
            <a:avLst/>
          </a:prstGeom>
        </p:spPr>
      </p:pic>
      <p:pic>
        <p:nvPicPr>
          <p:cNvPr id="509" name="bg object 509"/>
          <p:cNvPicPr/>
          <p:nvPr/>
        </p:nvPicPr>
        <p:blipFill>
          <a:blip r:embed="rId454" cstate="print"/>
          <a:stretch>
            <a:fillRect/>
          </a:stretch>
        </p:blipFill>
        <p:spPr>
          <a:xfrm>
            <a:off x="1415146" y="4661110"/>
            <a:ext cx="105851" cy="103466"/>
          </a:xfrm>
          <a:prstGeom prst="rect">
            <a:avLst/>
          </a:prstGeom>
        </p:spPr>
      </p:pic>
      <p:pic>
        <p:nvPicPr>
          <p:cNvPr id="510" name="bg object 510"/>
          <p:cNvPicPr/>
          <p:nvPr/>
        </p:nvPicPr>
        <p:blipFill>
          <a:blip r:embed="rId455" cstate="print"/>
          <a:stretch>
            <a:fillRect/>
          </a:stretch>
        </p:blipFill>
        <p:spPr>
          <a:xfrm>
            <a:off x="2867886" y="6386219"/>
            <a:ext cx="103631" cy="103255"/>
          </a:xfrm>
          <a:prstGeom prst="rect">
            <a:avLst/>
          </a:prstGeom>
        </p:spPr>
      </p:pic>
      <p:pic>
        <p:nvPicPr>
          <p:cNvPr id="511" name="bg object 511"/>
          <p:cNvPicPr/>
          <p:nvPr/>
        </p:nvPicPr>
        <p:blipFill>
          <a:blip r:embed="rId456" cstate="print"/>
          <a:stretch>
            <a:fillRect/>
          </a:stretch>
        </p:blipFill>
        <p:spPr>
          <a:xfrm>
            <a:off x="2567250" y="9271863"/>
            <a:ext cx="105640" cy="108423"/>
          </a:xfrm>
          <a:prstGeom prst="rect">
            <a:avLst/>
          </a:prstGeom>
        </p:spPr>
      </p:pic>
      <p:pic>
        <p:nvPicPr>
          <p:cNvPr id="512" name="bg object 512"/>
          <p:cNvPicPr/>
          <p:nvPr/>
        </p:nvPicPr>
        <p:blipFill>
          <a:blip r:embed="rId457" cstate="print"/>
          <a:stretch>
            <a:fillRect/>
          </a:stretch>
        </p:blipFill>
        <p:spPr>
          <a:xfrm>
            <a:off x="2569206" y="5812873"/>
            <a:ext cx="105058" cy="103149"/>
          </a:xfrm>
          <a:prstGeom prst="rect">
            <a:avLst/>
          </a:prstGeom>
        </p:spPr>
      </p:pic>
      <p:pic>
        <p:nvPicPr>
          <p:cNvPr id="513" name="bg object 513"/>
          <p:cNvPicPr/>
          <p:nvPr/>
        </p:nvPicPr>
        <p:blipFill>
          <a:blip r:embed="rId458" cstate="print"/>
          <a:stretch>
            <a:fillRect/>
          </a:stretch>
        </p:blipFill>
        <p:spPr>
          <a:xfrm>
            <a:off x="843270" y="4362336"/>
            <a:ext cx="104815" cy="103149"/>
          </a:xfrm>
          <a:prstGeom prst="rect">
            <a:avLst/>
          </a:prstGeom>
        </p:spPr>
      </p:pic>
      <p:pic>
        <p:nvPicPr>
          <p:cNvPr id="514" name="bg object 514"/>
          <p:cNvPicPr/>
          <p:nvPr/>
        </p:nvPicPr>
        <p:blipFill>
          <a:blip r:embed="rId459" cstate="print"/>
          <a:stretch>
            <a:fillRect/>
          </a:stretch>
        </p:blipFill>
        <p:spPr>
          <a:xfrm>
            <a:off x="2867357" y="8703167"/>
            <a:ext cx="104054" cy="103361"/>
          </a:xfrm>
          <a:prstGeom prst="rect">
            <a:avLst/>
          </a:prstGeom>
        </p:spPr>
      </p:pic>
      <p:pic>
        <p:nvPicPr>
          <p:cNvPr id="515" name="bg object 515"/>
          <p:cNvPicPr/>
          <p:nvPr/>
        </p:nvPicPr>
        <p:blipFill>
          <a:blip r:embed="rId460" cstate="print"/>
          <a:stretch>
            <a:fillRect/>
          </a:stretch>
        </p:blipFill>
        <p:spPr>
          <a:xfrm>
            <a:off x="3153295" y="7547177"/>
            <a:ext cx="101582" cy="103466"/>
          </a:xfrm>
          <a:prstGeom prst="rect">
            <a:avLst/>
          </a:prstGeom>
        </p:spPr>
      </p:pic>
      <p:pic>
        <p:nvPicPr>
          <p:cNvPr id="516" name="bg object 516"/>
          <p:cNvPicPr/>
          <p:nvPr/>
        </p:nvPicPr>
        <p:blipFill>
          <a:blip r:embed="rId461" cstate="print"/>
          <a:stretch>
            <a:fillRect/>
          </a:stretch>
        </p:blipFill>
        <p:spPr>
          <a:xfrm>
            <a:off x="8933" y="4078041"/>
            <a:ext cx="72330" cy="103360"/>
          </a:xfrm>
          <a:prstGeom prst="rect">
            <a:avLst/>
          </a:prstGeom>
        </p:spPr>
      </p:pic>
      <p:pic>
        <p:nvPicPr>
          <p:cNvPr id="517" name="bg object 517"/>
          <p:cNvPicPr/>
          <p:nvPr/>
        </p:nvPicPr>
        <p:blipFill>
          <a:blip r:embed="rId462" cstate="print"/>
          <a:stretch>
            <a:fillRect/>
          </a:stretch>
        </p:blipFill>
        <p:spPr>
          <a:xfrm>
            <a:off x="3152026" y="7836333"/>
            <a:ext cx="103419" cy="103149"/>
          </a:xfrm>
          <a:prstGeom prst="rect">
            <a:avLst/>
          </a:prstGeom>
        </p:spPr>
      </p:pic>
      <p:pic>
        <p:nvPicPr>
          <p:cNvPr id="518" name="bg object 518"/>
          <p:cNvPicPr/>
          <p:nvPr/>
        </p:nvPicPr>
        <p:blipFill>
          <a:blip r:embed="rId463" cstate="print"/>
          <a:stretch>
            <a:fillRect/>
          </a:stretch>
        </p:blipFill>
        <p:spPr>
          <a:xfrm>
            <a:off x="2000556" y="4945510"/>
            <a:ext cx="103419" cy="103043"/>
          </a:xfrm>
          <a:prstGeom prst="rect">
            <a:avLst/>
          </a:prstGeom>
        </p:spPr>
      </p:pic>
      <p:pic>
        <p:nvPicPr>
          <p:cNvPr id="519" name="bg object 519"/>
          <p:cNvPicPr/>
          <p:nvPr/>
        </p:nvPicPr>
        <p:blipFill>
          <a:blip r:embed="rId464" cstate="print"/>
          <a:stretch>
            <a:fillRect/>
          </a:stretch>
        </p:blipFill>
        <p:spPr>
          <a:xfrm>
            <a:off x="3152482" y="7253053"/>
            <a:ext cx="103598" cy="103572"/>
          </a:xfrm>
          <a:prstGeom prst="rect">
            <a:avLst/>
          </a:prstGeom>
        </p:spPr>
      </p:pic>
      <p:pic>
        <p:nvPicPr>
          <p:cNvPr id="520" name="bg object 520"/>
          <p:cNvPicPr/>
          <p:nvPr/>
        </p:nvPicPr>
        <p:blipFill>
          <a:blip r:embed="rId465" cstate="print"/>
          <a:stretch>
            <a:fillRect/>
          </a:stretch>
        </p:blipFill>
        <p:spPr>
          <a:xfrm>
            <a:off x="2283639" y="9854858"/>
            <a:ext cx="105217" cy="103233"/>
          </a:xfrm>
          <a:prstGeom prst="rect">
            <a:avLst/>
          </a:prstGeom>
        </p:spPr>
      </p:pic>
      <p:pic>
        <p:nvPicPr>
          <p:cNvPr id="521" name="bg object 521"/>
          <p:cNvPicPr/>
          <p:nvPr/>
        </p:nvPicPr>
        <p:blipFill>
          <a:blip r:embed="rId466" cstate="print"/>
          <a:stretch>
            <a:fillRect/>
          </a:stretch>
        </p:blipFill>
        <p:spPr>
          <a:xfrm>
            <a:off x="2286071" y="5235300"/>
            <a:ext cx="101304" cy="97442"/>
          </a:xfrm>
          <a:prstGeom prst="rect">
            <a:avLst/>
          </a:prstGeom>
        </p:spPr>
      </p:pic>
      <p:pic>
        <p:nvPicPr>
          <p:cNvPr id="522" name="bg object 522"/>
          <p:cNvPicPr/>
          <p:nvPr/>
        </p:nvPicPr>
        <p:blipFill>
          <a:blip r:embed="rId467" cstate="print"/>
          <a:stretch>
            <a:fillRect/>
          </a:stretch>
        </p:blipFill>
        <p:spPr>
          <a:xfrm>
            <a:off x="2867886" y="8987251"/>
            <a:ext cx="104054" cy="102620"/>
          </a:xfrm>
          <a:prstGeom prst="rect">
            <a:avLst/>
          </a:prstGeom>
        </p:spPr>
      </p:pic>
      <p:pic>
        <p:nvPicPr>
          <p:cNvPr id="523" name="bg object 523"/>
          <p:cNvPicPr/>
          <p:nvPr/>
        </p:nvPicPr>
        <p:blipFill>
          <a:blip r:embed="rId468" cstate="print"/>
          <a:stretch>
            <a:fillRect/>
          </a:stretch>
        </p:blipFill>
        <p:spPr>
          <a:xfrm>
            <a:off x="2868098" y="6101924"/>
            <a:ext cx="103208" cy="98499"/>
          </a:xfrm>
          <a:prstGeom prst="rect">
            <a:avLst/>
          </a:prstGeom>
        </p:spPr>
      </p:pic>
      <p:pic>
        <p:nvPicPr>
          <p:cNvPr id="524" name="bg object 524"/>
          <p:cNvPicPr/>
          <p:nvPr/>
        </p:nvPicPr>
        <p:blipFill>
          <a:blip r:embed="rId469" cstate="print"/>
          <a:stretch>
            <a:fillRect/>
          </a:stretch>
        </p:blipFill>
        <p:spPr>
          <a:xfrm>
            <a:off x="1999922" y="10144014"/>
            <a:ext cx="103631" cy="98414"/>
          </a:xfrm>
          <a:prstGeom prst="rect">
            <a:avLst/>
          </a:prstGeom>
        </p:spPr>
      </p:pic>
      <p:pic>
        <p:nvPicPr>
          <p:cNvPr id="525" name="bg object 525"/>
          <p:cNvPicPr/>
          <p:nvPr/>
        </p:nvPicPr>
        <p:blipFill>
          <a:blip r:embed="rId470" cstate="print"/>
          <a:stretch>
            <a:fillRect/>
          </a:stretch>
        </p:blipFill>
        <p:spPr>
          <a:xfrm>
            <a:off x="3152119" y="8120522"/>
            <a:ext cx="103855" cy="103043"/>
          </a:xfrm>
          <a:prstGeom prst="rect">
            <a:avLst/>
          </a:prstGeom>
        </p:spPr>
      </p:pic>
      <p:pic>
        <p:nvPicPr>
          <p:cNvPr id="526" name="bg object 526"/>
          <p:cNvPicPr/>
          <p:nvPr/>
        </p:nvPicPr>
        <p:blipFill>
          <a:blip r:embed="rId471" cstate="print"/>
          <a:stretch>
            <a:fillRect/>
          </a:stretch>
        </p:blipFill>
        <p:spPr>
          <a:xfrm>
            <a:off x="3152383" y="6968970"/>
            <a:ext cx="103803" cy="98499"/>
          </a:xfrm>
          <a:prstGeom prst="rect">
            <a:avLst/>
          </a:prstGeom>
        </p:spPr>
      </p:pic>
      <p:pic>
        <p:nvPicPr>
          <p:cNvPr id="527" name="bg object 527"/>
          <p:cNvPicPr/>
          <p:nvPr/>
        </p:nvPicPr>
        <p:blipFill>
          <a:blip r:embed="rId472" cstate="print"/>
          <a:stretch>
            <a:fillRect/>
          </a:stretch>
        </p:blipFill>
        <p:spPr>
          <a:xfrm>
            <a:off x="1716416" y="4661110"/>
            <a:ext cx="98661" cy="103043"/>
          </a:xfrm>
          <a:prstGeom prst="rect">
            <a:avLst/>
          </a:prstGeom>
        </p:spPr>
      </p:pic>
      <p:pic>
        <p:nvPicPr>
          <p:cNvPr id="528" name="bg object 528"/>
          <p:cNvPicPr/>
          <p:nvPr/>
        </p:nvPicPr>
        <p:blipFill>
          <a:blip r:embed="rId473" cstate="print"/>
          <a:stretch>
            <a:fillRect/>
          </a:stretch>
        </p:blipFill>
        <p:spPr>
          <a:xfrm>
            <a:off x="1133649" y="4367092"/>
            <a:ext cx="98978" cy="98287"/>
          </a:xfrm>
          <a:prstGeom prst="rect">
            <a:avLst/>
          </a:prstGeom>
        </p:spPr>
      </p:pic>
      <p:pic>
        <p:nvPicPr>
          <p:cNvPr id="529" name="bg object 529"/>
          <p:cNvPicPr/>
          <p:nvPr/>
        </p:nvPicPr>
        <p:blipFill>
          <a:blip r:embed="rId474" cstate="print"/>
          <a:stretch>
            <a:fillRect/>
          </a:stretch>
        </p:blipFill>
        <p:spPr>
          <a:xfrm>
            <a:off x="2572854" y="5528578"/>
            <a:ext cx="100035" cy="104100"/>
          </a:xfrm>
          <a:prstGeom prst="rect">
            <a:avLst/>
          </a:prstGeom>
        </p:spPr>
      </p:pic>
      <p:pic>
        <p:nvPicPr>
          <p:cNvPr id="530" name="bg object 530"/>
          <p:cNvPicPr/>
          <p:nvPr/>
        </p:nvPicPr>
        <p:blipFill>
          <a:blip r:embed="rId475" cstate="print"/>
          <a:stretch>
            <a:fillRect/>
          </a:stretch>
        </p:blipFill>
        <p:spPr>
          <a:xfrm>
            <a:off x="266660" y="4078041"/>
            <a:ext cx="98215" cy="103572"/>
          </a:xfrm>
          <a:prstGeom prst="rect">
            <a:avLst/>
          </a:prstGeom>
        </p:spPr>
      </p:pic>
      <p:pic>
        <p:nvPicPr>
          <p:cNvPr id="531" name="bg object 531"/>
          <p:cNvPicPr/>
          <p:nvPr/>
        </p:nvPicPr>
        <p:blipFill>
          <a:blip r:embed="rId476" cstate="print"/>
          <a:stretch>
            <a:fillRect/>
          </a:stretch>
        </p:blipFill>
        <p:spPr>
          <a:xfrm>
            <a:off x="2573489" y="9570647"/>
            <a:ext cx="98859" cy="103360"/>
          </a:xfrm>
          <a:prstGeom prst="rect">
            <a:avLst/>
          </a:prstGeom>
        </p:spPr>
      </p:pic>
      <p:pic>
        <p:nvPicPr>
          <p:cNvPr id="532" name="bg object 532"/>
          <p:cNvPicPr/>
          <p:nvPr/>
        </p:nvPicPr>
        <p:blipFill>
          <a:blip r:embed="rId477" cstate="print"/>
          <a:stretch>
            <a:fillRect/>
          </a:stretch>
        </p:blipFill>
        <p:spPr>
          <a:xfrm>
            <a:off x="550348" y="4077724"/>
            <a:ext cx="104736" cy="103677"/>
          </a:xfrm>
          <a:prstGeom prst="rect">
            <a:avLst/>
          </a:prstGeom>
        </p:spPr>
      </p:pic>
      <p:pic>
        <p:nvPicPr>
          <p:cNvPr id="533" name="bg object 533"/>
          <p:cNvPicPr/>
          <p:nvPr/>
        </p:nvPicPr>
        <p:blipFill>
          <a:blip r:embed="rId478" cstate="print"/>
          <a:stretch>
            <a:fillRect/>
          </a:stretch>
        </p:blipFill>
        <p:spPr>
          <a:xfrm>
            <a:off x="3150651" y="6684253"/>
            <a:ext cx="107226" cy="99133"/>
          </a:xfrm>
          <a:prstGeom prst="rect">
            <a:avLst/>
          </a:prstGeom>
        </p:spPr>
      </p:pic>
      <p:pic>
        <p:nvPicPr>
          <p:cNvPr id="534" name="bg object 534"/>
          <p:cNvPicPr/>
          <p:nvPr/>
        </p:nvPicPr>
        <p:blipFill>
          <a:blip r:embed="rId479" cstate="print"/>
          <a:stretch>
            <a:fillRect/>
          </a:stretch>
        </p:blipFill>
        <p:spPr>
          <a:xfrm>
            <a:off x="3156139" y="8409256"/>
            <a:ext cx="99861" cy="98604"/>
          </a:xfrm>
          <a:prstGeom prst="rect">
            <a:avLst/>
          </a:prstGeom>
        </p:spPr>
      </p:pic>
      <p:pic>
        <p:nvPicPr>
          <p:cNvPr id="535" name="bg object 535"/>
          <p:cNvPicPr/>
          <p:nvPr/>
        </p:nvPicPr>
        <p:blipFill>
          <a:blip r:embed="rId480" cstate="print"/>
          <a:stretch>
            <a:fillRect/>
          </a:stretch>
        </p:blipFill>
        <p:spPr>
          <a:xfrm>
            <a:off x="1422654" y="4367092"/>
            <a:ext cx="94431" cy="98921"/>
          </a:xfrm>
          <a:prstGeom prst="rect">
            <a:avLst/>
          </a:prstGeom>
        </p:spPr>
      </p:pic>
      <p:pic>
        <p:nvPicPr>
          <p:cNvPr id="536" name="bg object 536"/>
          <p:cNvPicPr/>
          <p:nvPr/>
        </p:nvPicPr>
        <p:blipFill>
          <a:blip r:embed="rId481" cstate="print"/>
          <a:stretch>
            <a:fillRect/>
          </a:stretch>
        </p:blipFill>
        <p:spPr>
          <a:xfrm>
            <a:off x="2872433" y="5817418"/>
            <a:ext cx="95171" cy="98499"/>
          </a:xfrm>
          <a:prstGeom prst="rect">
            <a:avLst/>
          </a:prstGeom>
        </p:spPr>
      </p:pic>
      <p:pic>
        <p:nvPicPr>
          <p:cNvPr id="537" name="bg object 537"/>
          <p:cNvPicPr/>
          <p:nvPr/>
        </p:nvPicPr>
        <p:blipFill>
          <a:blip r:embed="rId482" cstate="print"/>
          <a:stretch>
            <a:fillRect/>
          </a:stretch>
        </p:blipFill>
        <p:spPr>
          <a:xfrm>
            <a:off x="853930" y="4087976"/>
            <a:ext cx="90476" cy="88987"/>
          </a:xfrm>
          <a:prstGeom prst="rect">
            <a:avLst/>
          </a:prstGeom>
        </p:spPr>
      </p:pic>
      <p:pic>
        <p:nvPicPr>
          <p:cNvPr id="538" name="bg object 538"/>
          <p:cNvPicPr/>
          <p:nvPr/>
        </p:nvPicPr>
        <p:blipFill>
          <a:blip r:embed="rId483" cstate="print"/>
          <a:stretch>
            <a:fillRect/>
          </a:stretch>
        </p:blipFill>
        <p:spPr>
          <a:xfrm>
            <a:off x="2872433" y="9281586"/>
            <a:ext cx="89144" cy="88934"/>
          </a:xfrm>
          <a:prstGeom prst="rect">
            <a:avLst/>
          </a:prstGeom>
        </p:spPr>
      </p:pic>
      <p:pic>
        <p:nvPicPr>
          <p:cNvPr id="539" name="bg object 539"/>
          <p:cNvPicPr/>
          <p:nvPr/>
        </p:nvPicPr>
        <p:blipFill>
          <a:blip r:embed="rId484" cstate="print"/>
          <a:stretch>
            <a:fillRect/>
          </a:stretch>
        </p:blipFill>
        <p:spPr>
          <a:xfrm>
            <a:off x="3161861" y="6395942"/>
            <a:ext cx="85654" cy="83703"/>
          </a:xfrm>
          <a:prstGeom prst="rect">
            <a:avLst/>
          </a:prstGeom>
        </p:spPr>
      </p:pic>
      <p:pic>
        <p:nvPicPr>
          <p:cNvPr id="540" name="bg object 540"/>
          <p:cNvPicPr/>
          <p:nvPr/>
        </p:nvPicPr>
        <p:blipFill>
          <a:blip r:embed="rId485" cstate="print"/>
          <a:stretch>
            <a:fillRect/>
          </a:stretch>
        </p:blipFill>
        <p:spPr>
          <a:xfrm>
            <a:off x="2293473" y="4955022"/>
            <a:ext cx="86923" cy="84020"/>
          </a:xfrm>
          <a:prstGeom prst="rect">
            <a:avLst/>
          </a:prstGeom>
        </p:spPr>
      </p:pic>
      <p:pic>
        <p:nvPicPr>
          <p:cNvPr id="541" name="bg object 541"/>
          <p:cNvPicPr/>
          <p:nvPr/>
        </p:nvPicPr>
        <p:blipFill>
          <a:blip r:embed="rId486" cstate="print"/>
          <a:stretch>
            <a:fillRect/>
          </a:stretch>
        </p:blipFill>
        <p:spPr>
          <a:xfrm>
            <a:off x="3162178" y="8713420"/>
            <a:ext cx="84385" cy="84125"/>
          </a:xfrm>
          <a:prstGeom prst="rect">
            <a:avLst/>
          </a:prstGeom>
        </p:spPr>
      </p:pic>
      <p:pic>
        <p:nvPicPr>
          <p:cNvPr id="542" name="bg object 542"/>
          <p:cNvPicPr/>
          <p:nvPr/>
        </p:nvPicPr>
        <p:blipFill>
          <a:blip r:embed="rId487" cstate="print"/>
          <a:stretch>
            <a:fillRect/>
          </a:stretch>
        </p:blipFill>
        <p:spPr>
          <a:xfrm>
            <a:off x="2010285" y="4670727"/>
            <a:ext cx="83962" cy="84548"/>
          </a:xfrm>
          <a:prstGeom prst="rect">
            <a:avLst/>
          </a:prstGeom>
        </p:spPr>
      </p:pic>
      <p:pic>
        <p:nvPicPr>
          <p:cNvPr id="543" name="bg object 543"/>
          <p:cNvPicPr/>
          <p:nvPr/>
        </p:nvPicPr>
        <p:blipFill>
          <a:blip r:embed="rId488" cstate="print"/>
          <a:stretch>
            <a:fillRect/>
          </a:stretch>
        </p:blipFill>
        <p:spPr>
          <a:xfrm>
            <a:off x="2577296" y="5244178"/>
            <a:ext cx="85760" cy="79264"/>
          </a:xfrm>
          <a:prstGeom prst="rect">
            <a:avLst/>
          </a:prstGeom>
        </p:spPr>
      </p:pic>
      <p:pic>
        <p:nvPicPr>
          <p:cNvPr id="544" name="bg object 544"/>
          <p:cNvPicPr/>
          <p:nvPr/>
        </p:nvPicPr>
        <p:blipFill>
          <a:blip r:embed="rId489" cstate="print"/>
          <a:stretch>
            <a:fillRect/>
          </a:stretch>
        </p:blipFill>
        <p:spPr>
          <a:xfrm>
            <a:off x="2293685" y="10153906"/>
            <a:ext cx="84808" cy="83069"/>
          </a:xfrm>
          <a:prstGeom prst="rect">
            <a:avLst/>
          </a:prstGeom>
        </p:spPr>
      </p:pic>
      <p:pic>
        <p:nvPicPr>
          <p:cNvPr id="545" name="bg object 545"/>
          <p:cNvPicPr/>
          <p:nvPr/>
        </p:nvPicPr>
        <p:blipFill>
          <a:blip r:embed="rId490" cstate="print"/>
          <a:stretch>
            <a:fillRect/>
          </a:stretch>
        </p:blipFill>
        <p:spPr>
          <a:xfrm>
            <a:off x="2578565" y="9863862"/>
            <a:ext cx="86394" cy="84844"/>
          </a:xfrm>
          <a:prstGeom prst="rect">
            <a:avLst/>
          </a:prstGeom>
        </p:spPr>
      </p:pic>
      <p:pic>
        <p:nvPicPr>
          <p:cNvPr id="546" name="bg object 546"/>
          <p:cNvPicPr/>
          <p:nvPr/>
        </p:nvPicPr>
        <p:blipFill>
          <a:blip r:embed="rId491" cstate="print"/>
          <a:stretch>
            <a:fillRect/>
          </a:stretch>
        </p:blipFill>
        <p:spPr>
          <a:xfrm>
            <a:off x="1143484" y="4088398"/>
            <a:ext cx="85442" cy="83174"/>
          </a:xfrm>
          <a:prstGeom prst="rect">
            <a:avLst/>
          </a:prstGeom>
        </p:spPr>
      </p:pic>
      <p:pic>
        <p:nvPicPr>
          <p:cNvPr id="547" name="bg object 547"/>
          <p:cNvPicPr/>
          <p:nvPr/>
        </p:nvPicPr>
        <p:blipFill>
          <a:blip r:embed="rId492" cstate="print"/>
          <a:stretch>
            <a:fillRect/>
          </a:stretch>
        </p:blipFill>
        <p:spPr>
          <a:xfrm>
            <a:off x="2877826" y="9580666"/>
            <a:ext cx="84068" cy="83703"/>
          </a:xfrm>
          <a:prstGeom prst="rect">
            <a:avLst/>
          </a:prstGeom>
        </p:spPr>
      </p:pic>
      <p:pic>
        <p:nvPicPr>
          <p:cNvPr id="548" name="bg object 548"/>
          <p:cNvPicPr/>
          <p:nvPr/>
        </p:nvPicPr>
        <p:blipFill>
          <a:blip r:embed="rId493" cstate="print"/>
          <a:stretch>
            <a:fillRect/>
          </a:stretch>
        </p:blipFill>
        <p:spPr>
          <a:xfrm>
            <a:off x="2877509" y="5538302"/>
            <a:ext cx="83750" cy="84125"/>
          </a:xfrm>
          <a:prstGeom prst="rect">
            <a:avLst/>
          </a:prstGeom>
        </p:spPr>
      </p:pic>
      <p:pic>
        <p:nvPicPr>
          <p:cNvPr id="549" name="bg object 549"/>
          <p:cNvPicPr/>
          <p:nvPr/>
        </p:nvPicPr>
        <p:blipFill>
          <a:blip r:embed="rId494" cstate="print"/>
          <a:stretch>
            <a:fillRect/>
          </a:stretch>
        </p:blipFill>
        <p:spPr>
          <a:xfrm>
            <a:off x="3162284" y="8997502"/>
            <a:ext cx="83327" cy="83491"/>
          </a:xfrm>
          <a:prstGeom prst="rect">
            <a:avLst/>
          </a:prstGeom>
        </p:spPr>
      </p:pic>
      <p:sp>
        <p:nvSpPr>
          <p:cNvPr id="550" name="bg object 550"/>
          <p:cNvSpPr/>
          <p:nvPr/>
        </p:nvSpPr>
        <p:spPr>
          <a:xfrm>
            <a:off x="8933" y="3803998"/>
            <a:ext cx="62230" cy="83820"/>
          </a:xfrm>
          <a:custGeom>
            <a:avLst/>
            <a:gdLst/>
            <a:ahLst/>
            <a:cxnLst/>
            <a:rect l="l" t="t" r="r" b="b"/>
            <a:pathLst>
              <a:path w="62230" h="83820">
                <a:moveTo>
                  <a:pt x="15100" y="0"/>
                </a:moveTo>
                <a:lnTo>
                  <a:pt x="8755" y="317"/>
                </a:lnTo>
                <a:lnTo>
                  <a:pt x="6090" y="317"/>
                </a:lnTo>
                <a:lnTo>
                  <a:pt x="0" y="4227"/>
                </a:lnTo>
                <a:lnTo>
                  <a:pt x="0" y="78370"/>
                </a:lnTo>
                <a:lnTo>
                  <a:pt x="5837" y="77044"/>
                </a:lnTo>
                <a:lnTo>
                  <a:pt x="14339" y="81483"/>
                </a:lnTo>
                <a:lnTo>
                  <a:pt x="16242" y="83386"/>
                </a:lnTo>
                <a:lnTo>
                  <a:pt x="20049" y="83491"/>
                </a:lnTo>
                <a:lnTo>
                  <a:pt x="21191" y="83069"/>
                </a:lnTo>
                <a:lnTo>
                  <a:pt x="25125" y="83174"/>
                </a:lnTo>
                <a:lnTo>
                  <a:pt x="59260" y="57810"/>
                </a:lnTo>
                <a:lnTo>
                  <a:pt x="62051" y="50834"/>
                </a:lnTo>
                <a:lnTo>
                  <a:pt x="62051" y="37729"/>
                </a:lnTo>
                <a:lnTo>
                  <a:pt x="61798" y="31177"/>
                </a:lnTo>
                <a:lnTo>
                  <a:pt x="62178" y="20080"/>
                </a:lnTo>
                <a:lnTo>
                  <a:pt x="59006" y="20185"/>
                </a:lnTo>
                <a:lnTo>
                  <a:pt x="54438" y="19551"/>
                </a:lnTo>
                <a:lnTo>
                  <a:pt x="52280" y="17860"/>
                </a:lnTo>
                <a:lnTo>
                  <a:pt x="52661" y="12365"/>
                </a:lnTo>
                <a:lnTo>
                  <a:pt x="51138" y="9934"/>
                </a:lnTo>
                <a:lnTo>
                  <a:pt x="44286" y="9934"/>
                </a:lnTo>
                <a:lnTo>
                  <a:pt x="42383" y="7926"/>
                </a:lnTo>
                <a:lnTo>
                  <a:pt x="42636" y="2325"/>
                </a:lnTo>
                <a:lnTo>
                  <a:pt x="40860" y="105"/>
                </a:lnTo>
                <a:lnTo>
                  <a:pt x="36545" y="105"/>
                </a:lnTo>
                <a:lnTo>
                  <a:pt x="33881" y="317"/>
                </a:lnTo>
                <a:lnTo>
                  <a:pt x="28551" y="317"/>
                </a:lnTo>
                <a:lnTo>
                  <a:pt x="25759" y="105"/>
                </a:lnTo>
                <a:lnTo>
                  <a:pt x="15100" y="0"/>
                </a:lnTo>
                <a:close/>
              </a:path>
            </a:pathLst>
          </a:custGeom>
          <a:solidFill>
            <a:srgbClr val="000000"/>
          </a:solidFill>
        </p:spPr>
        <p:txBody>
          <a:bodyPr wrap="square" lIns="0" tIns="0" rIns="0" bIns="0" rtlCol="0"/>
          <a:lstStyle/>
          <a:p>
            <a:endParaRPr/>
          </a:p>
        </p:txBody>
      </p:sp>
      <p:pic>
        <p:nvPicPr>
          <p:cNvPr id="551" name="bg object 551"/>
          <p:cNvPicPr/>
          <p:nvPr/>
        </p:nvPicPr>
        <p:blipFill>
          <a:blip r:embed="rId495" cstate="print"/>
          <a:stretch>
            <a:fillRect/>
          </a:stretch>
        </p:blipFill>
        <p:spPr>
          <a:xfrm>
            <a:off x="3162178" y="6111541"/>
            <a:ext cx="83856" cy="83703"/>
          </a:xfrm>
          <a:prstGeom prst="rect">
            <a:avLst/>
          </a:prstGeom>
        </p:spPr>
      </p:pic>
      <p:pic>
        <p:nvPicPr>
          <p:cNvPr id="552" name="bg object 552"/>
          <p:cNvPicPr/>
          <p:nvPr/>
        </p:nvPicPr>
        <p:blipFill>
          <a:blip r:embed="rId496" cstate="print"/>
          <a:stretch>
            <a:fillRect/>
          </a:stretch>
        </p:blipFill>
        <p:spPr>
          <a:xfrm>
            <a:off x="3451182" y="7263093"/>
            <a:ext cx="78992" cy="83597"/>
          </a:xfrm>
          <a:prstGeom prst="rect">
            <a:avLst/>
          </a:prstGeom>
        </p:spPr>
      </p:pic>
      <p:pic>
        <p:nvPicPr>
          <p:cNvPr id="553" name="bg object 553"/>
          <p:cNvPicPr/>
          <p:nvPr/>
        </p:nvPicPr>
        <p:blipFill>
          <a:blip r:embed="rId497" cstate="print"/>
          <a:stretch>
            <a:fillRect/>
          </a:stretch>
        </p:blipFill>
        <p:spPr>
          <a:xfrm>
            <a:off x="3449808" y="7556689"/>
            <a:ext cx="80684" cy="83808"/>
          </a:xfrm>
          <a:prstGeom prst="rect">
            <a:avLst/>
          </a:prstGeom>
        </p:spPr>
      </p:pic>
      <p:pic>
        <p:nvPicPr>
          <p:cNvPr id="554" name="bg object 554"/>
          <p:cNvPicPr/>
          <p:nvPr/>
        </p:nvPicPr>
        <p:blipFill>
          <a:blip r:embed="rId498" cstate="print"/>
          <a:stretch>
            <a:fillRect/>
          </a:stretch>
        </p:blipFill>
        <p:spPr>
          <a:xfrm>
            <a:off x="275033" y="3803998"/>
            <a:ext cx="80451" cy="78630"/>
          </a:xfrm>
          <a:prstGeom prst="rect">
            <a:avLst/>
          </a:prstGeom>
        </p:spPr>
      </p:pic>
      <p:pic>
        <p:nvPicPr>
          <p:cNvPr id="555" name="bg object 555"/>
          <p:cNvPicPr/>
          <p:nvPr/>
        </p:nvPicPr>
        <p:blipFill>
          <a:blip r:embed="rId499" cstate="print"/>
          <a:stretch>
            <a:fillRect/>
          </a:stretch>
        </p:blipFill>
        <p:spPr>
          <a:xfrm>
            <a:off x="3450547" y="7845951"/>
            <a:ext cx="80790" cy="78841"/>
          </a:xfrm>
          <a:prstGeom prst="rect">
            <a:avLst/>
          </a:prstGeom>
        </p:spPr>
      </p:pic>
      <p:pic>
        <p:nvPicPr>
          <p:cNvPr id="556" name="bg object 556"/>
          <p:cNvPicPr/>
          <p:nvPr/>
        </p:nvPicPr>
        <p:blipFill>
          <a:blip r:embed="rId500" cstate="print"/>
          <a:stretch>
            <a:fillRect/>
          </a:stretch>
        </p:blipFill>
        <p:spPr>
          <a:xfrm>
            <a:off x="3450759" y="8129823"/>
            <a:ext cx="81953" cy="84337"/>
          </a:xfrm>
          <a:prstGeom prst="rect">
            <a:avLst/>
          </a:prstGeom>
        </p:spPr>
      </p:pic>
      <p:pic>
        <p:nvPicPr>
          <p:cNvPr id="557" name="bg object 557"/>
          <p:cNvPicPr/>
          <p:nvPr/>
        </p:nvPicPr>
        <p:blipFill>
          <a:blip r:embed="rId501" cstate="print"/>
          <a:stretch>
            <a:fillRect/>
          </a:stretch>
        </p:blipFill>
        <p:spPr>
          <a:xfrm>
            <a:off x="3450971" y="6978905"/>
            <a:ext cx="79521" cy="78841"/>
          </a:xfrm>
          <a:prstGeom prst="rect">
            <a:avLst/>
          </a:prstGeom>
        </p:spPr>
      </p:pic>
      <p:pic>
        <p:nvPicPr>
          <p:cNvPr id="558" name="bg object 558"/>
          <p:cNvPicPr/>
          <p:nvPr/>
        </p:nvPicPr>
        <p:blipFill>
          <a:blip r:embed="rId502" cstate="print"/>
          <a:stretch>
            <a:fillRect/>
          </a:stretch>
        </p:blipFill>
        <p:spPr>
          <a:xfrm>
            <a:off x="1726251" y="4377132"/>
            <a:ext cx="79626" cy="78735"/>
          </a:xfrm>
          <a:prstGeom prst="rect">
            <a:avLst/>
          </a:prstGeom>
        </p:spPr>
      </p:pic>
      <p:pic>
        <p:nvPicPr>
          <p:cNvPr id="559" name="bg object 559"/>
          <p:cNvPicPr/>
          <p:nvPr/>
        </p:nvPicPr>
        <p:blipFill>
          <a:blip r:embed="rId503" cstate="print"/>
          <a:stretch>
            <a:fillRect/>
          </a:stretch>
        </p:blipFill>
        <p:spPr>
          <a:xfrm>
            <a:off x="558136" y="3804104"/>
            <a:ext cx="87811" cy="78630"/>
          </a:xfrm>
          <a:prstGeom prst="rect">
            <a:avLst/>
          </a:prstGeom>
        </p:spPr>
      </p:pic>
      <p:pic>
        <p:nvPicPr>
          <p:cNvPr id="560" name="bg object 560"/>
          <p:cNvPicPr/>
          <p:nvPr/>
        </p:nvPicPr>
        <p:blipFill>
          <a:blip r:embed="rId504" cstate="print"/>
          <a:stretch>
            <a:fillRect/>
          </a:stretch>
        </p:blipFill>
        <p:spPr>
          <a:xfrm>
            <a:off x="3449702" y="8418873"/>
            <a:ext cx="80790" cy="79370"/>
          </a:xfrm>
          <a:prstGeom prst="rect">
            <a:avLst/>
          </a:prstGeom>
        </p:spPr>
      </p:pic>
      <p:pic>
        <p:nvPicPr>
          <p:cNvPr id="561" name="bg object 561"/>
          <p:cNvPicPr/>
          <p:nvPr/>
        </p:nvPicPr>
        <p:blipFill>
          <a:blip r:embed="rId505" cstate="print"/>
          <a:stretch>
            <a:fillRect/>
          </a:stretch>
        </p:blipFill>
        <p:spPr>
          <a:xfrm>
            <a:off x="3449173" y="6694609"/>
            <a:ext cx="82270" cy="78841"/>
          </a:xfrm>
          <a:prstGeom prst="rect">
            <a:avLst/>
          </a:prstGeom>
        </p:spPr>
      </p:pic>
      <p:pic>
        <p:nvPicPr>
          <p:cNvPr id="562" name="bg object 562"/>
          <p:cNvPicPr/>
          <p:nvPr/>
        </p:nvPicPr>
        <p:blipFill>
          <a:blip r:embed="rId506" cstate="print"/>
          <a:stretch>
            <a:fillRect/>
          </a:stretch>
        </p:blipFill>
        <p:spPr>
          <a:xfrm>
            <a:off x="1431007" y="4092626"/>
            <a:ext cx="75079" cy="78947"/>
          </a:xfrm>
          <a:prstGeom prst="rect">
            <a:avLst/>
          </a:prstGeom>
        </p:spPr>
      </p:pic>
      <p:pic>
        <p:nvPicPr>
          <p:cNvPr id="563" name="bg object 563"/>
          <p:cNvPicPr/>
          <p:nvPr/>
        </p:nvPicPr>
        <p:blipFill>
          <a:blip r:embed="rId507" cstate="print"/>
          <a:stretch>
            <a:fillRect/>
          </a:stretch>
        </p:blipFill>
        <p:spPr>
          <a:xfrm>
            <a:off x="2582477" y="4960306"/>
            <a:ext cx="81847" cy="73768"/>
          </a:xfrm>
          <a:prstGeom prst="rect">
            <a:avLst/>
          </a:prstGeom>
        </p:spPr>
      </p:pic>
      <p:pic>
        <p:nvPicPr>
          <p:cNvPr id="564" name="bg object 564"/>
          <p:cNvPicPr/>
          <p:nvPr/>
        </p:nvPicPr>
        <p:blipFill>
          <a:blip r:embed="rId508" cstate="print"/>
          <a:stretch>
            <a:fillRect/>
          </a:stretch>
        </p:blipFill>
        <p:spPr>
          <a:xfrm>
            <a:off x="3165244" y="9286342"/>
            <a:ext cx="76242" cy="78978"/>
          </a:xfrm>
          <a:prstGeom prst="rect">
            <a:avLst/>
          </a:prstGeom>
        </p:spPr>
      </p:pic>
      <p:pic>
        <p:nvPicPr>
          <p:cNvPr id="565" name="bg object 565"/>
          <p:cNvPicPr/>
          <p:nvPr/>
        </p:nvPicPr>
        <p:blipFill>
          <a:blip r:embed="rId509" cstate="print"/>
          <a:stretch>
            <a:fillRect/>
          </a:stretch>
        </p:blipFill>
        <p:spPr>
          <a:xfrm>
            <a:off x="3166196" y="5826929"/>
            <a:ext cx="77088" cy="75142"/>
          </a:xfrm>
          <a:prstGeom prst="rect">
            <a:avLst/>
          </a:prstGeom>
        </p:spPr>
      </p:pic>
      <p:pic>
        <p:nvPicPr>
          <p:cNvPr id="566" name="bg object 566"/>
          <p:cNvPicPr/>
          <p:nvPr/>
        </p:nvPicPr>
        <p:blipFill>
          <a:blip r:embed="rId510" cstate="print"/>
          <a:stretch>
            <a:fillRect/>
          </a:stretch>
        </p:blipFill>
        <p:spPr>
          <a:xfrm>
            <a:off x="2299646" y="4676223"/>
            <a:ext cx="73982" cy="73874"/>
          </a:xfrm>
          <a:prstGeom prst="rect">
            <a:avLst/>
          </a:prstGeom>
        </p:spPr>
      </p:pic>
      <p:pic>
        <p:nvPicPr>
          <p:cNvPr id="567" name="bg object 567"/>
          <p:cNvPicPr/>
          <p:nvPr/>
        </p:nvPicPr>
        <p:blipFill>
          <a:blip r:embed="rId511" cstate="print"/>
          <a:stretch>
            <a:fillRect/>
          </a:stretch>
        </p:blipFill>
        <p:spPr>
          <a:xfrm>
            <a:off x="2588611" y="10158217"/>
            <a:ext cx="69475" cy="69625"/>
          </a:xfrm>
          <a:prstGeom prst="rect">
            <a:avLst/>
          </a:prstGeom>
        </p:spPr>
      </p:pic>
      <p:pic>
        <p:nvPicPr>
          <p:cNvPr id="568" name="bg object 568"/>
          <p:cNvPicPr/>
          <p:nvPr/>
        </p:nvPicPr>
        <p:blipFill>
          <a:blip r:embed="rId512" cstate="print"/>
          <a:stretch>
            <a:fillRect/>
          </a:stretch>
        </p:blipFill>
        <p:spPr>
          <a:xfrm>
            <a:off x="3455962" y="6405453"/>
            <a:ext cx="70299" cy="64679"/>
          </a:xfrm>
          <a:prstGeom prst="rect">
            <a:avLst/>
          </a:prstGeom>
        </p:spPr>
      </p:pic>
      <p:pic>
        <p:nvPicPr>
          <p:cNvPr id="569" name="bg object 569"/>
          <p:cNvPicPr/>
          <p:nvPr/>
        </p:nvPicPr>
        <p:blipFill>
          <a:blip r:embed="rId513" cstate="print"/>
          <a:stretch>
            <a:fillRect/>
          </a:stretch>
        </p:blipFill>
        <p:spPr>
          <a:xfrm>
            <a:off x="2886498" y="5249251"/>
            <a:ext cx="65562" cy="68907"/>
          </a:xfrm>
          <a:prstGeom prst="rect">
            <a:avLst/>
          </a:prstGeom>
        </p:spPr>
      </p:pic>
      <p:pic>
        <p:nvPicPr>
          <p:cNvPr id="570" name="bg object 570"/>
          <p:cNvPicPr/>
          <p:nvPr/>
        </p:nvPicPr>
        <p:blipFill>
          <a:blip r:embed="rId514" cstate="print"/>
          <a:stretch>
            <a:fillRect/>
          </a:stretch>
        </p:blipFill>
        <p:spPr>
          <a:xfrm>
            <a:off x="2019168" y="4382628"/>
            <a:ext cx="66023" cy="69118"/>
          </a:xfrm>
          <a:prstGeom prst="rect">
            <a:avLst/>
          </a:prstGeom>
        </p:spPr>
      </p:pic>
      <p:pic>
        <p:nvPicPr>
          <p:cNvPr id="571" name="bg object 571"/>
          <p:cNvPicPr/>
          <p:nvPr/>
        </p:nvPicPr>
        <p:blipFill>
          <a:blip r:embed="rId515" cstate="print"/>
          <a:stretch>
            <a:fillRect/>
          </a:stretch>
        </p:blipFill>
        <p:spPr>
          <a:xfrm>
            <a:off x="863827" y="3813510"/>
            <a:ext cx="64970" cy="64045"/>
          </a:xfrm>
          <a:prstGeom prst="rect">
            <a:avLst/>
          </a:prstGeom>
        </p:spPr>
      </p:pic>
      <p:pic>
        <p:nvPicPr>
          <p:cNvPr id="572" name="bg object 572"/>
          <p:cNvPicPr/>
          <p:nvPr/>
        </p:nvPicPr>
        <p:blipFill>
          <a:blip r:embed="rId516" cstate="print"/>
          <a:stretch>
            <a:fillRect/>
          </a:stretch>
        </p:blipFill>
        <p:spPr>
          <a:xfrm>
            <a:off x="2886815" y="9874642"/>
            <a:ext cx="66620" cy="63918"/>
          </a:xfrm>
          <a:prstGeom prst="rect">
            <a:avLst/>
          </a:prstGeom>
        </p:spPr>
      </p:pic>
      <p:sp>
        <p:nvSpPr>
          <p:cNvPr id="573" name="bg object 573"/>
          <p:cNvSpPr/>
          <p:nvPr/>
        </p:nvSpPr>
        <p:spPr>
          <a:xfrm>
            <a:off x="3460488" y="8723459"/>
            <a:ext cx="60325" cy="64135"/>
          </a:xfrm>
          <a:custGeom>
            <a:avLst/>
            <a:gdLst/>
            <a:ahLst/>
            <a:cxnLst/>
            <a:rect l="l" t="t" r="r" b="b"/>
            <a:pathLst>
              <a:path w="60325" h="64134">
                <a:moveTo>
                  <a:pt x="48332" y="0"/>
                </a:moveTo>
                <a:lnTo>
                  <a:pt x="11420" y="0"/>
                </a:lnTo>
                <a:lnTo>
                  <a:pt x="10363" y="2430"/>
                </a:lnTo>
                <a:lnTo>
                  <a:pt x="10257" y="6869"/>
                </a:lnTo>
                <a:lnTo>
                  <a:pt x="9094" y="9194"/>
                </a:lnTo>
                <a:lnTo>
                  <a:pt x="2326" y="9194"/>
                </a:lnTo>
                <a:lnTo>
                  <a:pt x="0" y="11731"/>
                </a:lnTo>
                <a:lnTo>
                  <a:pt x="528" y="17860"/>
                </a:lnTo>
                <a:lnTo>
                  <a:pt x="1057" y="25153"/>
                </a:lnTo>
                <a:lnTo>
                  <a:pt x="634" y="32445"/>
                </a:lnTo>
                <a:lnTo>
                  <a:pt x="634" y="45339"/>
                </a:lnTo>
                <a:lnTo>
                  <a:pt x="4229" y="51046"/>
                </a:lnTo>
                <a:lnTo>
                  <a:pt x="11209" y="56964"/>
                </a:lnTo>
                <a:lnTo>
                  <a:pt x="13429" y="58972"/>
                </a:lnTo>
                <a:lnTo>
                  <a:pt x="15967" y="63200"/>
                </a:lnTo>
                <a:lnTo>
                  <a:pt x="25749" y="63200"/>
                </a:lnTo>
                <a:lnTo>
                  <a:pt x="29820" y="63939"/>
                </a:lnTo>
                <a:lnTo>
                  <a:pt x="39972" y="63939"/>
                </a:lnTo>
                <a:lnTo>
                  <a:pt x="45259" y="62565"/>
                </a:lnTo>
                <a:lnTo>
                  <a:pt x="49489" y="56330"/>
                </a:lnTo>
                <a:lnTo>
                  <a:pt x="50229" y="55062"/>
                </a:lnTo>
                <a:lnTo>
                  <a:pt x="51921" y="53794"/>
                </a:lnTo>
                <a:lnTo>
                  <a:pt x="59006" y="53794"/>
                </a:lnTo>
                <a:lnTo>
                  <a:pt x="59647" y="51046"/>
                </a:lnTo>
                <a:lnTo>
                  <a:pt x="59746" y="50623"/>
                </a:lnTo>
                <a:lnTo>
                  <a:pt x="59535" y="46184"/>
                </a:lnTo>
                <a:lnTo>
                  <a:pt x="59217" y="41323"/>
                </a:lnTo>
                <a:lnTo>
                  <a:pt x="59535" y="36567"/>
                </a:lnTo>
                <a:lnTo>
                  <a:pt x="59535" y="22722"/>
                </a:lnTo>
                <a:lnTo>
                  <a:pt x="56256" y="15218"/>
                </a:lnTo>
                <a:lnTo>
                  <a:pt x="49700" y="6869"/>
                </a:lnTo>
                <a:lnTo>
                  <a:pt x="49383" y="6341"/>
                </a:lnTo>
                <a:lnTo>
                  <a:pt x="49700" y="5178"/>
                </a:lnTo>
                <a:lnTo>
                  <a:pt x="49700" y="4438"/>
                </a:lnTo>
                <a:lnTo>
                  <a:pt x="49923" y="2430"/>
                </a:lnTo>
                <a:lnTo>
                  <a:pt x="50017" y="1585"/>
                </a:lnTo>
                <a:lnTo>
                  <a:pt x="48332" y="0"/>
                </a:lnTo>
                <a:close/>
              </a:path>
            </a:pathLst>
          </a:custGeom>
          <a:solidFill>
            <a:srgbClr val="000000"/>
          </a:solidFill>
        </p:spPr>
        <p:txBody>
          <a:bodyPr wrap="square" lIns="0" tIns="0" rIns="0" bIns="0" rtlCol="0"/>
          <a:lstStyle/>
          <a:p>
            <a:endParaRPr/>
          </a:p>
        </p:txBody>
      </p:sp>
      <p:sp>
        <p:nvSpPr>
          <p:cNvPr id="574" name="bg object 574"/>
          <p:cNvSpPr/>
          <p:nvPr/>
        </p:nvSpPr>
        <p:spPr>
          <a:xfrm>
            <a:off x="1734710" y="4097910"/>
            <a:ext cx="61594" cy="64769"/>
          </a:xfrm>
          <a:custGeom>
            <a:avLst/>
            <a:gdLst/>
            <a:ahLst/>
            <a:cxnLst/>
            <a:rect l="l" t="t" r="r" b="b"/>
            <a:pathLst>
              <a:path w="61594" h="64770">
                <a:moveTo>
                  <a:pt x="23687" y="0"/>
                </a:moveTo>
                <a:lnTo>
                  <a:pt x="19668" y="422"/>
                </a:lnTo>
                <a:lnTo>
                  <a:pt x="17765" y="2536"/>
                </a:lnTo>
                <a:lnTo>
                  <a:pt x="10680" y="5707"/>
                </a:lnTo>
                <a:lnTo>
                  <a:pt x="13112" y="15430"/>
                </a:lnTo>
                <a:lnTo>
                  <a:pt x="5181" y="15430"/>
                </a:lnTo>
                <a:lnTo>
                  <a:pt x="3806" y="15218"/>
                </a:lnTo>
                <a:lnTo>
                  <a:pt x="105" y="18495"/>
                </a:lnTo>
                <a:lnTo>
                  <a:pt x="2114" y="22828"/>
                </a:lnTo>
                <a:lnTo>
                  <a:pt x="1480" y="33185"/>
                </a:lnTo>
                <a:lnTo>
                  <a:pt x="0" y="40583"/>
                </a:lnTo>
                <a:lnTo>
                  <a:pt x="2326" y="45973"/>
                </a:lnTo>
                <a:lnTo>
                  <a:pt x="4547" y="51468"/>
                </a:lnTo>
                <a:lnTo>
                  <a:pt x="10680" y="55590"/>
                </a:lnTo>
                <a:lnTo>
                  <a:pt x="15333" y="60029"/>
                </a:lnTo>
                <a:lnTo>
                  <a:pt x="19140" y="63411"/>
                </a:lnTo>
                <a:lnTo>
                  <a:pt x="25484" y="63728"/>
                </a:lnTo>
                <a:lnTo>
                  <a:pt x="29926" y="64256"/>
                </a:lnTo>
                <a:lnTo>
                  <a:pt x="34261" y="64256"/>
                </a:lnTo>
                <a:lnTo>
                  <a:pt x="37328" y="64362"/>
                </a:lnTo>
                <a:lnTo>
                  <a:pt x="40395" y="64151"/>
                </a:lnTo>
                <a:lnTo>
                  <a:pt x="47797" y="62143"/>
                </a:lnTo>
                <a:lnTo>
                  <a:pt x="51392" y="55907"/>
                </a:lnTo>
                <a:lnTo>
                  <a:pt x="55410" y="51997"/>
                </a:lnTo>
                <a:lnTo>
                  <a:pt x="56574" y="50729"/>
                </a:lnTo>
                <a:lnTo>
                  <a:pt x="57208" y="50200"/>
                </a:lnTo>
                <a:lnTo>
                  <a:pt x="60169" y="48192"/>
                </a:lnTo>
                <a:lnTo>
                  <a:pt x="61015" y="45339"/>
                </a:lnTo>
                <a:lnTo>
                  <a:pt x="60381" y="38680"/>
                </a:lnTo>
                <a:lnTo>
                  <a:pt x="60698" y="35299"/>
                </a:lnTo>
                <a:lnTo>
                  <a:pt x="60698" y="32022"/>
                </a:lnTo>
                <a:lnTo>
                  <a:pt x="60909" y="32022"/>
                </a:lnTo>
                <a:lnTo>
                  <a:pt x="60909" y="28852"/>
                </a:lnTo>
                <a:lnTo>
                  <a:pt x="60698" y="25575"/>
                </a:lnTo>
                <a:lnTo>
                  <a:pt x="61332" y="17332"/>
                </a:lnTo>
                <a:lnTo>
                  <a:pt x="60169" y="14690"/>
                </a:lnTo>
                <a:lnTo>
                  <a:pt x="52027" y="14690"/>
                </a:lnTo>
                <a:lnTo>
                  <a:pt x="51498" y="12048"/>
                </a:lnTo>
                <a:lnTo>
                  <a:pt x="49277" y="4227"/>
                </a:lnTo>
                <a:lnTo>
                  <a:pt x="46211" y="105"/>
                </a:lnTo>
                <a:close/>
              </a:path>
            </a:pathLst>
          </a:custGeom>
          <a:solidFill>
            <a:srgbClr val="000000"/>
          </a:solidFill>
        </p:spPr>
        <p:txBody>
          <a:bodyPr wrap="square" lIns="0" tIns="0" rIns="0" bIns="0" rtlCol="0"/>
          <a:lstStyle/>
          <a:p>
            <a:endParaRPr/>
          </a:p>
        </p:txBody>
      </p:sp>
      <p:sp>
        <p:nvSpPr>
          <p:cNvPr id="575" name="bg object 575"/>
          <p:cNvSpPr/>
          <p:nvPr/>
        </p:nvSpPr>
        <p:spPr>
          <a:xfrm>
            <a:off x="1151520" y="3813510"/>
            <a:ext cx="62230" cy="59690"/>
          </a:xfrm>
          <a:custGeom>
            <a:avLst/>
            <a:gdLst/>
            <a:ahLst/>
            <a:cxnLst/>
            <a:rect l="l" t="t" r="r" b="b"/>
            <a:pathLst>
              <a:path w="62230" h="59689">
                <a:moveTo>
                  <a:pt x="43990" y="0"/>
                </a:moveTo>
                <a:lnTo>
                  <a:pt x="20303" y="105"/>
                </a:lnTo>
                <a:lnTo>
                  <a:pt x="18505" y="951"/>
                </a:lnTo>
                <a:lnTo>
                  <a:pt x="17448" y="1796"/>
                </a:lnTo>
                <a:lnTo>
                  <a:pt x="12160" y="6763"/>
                </a:lnTo>
                <a:lnTo>
                  <a:pt x="5816" y="11414"/>
                </a:lnTo>
                <a:lnTo>
                  <a:pt x="0" y="21982"/>
                </a:lnTo>
                <a:lnTo>
                  <a:pt x="1903" y="28640"/>
                </a:lnTo>
                <a:lnTo>
                  <a:pt x="1903" y="36038"/>
                </a:lnTo>
                <a:lnTo>
                  <a:pt x="2114" y="37835"/>
                </a:lnTo>
                <a:lnTo>
                  <a:pt x="634" y="45973"/>
                </a:lnTo>
                <a:lnTo>
                  <a:pt x="3172" y="49566"/>
                </a:lnTo>
                <a:lnTo>
                  <a:pt x="10151" y="50200"/>
                </a:lnTo>
                <a:lnTo>
                  <a:pt x="10786" y="50412"/>
                </a:lnTo>
                <a:lnTo>
                  <a:pt x="11526" y="52948"/>
                </a:lnTo>
                <a:lnTo>
                  <a:pt x="11526" y="57176"/>
                </a:lnTo>
                <a:lnTo>
                  <a:pt x="13006" y="58866"/>
                </a:lnTo>
                <a:lnTo>
                  <a:pt x="33204" y="59078"/>
                </a:lnTo>
                <a:lnTo>
                  <a:pt x="33310" y="59289"/>
                </a:lnTo>
                <a:lnTo>
                  <a:pt x="38174" y="59289"/>
                </a:lnTo>
                <a:lnTo>
                  <a:pt x="43038" y="59078"/>
                </a:lnTo>
                <a:lnTo>
                  <a:pt x="50017" y="58972"/>
                </a:lnTo>
                <a:lnTo>
                  <a:pt x="51075" y="56753"/>
                </a:lnTo>
                <a:lnTo>
                  <a:pt x="51075" y="52420"/>
                </a:lnTo>
                <a:lnTo>
                  <a:pt x="52238" y="49883"/>
                </a:lnTo>
                <a:lnTo>
                  <a:pt x="59112" y="49777"/>
                </a:lnTo>
                <a:lnTo>
                  <a:pt x="61650" y="47347"/>
                </a:lnTo>
                <a:lnTo>
                  <a:pt x="60486" y="37095"/>
                </a:lnTo>
                <a:lnTo>
                  <a:pt x="60909" y="32973"/>
                </a:lnTo>
                <a:lnTo>
                  <a:pt x="60909" y="28957"/>
                </a:lnTo>
                <a:lnTo>
                  <a:pt x="60592" y="28640"/>
                </a:lnTo>
                <a:lnTo>
                  <a:pt x="60592" y="23884"/>
                </a:lnTo>
                <a:lnTo>
                  <a:pt x="60909" y="19023"/>
                </a:lnTo>
                <a:lnTo>
                  <a:pt x="60592" y="14056"/>
                </a:lnTo>
                <a:lnTo>
                  <a:pt x="60592" y="12682"/>
                </a:lnTo>
                <a:lnTo>
                  <a:pt x="59112" y="10251"/>
                </a:lnTo>
                <a:lnTo>
                  <a:pt x="58583" y="10251"/>
                </a:lnTo>
                <a:lnTo>
                  <a:pt x="57948" y="10462"/>
                </a:lnTo>
                <a:lnTo>
                  <a:pt x="51709" y="10462"/>
                </a:lnTo>
                <a:lnTo>
                  <a:pt x="50123" y="1162"/>
                </a:lnTo>
                <a:lnTo>
                  <a:pt x="49171" y="105"/>
                </a:lnTo>
                <a:close/>
              </a:path>
            </a:pathLst>
          </a:custGeom>
          <a:solidFill>
            <a:srgbClr val="000000"/>
          </a:solidFill>
        </p:spPr>
        <p:txBody>
          <a:bodyPr wrap="square" lIns="0" tIns="0" rIns="0" bIns="0" rtlCol="0"/>
          <a:lstStyle/>
          <a:p>
            <a:endParaRPr/>
          </a:p>
        </p:txBody>
      </p:sp>
      <p:sp>
        <p:nvSpPr>
          <p:cNvPr id="576" name="bg object 576"/>
          <p:cNvSpPr/>
          <p:nvPr/>
        </p:nvSpPr>
        <p:spPr>
          <a:xfrm>
            <a:off x="3460488" y="6121370"/>
            <a:ext cx="60325" cy="59690"/>
          </a:xfrm>
          <a:custGeom>
            <a:avLst/>
            <a:gdLst/>
            <a:ahLst/>
            <a:cxnLst/>
            <a:rect l="l" t="t" r="r" b="b"/>
            <a:pathLst>
              <a:path w="60325" h="59689">
                <a:moveTo>
                  <a:pt x="25802" y="0"/>
                </a:moveTo>
                <a:lnTo>
                  <a:pt x="16919" y="0"/>
                </a:lnTo>
                <a:lnTo>
                  <a:pt x="11526" y="211"/>
                </a:lnTo>
                <a:lnTo>
                  <a:pt x="10363" y="2113"/>
                </a:lnTo>
                <a:lnTo>
                  <a:pt x="10151" y="5072"/>
                </a:lnTo>
                <a:lnTo>
                  <a:pt x="10151" y="7080"/>
                </a:lnTo>
                <a:lnTo>
                  <a:pt x="8459" y="9511"/>
                </a:lnTo>
                <a:lnTo>
                  <a:pt x="2326" y="14690"/>
                </a:lnTo>
                <a:lnTo>
                  <a:pt x="0" y="19023"/>
                </a:lnTo>
                <a:lnTo>
                  <a:pt x="1057" y="31917"/>
                </a:lnTo>
                <a:lnTo>
                  <a:pt x="528" y="38363"/>
                </a:lnTo>
                <a:lnTo>
                  <a:pt x="845" y="46396"/>
                </a:lnTo>
                <a:lnTo>
                  <a:pt x="2432" y="48826"/>
                </a:lnTo>
                <a:lnTo>
                  <a:pt x="2960" y="48826"/>
                </a:lnTo>
                <a:lnTo>
                  <a:pt x="3595" y="48615"/>
                </a:lnTo>
                <a:lnTo>
                  <a:pt x="9940" y="48615"/>
                </a:lnTo>
                <a:lnTo>
                  <a:pt x="10257" y="53054"/>
                </a:lnTo>
                <a:lnTo>
                  <a:pt x="11526" y="58127"/>
                </a:lnTo>
                <a:lnTo>
                  <a:pt x="13958" y="58972"/>
                </a:lnTo>
                <a:lnTo>
                  <a:pt x="29926" y="58972"/>
                </a:lnTo>
                <a:lnTo>
                  <a:pt x="29926" y="59184"/>
                </a:lnTo>
                <a:lnTo>
                  <a:pt x="36376" y="59078"/>
                </a:lnTo>
                <a:lnTo>
                  <a:pt x="45259" y="59184"/>
                </a:lnTo>
                <a:lnTo>
                  <a:pt x="45047" y="58972"/>
                </a:lnTo>
                <a:lnTo>
                  <a:pt x="51815" y="58972"/>
                </a:lnTo>
                <a:lnTo>
                  <a:pt x="47374" y="50517"/>
                </a:lnTo>
                <a:lnTo>
                  <a:pt x="52555" y="49038"/>
                </a:lnTo>
                <a:lnTo>
                  <a:pt x="53719" y="49038"/>
                </a:lnTo>
                <a:lnTo>
                  <a:pt x="54142" y="49143"/>
                </a:lnTo>
                <a:lnTo>
                  <a:pt x="57737" y="49143"/>
                </a:lnTo>
                <a:lnTo>
                  <a:pt x="59217" y="47558"/>
                </a:lnTo>
                <a:lnTo>
                  <a:pt x="59217" y="45022"/>
                </a:lnTo>
                <a:lnTo>
                  <a:pt x="59535" y="37624"/>
                </a:lnTo>
                <a:lnTo>
                  <a:pt x="59112" y="30226"/>
                </a:lnTo>
                <a:lnTo>
                  <a:pt x="59746" y="18495"/>
                </a:lnTo>
                <a:lnTo>
                  <a:pt x="54988" y="12682"/>
                </a:lnTo>
                <a:lnTo>
                  <a:pt x="43884" y="211"/>
                </a:lnTo>
                <a:lnTo>
                  <a:pt x="33627" y="105"/>
                </a:lnTo>
                <a:close/>
              </a:path>
            </a:pathLst>
          </a:custGeom>
          <a:solidFill>
            <a:srgbClr val="000000"/>
          </a:solidFill>
        </p:spPr>
        <p:txBody>
          <a:bodyPr wrap="square" lIns="0" tIns="0" rIns="0" bIns="0" rtlCol="0"/>
          <a:lstStyle/>
          <a:p>
            <a:endParaRPr/>
          </a:p>
        </p:txBody>
      </p:sp>
      <p:sp>
        <p:nvSpPr>
          <p:cNvPr id="577" name="bg object 577"/>
          <p:cNvSpPr/>
          <p:nvPr/>
        </p:nvSpPr>
        <p:spPr>
          <a:xfrm>
            <a:off x="3176665" y="5547813"/>
            <a:ext cx="59690" cy="64769"/>
          </a:xfrm>
          <a:custGeom>
            <a:avLst/>
            <a:gdLst/>
            <a:ahLst/>
            <a:cxnLst/>
            <a:rect l="l" t="t" r="r" b="b"/>
            <a:pathLst>
              <a:path w="59689" h="64770">
                <a:moveTo>
                  <a:pt x="35953" y="0"/>
                </a:moveTo>
                <a:lnTo>
                  <a:pt x="25379" y="0"/>
                </a:lnTo>
                <a:lnTo>
                  <a:pt x="23898" y="317"/>
                </a:lnTo>
                <a:lnTo>
                  <a:pt x="16179" y="1162"/>
                </a:lnTo>
                <a:lnTo>
                  <a:pt x="10891" y="7715"/>
                </a:lnTo>
                <a:lnTo>
                  <a:pt x="7825" y="10568"/>
                </a:lnTo>
                <a:lnTo>
                  <a:pt x="1480" y="15958"/>
                </a:lnTo>
                <a:lnTo>
                  <a:pt x="0" y="19129"/>
                </a:lnTo>
                <a:lnTo>
                  <a:pt x="740" y="29169"/>
                </a:lnTo>
                <a:lnTo>
                  <a:pt x="740" y="34876"/>
                </a:lnTo>
                <a:lnTo>
                  <a:pt x="105" y="44916"/>
                </a:lnTo>
                <a:lnTo>
                  <a:pt x="1057" y="48192"/>
                </a:lnTo>
                <a:lnTo>
                  <a:pt x="7719" y="53794"/>
                </a:lnTo>
                <a:lnTo>
                  <a:pt x="16073" y="62883"/>
                </a:lnTo>
                <a:lnTo>
                  <a:pt x="19245" y="63834"/>
                </a:lnTo>
                <a:lnTo>
                  <a:pt x="23581" y="64151"/>
                </a:lnTo>
                <a:lnTo>
                  <a:pt x="24850" y="64362"/>
                </a:lnTo>
                <a:lnTo>
                  <a:pt x="27388" y="64468"/>
                </a:lnTo>
                <a:lnTo>
                  <a:pt x="35213" y="64362"/>
                </a:lnTo>
                <a:lnTo>
                  <a:pt x="41558" y="61826"/>
                </a:lnTo>
                <a:lnTo>
                  <a:pt x="46634" y="54639"/>
                </a:lnTo>
                <a:lnTo>
                  <a:pt x="50969" y="48932"/>
                </a:lnTo>
                <a:lnTo>
                  <a:pt x="56045" y="48932"/>
                </a:lnTo>
                <a:lnTo>
                  <a:pt x="56574" y="49143"/>
                </a:lnTo>
                <a:lnTo>
                  <a:pt x="57420" y="49143"/>
                </a:lnTo>
                <a:lnTo>
                  <a:pt x="59112" y="46818"/>
                </a:lnTo>
                <a:lnTo>
                  <a:pt x="59429" y="40900"/>
                </a:lnTo>
                <a:lnTo>
                  <a:pt x="59217" y="35933"/>
                </a:lnTo>
                <a:lnTo>
                  <a:pt x="59217" y="27161"/>
                </a:lnTo>
                <a:lnTo>
                  <a:pt x="59640" y="23145"/>
                </a:lnTo>
                <a:lnTo>
                  <a:pt x="59217" y="19023"/>
                </a:lnTo>
                <a:lnTo>
                  <a:pt x="59112" y="16804"/>
                </a:lnTo>
                <a:lnTo>
                  <a:pt x="57843" y="15113"/>
                </a:lnTo>
                <a:lnTo>
                  <a:pt x="54670" y="15113"/>
                </a:lnTo>
                <a:lnTo>
                  <a:pt x="54142" y="15324"/>
                </a:lnTo>
                <a:lnTo>
                  <a:pt x="49912" y="15324"/>
                </a:lnTo>
                <a:lnTo>
                  <a:pt x="48431" y="12048"/>
                </a:lnTo>
                <a:lnTo>
                  <a:pt x="41981" y="3276"/>
                </a:lnTo>
                <a:close/>
              </a:path>
            </a:pathLst>
          </a:custGeom>
          <a:solidFill>
            <a:srgbClr val="000000"/>
          </a:solidFill>
        </p:spPr>
        <p:txBody>
          <a:bodyPr wrap="square" lIns="0" tIns="0" rIns="0" bIns="0" rtlCol="0"/>
          <a:lstStyle/>
          <a:p>
            <a:endParaRPr/>
          </a:p>
        </p:txBody>
      </p:sp>
      <p:sp>
        <p:nvSpPr>
          <p:cNvPr id="578" name="bg object 578"/>
          <p:cNvSpPr/>
          <p:nvPr/>
        </p:nvSpPr>
        <p:spPr>
          <a:xfrm>
            <a:off x="3175988" y="9590051"/>
            <a:ext cx="60325" cy="64135"/>
          </a:xfrm>
          <a:custGeom>
            <a:avLst/>
            <a:gdLst/>
            <a:ahLst/>
            <a:cxnLst/>
            <a:rect l="l" t="t" r="r" b="b"/>
            <a:pathLst>
              <a:path w="60325" h="64134">
                <a:moveTo>
                  <a:pt x="29546" y="0"/>
                </a:moveTo>
                <a:lnTo>
                  <a:pt x="20028" y="0"/>
                </a:lnTo>
                <a:lnTo>
                  <a:pt x="14001" y="1268"/>
                </a:lnTo>
                <a:lnTo>
                  <a:pt x="8608" y="10526"/>
                </a:lnTo>
                <a:lnTo>
                  <a:pt x="6493" y="12175"/>
                </a:lnTo>
                <a:lnTo>
                  <a:pt x="2157" y="15979"/>
                </a:lnTo>
                <a:lnTo>
                  <a:pt x="677" y="18389"/>
                </a:lnTo>
                <a:lnTo>
                  <a:pt x="994" y="21940"/>
                </a:lnTo>
                <a:lnTo>
                  <a:pt x="1417" y="25110"/>
                </a:lnTo>
                <a:lnTo>
                  <a:pt x="994" y="28408"/>
                </a:lnTo>
                <a:lnTo>
                  <a:pt x="994" y="33608"/>
                </a:lnTo>
                <a:lnTo>
                  <a:pt x="0" y="40898"/>
                </a:lnTo>
                <a:lnTo>
                  <a:pt x="2157" y="47320"/>
                </a:lnTo>
                <a:lnTo>
                  <a:pt x="6615" y="53101"/>
                </a:lnTo>
                <a:lnTo>
                  <a:pt x="13684" y="59479"/>
                </a:lnTo>
                <a:lnTo>
                  <a:pt x="14741" y="61001"/>
                </a:lnTo>
                <a:lnTo>
                  <a:pt x="18654" y="63918"/>
                </a:lnTo>
                <a:lnTo>
                  <a:pt x="28700" y="64045"/>
                </a:lnTo>
                <a:lnTo>
                  <a:pt x="28700" y="63791"/>
                </a:lnTo>
                <a:lnTo>
                  <a:pt x="35150" y="63791"/>
                </a:lnTo>
                <a:lnTo>
                  <a:pt x="41389" y="62777"/>
                </a:lnTo>
                <a:lnTo>
                  <a:pt x="48580" y="51870"/>
                </a:lnTo>
                <a:lnTo>
                  <a:pt x="52916" y="48953"/>
                </a:lnTo>
                <a:lnTo>
                  <a:pt x="56088" y="45402"/>
                </a:lnTo>
                <a:lnTo>
                  <a:pt x="59683" y="41597"/>
                </a:lnTo>
                <a:lnTo>
                  <a:pt x="59870" y="32621"/>
                </a:lnTo>
                <a:lnTo>
                  <a:pt x="59511" y="25713"/>
                </a:lnTo>
                <a:lnTo>
                  <a:pt x="57230" y="19328"/>
                </a:lnTo>
                <a:lnTo>
                  <a:pt x="51647" y="13823"/>
                </a:lnTo>
                <a:lnTo>
                  <a:pt x="47734" y="11287"/>
                </a:lnTo>
                <a:lnTo>
                  <a:pt x="44773" y="6975"/>
                </a:lnTo>
                <a:lnTo>
                  <a:pt x="37477" y="253"/>
                </a:lnTo>
                <a:lnTo>
                  <a:pt x="32612" y="253"/>
                </a:lnTo>
                <a:close/>
              </a:path>
            </a:pathLst>
          </a:custGeom>
          <a:solidFill>
            <a:srgbClr val="000000"/>
          </a:solidFill>
        </p:spPr>
        <p:txBody>
          <a:bodyPr wrap="square" lIns="0" tIns="0" rIns="0" bIns="0" rtlCol="0"/>
          <a:lstStyle/>
          <a:p>
            <a:endParaRPr/>
          </a:p>
        </p:txBody>
      </p:sp>
      <p:sp>
        <p:nvSpPr>
          <p:cNvPr id="579" name="bg object 579"/>
          <p:cNvSpPr/>
          <p:nvPr/>
        </p:nvSpPr>
        <p:spPr>
          <a:xfrm>
            <a:off x="8933" y="3529532"/>
            <a:ext cx="52705" cy="59055"/>
          </a:xfrm>
          <a:custGeom>
            <a:avLst/>
            <a:gdLst/>
            <a:ahLst/>
            <a:cxnLst/>
            <a:rect l="l" t="t" r="r" b="b"/>
            <a:pathLst>
              <a:path w="52705" h="59054">
                <a:moveTo>
                  <a:pt x="26394" y="0"/>
                </a:moveTo>
                <a:lnTo>
                  <a:pt x="12562" y="0"/>
                </a:lnTo>
                <a:lnTo>
                  <a:pt x="9009" y="528"/>
                </a:lnTo>
                <a:lnTo>
                  <a:pt x="4314" y="6552"/>
                </a:lnTo>
                <a:lnTo>
                  <a:pt x="0" y="10435"/>
                </a:lnTo>
                <a:lnTo>
                  <a:pt x="0" y="46688"/>
                </a:lnTo>
                <a:lnTo>
                  <a:pt x="3164" y="51510"/>
                </a:lnTo>
                <a:lnTo>
                  <a:pt x="7930" y="56290"/>
                </a:lnTo>
                <a:lnTo>
                  <a:pt x="13934" y="58396"/>
                </a:lnTo>
                <a:lnTo>
                  <a:pt x="23221" y="58866"/>
                </a:lnTo>
                <a:lnTo>
                  <a:pt x="27409" y="58866"/>
                </a:lnTo>
                <a:lnTo>
                  <a:pt x="30835" y="58338"/>
                </a:lnTo>
                <a:lnTo>
                  <a:pt x="33881" y="54956"/>
                </a:lnTo>
                <a:lnTo>
                  <a:pt x="38068" y="49989"/>
                </a:lnTo>
                <a:lnTo>
                  <a:pt x="42763" y="45233"/>
                </a:lnTo>
                <a:lnTo>
                  <a:pt x="47712" y="41217"/>
                </a:lnTo>
                <a:lnTo>
                  <a:pt x="52280" y="37729"/>
                </a:lnTo>
                <a:lnTo>
                  <a:pt x="52280" y="33291"/>
                </a:lnTo>
                <a:lnTo>
                  <a:pt x="36672" y="4967"/>
                </a:lnTo>
                <a:lnTo>
                  <a:pt x="26394" y="0"/>
                </a:lnTo>
                <a:close/>
              </a:path>
            </a:pathLst>
          </a:custGeom>
          <a:solidFill>
            <a:srgbClr val="000000"/>
          </a:solidFill>
        </p:spPr>
        <p:txBody>
          <a:bodyPr wrap="square" lIns="0" tIns="0" rIns="0" bIns="0" rtlCol="0"/>
          <a:lstStyle/>
          <a:p>
            <a:endParaRPr/>
          </a:p>
        </p:txBody>
      </p:sp>
      <p:sp>
        <p:nvSpPr>
          <p:cNvPr id="580" name="bg object 580"/>
          <p:cNvSpPr/>
          <p:nvPr/>
        </p:nvSpPr>
        <p:spPr>
          <a:xfrm>
            <a:off x="3752876" y="7571378"/>
            <a:ext cx="67945" cy="59690"/>
          </a:xfrm>
          <a:custGeom>
            <a:avLst/>
            <a:gdLst/>
            <a:ahLst/>
            <a:cxnLst/>
            <a:rect l="l" t="t" r="r" b="b"/>
            <a:pathLst>
              <a:path w="67945" h="59690">
                <a:moveTo>
                  <a:pt x="56167" y="39315"/>
                </a:moveTo>
                <a:lnTo>
                  <a:pt x="7084" y="39315"/>
                </a:lnTo>
                <a:lnTo>
                  <a:pt x="8724" y="39632"/>
                </a:lnTo>
                <a:lnTo>
                  <a:pt x="12795" y="40371"/>
                </a:lnTo>
                <a:lnTo>
                  <a:pt x="10952" y="44705"/>
                </a:lnTo>
                <a:lnTo>
                  <a:pt x="11081" y="44705"/>
                </a:lnTo>
                <a:lnTo>
                  <a:pt x="12583" y="46607"/>
                </a:lnTo>
                <a:lnTo>
                  <a:pt x="14592" y="49249"/>
                </a:lnTo>
                <a:lnTo>
                  <a:pt x="18717" y="50306"/>
                </a:lnTo>
                <a:lnTo>
                  <a:pt x="21889" y="52208"/>
                </a:lnTo>
                <a:lnTo>
                  <a:pt x="22312" y="52420"/>
                </a:lnTo>
                <a:lnTo>
                  <a:pt x="21677" y="53794"/>
                </a:lnTo>
                <a:lnTo>
                  <a:pt x="22312" y="56013"/>
                </a:lnTo>
                <a:lnTo>
                  <a:pt x="22841" y="58232"/>
                </a:lnTo>
                <a:lnTo>
                  <a:pt x="23687" y="58549"/>
                </a:lnTo>
                <a:lnTo>
                  <a:pt x="27191" y="59395"/>
                </a:lnTo>
                <a:lnTo>
                  <a:pt x="42122" y="59395"/>
                </a:lnTo>
                <a:lnTo>
                  <a:pt x="48325" y="58232"/>
                </a:lnTo>
                <a:lnTo>
                  <a:pt x="44730" y="51574"/>
                </a:lnTo>
                <a:lnTo>
                  <a:pt x="48748" y="49777"/>
                </a:lnTo>
                <a:lnTo>
                  <a:pt x="50652" y="48826"/>
                </a:lnTo>
                <a:lnTo>
                  <a:pt x="54503" y="48826"/>
                </a:lnTo>
                <a:lnTo>
                  <a:pt x="56997" y="44705"/>
                </a:lnTo>
                <a:lnTo>
                  <a:pt x="56330" y="40371"/>
                </a:lnTo>
                <a:lnTo>
                  <a:pt x="56216" y="39632"/>
                </a:lnTo>
                <a:lnTo>
                  <a:pt x="56167" y="39315"/>
                </a:lnTo>
                <a:close/>
              </a:path>
              <a:path w="67945" h="59690">
                <a:moveTo>
                  <a:pt x="54503" y="48826"/>
                </a:moveTo>
                <a:lnTo>
                  <a:pt x="50652" y="48826"/>
                </a:lnTo>
                <a:lnTo>
                  <a:pt x="54247" y="49249"/>
                </a:lnTo>
                <a:lnTo>
                  <a:pt x="54503" y="48826"/>
                </a:lnTo>
                <a:close/>
              </a:path>
              <a:path w="67945" h="59690">
                <a:moveTo>
                  <a:pt x="4441" y="20291"/>
                </a:moveTo>
                <a:lnTo>
                  <a:pt x="0" y="25258"/>
                </a:lnTo>
                <a:lnTo>
                  <a:pt x="3172" y="31071"/>
                </a:lnTo>
                <a:lnTo>
                  <a:pt x="2643" y="36567"/>
                </a:lnTo>
                <a:lnTo>
                  <a:pt x="2643" y="37412"/>
                </a:lnTo>
                <a:lnTo>
                  <a:pt x="6450" y="39315"/>
                </a:lnTo>
                <a:lnTo>
                  <a:pt x="62707" y="39315"/>
                </a:lnTo>
                <a:lnTo>
                  <a:pt x="63553" y="39632"/>
                </a:lnTo>
                <a:lnTo>
                  <a:pt x="63976" y="39632"/>
                </a:lnTo>
                <a:lnTo>
                  <a:pt x="64928" y="38575"/>
                </a:lnTo>
                <a:lnTo>
                  <a:pt x="65033" y="37941"/>
                </a:lnTo>
                <a:lnTo>
                  <a:pt x="67358" y="31071"/>
                </a:lnTo>
                <a:lnTo>
                  <a:pt x="67466" y="30754"/>
                </a:lnTo>
                <a:lnTo>
                  <a:pt x="65879" y="27583"/>
                </a:lnTo>
                <a:lnTo>
                  <a:pt x="59372" y="20714"/>
                </a:lnTo>
                <a:lnTo>
                  <a:pt x="5569" y="20714"/>
                </a:lnTo>
                <a:lnTo>
                  <a:pt x="4441" y="20291"/>
                </a:lnTo>
                <a:close/>
              </a:path>
              <a:path w="67945" h="59690">
                <a:moveTo>
                  <a:pt x="36270" y="0"/>
                </a:moveTo>
                <a:lnTo>
                  <a:pt x="25907" y="0"/>
                </a:lnTo>
                <a:lnTo>
                  <a:pt x="19880" y="3699"/>
                </a:lnTo>
                <a:lnTo>
                  <a:pt x="14275" y="10145"/>
                </a:lnTo>
                <a:lnTo>
                  <a:pt x="11632" y="13316"/>
                </a:lnTo>
                <a:lnTo>
                  <a:pt x="12810" y="19657"/>
                </a:lnTo>
                <a:lnTo>
                  <a:pt x="12928" y="20291"/>
                </a:lnTo>
                <a:lnTo>
                  <a:pt x="13006" y="20714"/>
                </a:lnTo>
                <a:lnTo>
                  <a:pt x="59372" y="20714"/>
                </a:lnTo>
                <a:lnTo>
                  <a:pt x="58371" y="19657"/>
                </a:lnTo>
                <a:lnTo>
                  <a:pt x="54670" y="15852"/>
                </a:lnTo>
                <a:lnTo>
                  <a:pt x="54565" y="9828"/>
                </a:lnTo>
                <a:lnTo>
                  <a:pt x="49700" y="6129"/>
                </a:lnTo>
                <a:lnTo>
                  <a:pt x="45893" y="3064"/>
                </a:lnTo>
                <a:lnTo>
                  <a:pt x="42827" y="634"/>
                </a:lnTo>
                <a:lnTo>
                  <a:pt x="37434" y="211"/>
                </a:lnTo>
                <a:lnTo>
                  <a:pt x="36270" y="0"/>
                </a:lnTo>
                <a:close/>
              </a:path>
            </a:pathLst>
          </a:custGeom>
          <a:solidFill>
            <a:srgbClr val="000000"/>
          </a:solidFill>
        </p:spPr>
        <p:txBody>
          <a:bodyPr wrap="square" lIns="0" tIns="0" rIns="0" bIns="0" rtlCol="0"/>
          <a:lstStyle/>
          <a:p>
            <a:endParaRPr/>
          </a:p>
        </p:txBody>
      </p:sp>
      <p:sp>
        <p:nvSpPr>
          <p:cNvPr id="581" name="bg object 581"/>
          <p:cNvSpPr/>
          <p:nvPr/>
        </p:nvSpPr>
        <p:spPr>
          <a:xfrm>
            <a:off x="3460699" y="9011664"/>
            <a:ext cx="60325" cy="60325"/>
          </a:xfrm>
          <a:custGeom>
            <a:avLst/>
            <a:gdLst/>
            <a:ahLst/>
            <a:cxnLst/>
            <a:rect l="l" t="t" r="r" b="b"/>
            <a:pathLst>
              <a:path w="60325" h="60325">
                <a:moveTo>
                  <a:pt x="28762" y="59818"/>
                </a:moveTo>
                <a:lnTo>
                  <a:pt x="25273" y="59818"/>
                </a:lnTo>
                <a:lnTo>
                  <a:pt x="25379" y="60240"/>
                </a:lnTo>
                <a:lnTo>
                  <a:pt x="27282" y="60240"/>
                </a:lnTo>
                <a:lnTo>
                  <a:pt x="28762" y="59818"/>
                </a:lnTo>
                <a:close/>
              </a:path>
              <a:path w="60325" h="60325">
                <a:moveTo>
                  <a:pt x="41955" y="49249"/>
                </a:moveTo>
                <a:lnTo>
                  <a:pt x="19457" y="49249"/>
                </a:lnTo>
                <a:lnTo>
                  <a:pt x="19457" y="53899"/>
                </a:lnTo>
                <a:lnTo>
                  <a:pt x="21254" y="57493"/>
                </a:lnTo>
                <a:lnTo>
                  <a:pt x="22100" y="59289"/>
                </a:lnTo>
                <a:lnTo>
                  <a:pt x="23475" y="59818"/>
                </a:lnTo>
                <a:lnTo>
                  <a:pt x="37645" y="59818"/>
                </a:lnTo>
                <a:lnTo>
                  <a:pt x="38914" y="57810"/>
                </a:lnTo>
                <a:lnTo>
                  <a:pt x="40283" y="53899"/>
                </a:lnTo>
                <a:lnTo>
                  <a:pt x="41879" y="49460"/>
                </a:lnTo>
                <a:lnTo>
                  <a:pt x="41955" y="49249"/>
                </a:lnTo>
                <a:close/>
              </a:path>
              <a:path w="60325" h="60325">
                <a:moveTo>
                  <a:pt x="34473" y="0"/>
                </a:moveTo>
                <a:lnTo>
                  <a:pt x="30243" y="0"/>
                </a:lnTo>
                <a:lnTo>
                  <a:pt x="27494" y="422"/>
                </a:lnTo>
                <a:lnTo>
                  <a:pt x="20303" y="2219"/>
                </a:lnTo>
                <a:lnTo>
                  <a:pt x="15544" y="4755"/>
                </a:lnTo>
                <a:lnTo>
                  <a:pt x="7296" y="10357"/>
                </a:lnTo>
                <a:lnTo>
                  <a:pt x="4124" y="14267"/>
                </a:lnTo>
                <a:lnTo>
                  <a:pt x="951" y="17966"/>
                </a:lnTo>
                <a:lnTo>
                  <a:pt x="0" y="18812"/>
                </a:lnTo>
                <a:lnTo>
                  <a:pt x="845" y="21137"/>
                </a:lnTo>
                <a:lnTo>
                  <a:pt x="845" y="25787"/>
                </a:lnTo>
                <a:lnTo>
                  <a:pt x="422" y="29169"/>
                </a:lnTo>
                <a:lnTo>
                  <a:pt x="845" y="32445"/>
                </a:lnTo>
                <a:lnTo>
                  <a:pt x="951" y="34664"/>
                </a:lnTo>
                <a:lnTo>
                  <a:pt x="1163" y="37412"/>
                </a:lnTo>
                <a:lnTo>
                  <a:pt x="2432" y="38998"/>
                </a:lnTo>
                <a:lnTo>
                  <a:pt x="5727" y="42908"/>
                </a:lnTo>
                <a:lnTo>
                  <a:pt x="9305" y="45973"/>
                </a:lnTo>
                <a:lnTo>
                  <a:pt x="12689" y="49460"/>
                </a:lnTo>
                <a:lnTo>
                  <a:pt x="13324" y="49249"/>
                </a:lnTo>
                <a:lnTo>
                  <a:pt x="41955" y="49249"/>
                </a:lnTo>
                <a:lnTo>
                  <a:pt x="42260" y="48404"/>
                </a:lnTo>
                <a:lnTo>
                  <a:pt x="50652" y="48404"/>
                </a:lnTo>
                <a:lnTo>
                  <a:pt x="54565" y="42908"/>
                </a:lnTo>
                <a:lnTo>
                  <a:pt x="57447" y="38998"/>
                </a:lnTo>
                <a:lnTo>
                  <a:pt x="60275" y="35510"/>
                </a:lnTo>
                <a:lnTo>
                  <a:pt x="59535" y="30543"/>
                </a:lnTo>
                <a:lnTo>
                  <a:pt x="59640" y="17121"/>
                </a:lnTo>
                <a:lnTo>
                  <a:pt x="59217" y="15958"/>
                </a:lnTo>
                <a:lnTo>
                  <a:pt x="45576" y="4755"/>
                </a:lnTo>
                <a:lnTo>
                  <a:pt x="40818" y="4755"/>
                </a:lnTo>
                <a:lnTo>
                  <a:pt x="37116" y="1268"/>
                </a:lnTo>
                <a:lnTo>
                  <a:pt x="36270" y="422"/>
                </a:lnTo>
                <a:lnTo>
                  <a:pt x="36729" y="422"/>
                </a:lnTo>
                <a:lnTo>
                  <a:pt x="34473" y="0"/>
                </a:lnTo>
                <a:close/>
              </a:path>
            </a:pathLst>
          </a:custGeom>
          <a:solidFill>
            <a:srgbClr val="000000"/>
          </a:solidFill>
        </p:spPr>
        <p:txBody>
          <a:bodyPr wrap="square" lIns="0" tIns="0" rIns="0" bIns="0" rtlCol="0"/>
          <a:lstStyle/>
          <a:p>
            <a:endParaRPr/>
          </a:p>
        </p:txBody>
      </p:sp>
      <p:sp>
        <p:nvSpPr>
          <p:cNvPr id="582" name="bg object 582"/>
          <p:cNvSpPr/>
          <p:nvPr/>
        </p:nvSpPr>
        <p:spPr>
          <a:xfrm>
            <a:off x="2591254" y="4680661"/>
            <a:ext cx="63500" cy="60325"/>
          </a:xfrm>
          <a:custGeom>
            <a:avLst/>
            <a:gdLst/>
            <a:ahLst/>
            <a:cxnLst/>
            <a:rect l="l" t="t" r="r" b="b"/>
            <a:pathLst>
              <a:path w="63500" h="60325">
                <a:moveTo>
                  <a:pt x="31089" y="0"/>
                </a:moveTo>
                <a:lnTo>
                  <a:pt x="26225" y="105"/>
                </a:lnTo>
                <a:lnTo>
                  <a:pt x="23475" y="1056"/>
                </a:lnTo>
                <a:lnTo>
                  <a:pt x="23052" y="4544"/>
                </a:lnTo>
                <a:lnTo>
                  <a:pt x="21466" y="9088"/>
                </a:lnTo>
                <a:lnTo>
                  <a:pt x="19774" y="10145"/>
                </a:lnTo>
                <a:lnTo>
                  <a:pt x="13958" y="10145"/>
                </a:lnTo>
                <a:lnTo>
                  <a:pt x="12478" y="11836"/>
                </a:lnTo>
                <a:lnTo>
                  <a:pt x="12795" y="19023"/>
                </a:lnTo>
                <a:lnTo>
                  <a:pt x="10257" y="19763"/>
                </a:lnTo>
                <a:lnTo>
                  <a:pt x="5287" y="19974"/>
                </a:lnTo>
                <a:lnTo>
                  <a:pt x="2960" y="21559"/>
                </a:lnTo>
                <a:lnTo>
                  <a:pt x="3278" y="29274"/>
                </a:lnTo>
                <a:lnTo>
                  <a:pt x="0" y="36990"/>
                </a:lnTo>
                <a:lnTo>
                  <a:pt x="10257" y="43965"/>
                </a:lnTo>
                <a:lnTo>
                  <a:pt x="12689" y="46078"/>
                </a:lnTo>
                <a:lnTo>
                  <a:pt x="12689" y="54639"/>
                </a:lnTo>
                <a:lnTo>
                  <a:pt x="17765" y="52842"/>
                </a:lnTo>
                <a:lnTo>
                  <a:pt x="19563" y="54322"/>
                </a:lnTo>
                <a:lnTo>
                  <a:pt x="23687" y="58021"/>
                </a:lnTo>
                <a:lnTo>
                  <a:pt x="27916" y="59712"/>
                </a:lnTo>
                <a:lnTo>
                  <a:pt x="31935" y="59712"/>
                </a:lnTo>
                <a:lnTo>
                  <a:pt x="31618" y="59818"/>
                </a:lnTo>
                <a:lnTo>
                  <a:pt x="36059" y="59818"/>
                </a:lnTo>
                <a:lnTo>
                  <a:pt x="40183" y="57810"/>
                </a:lnTo>
                <a:lnTo>
                  <a:pt x="44624" y="54216"/>
                </a:lnTo>
                <a:lnTo>
                  <a:pt x="45259" y="54322"/>
                </a:lnTo>
                <a:lnTo>
                  <a:pt x="52555" y="54322"/>
                </a:lnTo>
                <a:lnTo>
                  <a:pt x="51392" y="49249"/>
                </a:lnTo>
                <a:lnTo>
                  <a:pt x="51181" y="40371"/>
                </a:lnTo>
                <a:lnTo>
                  <a:pt x="53507" y="39632"/>
                </a:lnTo>
                <a:lnTo>
                  <a:pt x="58477" y="39420"/>
                </a:lnTo>
                <a:lnTo>
                  <a:pt x="60698" y="38152"/>
                </a:lnTo>
                <a:lnTo>
                  <a:pt x="60909" y="36990"/>
                </a:lnTo>
                <a:lnTo>
                  <a:pt x="61650" y="34664"/>
                </a:lnTo>
                <a:lnTo>
                  <a:pt x="61121" y="32128"/>
                </a:lnTo>
                <a:lnTo>
                  <a:pt x="61121" y="29380"/>
                </a:lnTo>
                <a:lnTo>
                  <a:pt x="61332" y="29274"/>
                </a:lnTo>
                <a:lnTo>
                  <a:pt x="60486" y="26421"/>
                </a:lnTo>
                <a:lnTo>
                  <a:pt x="63236" y="21876"/>
                </a:lnTo>
                <a:lnTo>
                  <a:pt x="54988" y="19129"/>
                </a:lnTo>
                <a:lnTo>
                  <a:pt x="50123" y="18706"/>
                </a:lnTo>
                <a:lnTo>
                  <a:pt x="51286" y="12048"/>
                </a:lnTo>
                <a:lnTo>
                  <a:pt x="45047" y="10145"/>
                </a:lnTo>
                <a:lnTo>
                  <a:pt x="40077" y="6552"/>
                </a:lnTo>
                <a:lnTo>
                  <a:pt x="34896" y="105"/>
                </a:lnTo>
                <a:close/>
              </a:path>
            </a:pathLst>
          </a:custGeom>
          <a:solidFill>
            <a:srgbClr val="000000"/>
          </a:solidFill>
        </p:spPr>
        <p:txBody>
          <a:bodyPr wrap="square" lIns="0" tIns="0" rIns="0" bIns="0" rtlCol="0"/>
          <a:lstStyle/>
          <a:p>
            <a:endParaRPr/>
          </a:p>
        </p:txBody>
      </p:sp>
      <p:sp>
        <p:nvSpPr>
          <p:cNvPr id="583" name="bg object 583"/>
          <p:cNvSpPr/>
          <p:nvPr/>
        </p:nvSpPr>
        <p:spPr>
          <a:xfrm>
            <a:off x="3757634" y="7855779"/>
            <a:ext cx="60960" cy="59690"/>
          </a:xfrm>
          <a:custGeom>
            <a:avLst/>
            <a:gdLst/>
            <a:ahLst/>
            <a:cxnLst/>
            <a:rect l="l" t="t" r="r" b="b"/>
            <a:pathLst>
              <a:path w="60960" h="59690">
                <a:moveTo>
                  <a:pt x="32781" y="0"/>
                </a:moveTo>
                <a:lnTo>
                  <a:pt x="26542" y="0"/>
                </a:lnTo>
                <a:lnTo>
                  <a:pt x="23475" y="1902"/>
                </a:lnTo>
                <a:lnTo>
                  <a:pt x="17765" y="6869"/>
                </a:lnTo>
                <a:lnTo>
                  <a:pt x="16496" y="9088"/>
                </a:lnTo>
                <a:lnTo>
                  <a:pt x="7825" y="9088"/>
                </a:lnTo>
                <a:lnTo>
                  <a:pt x="8565" y="16064"/>
                </a:lnTo>
                <a:lnTo>
                  <a:pt x="0" y="24202"/>
                </a:lnTo>
                <a:lnTo>
                  <a:pt x="1268" y="30648"/>
                </a:lnTo>
                <a:lnTo>
                  <a:pt x="20937" y="58972"/>
                </a:lnTo>
                <a:lnTo>
                  <a:pt x="23475" y="58866"/>
                </a:lnTo>
                <a:lnTo>
                  <a:pt x="29608" y="58972"/>
                </a:lnTo>
                <a:lnTo>
                  <a:pt x="32146" y="59078"/>
                </a:lnTo>
                <a:lnTo>
                  <a:pt x="34578" y="58655"/>
                </a:lnTo>
                <a:lnTo>
                  <a:pt x="41875" y="53477"/>
                </a:lnTo>
                <a:lnTo>
                  <a:pt x="50335" y="52525"/>
                </a:lnTo>
                <a:lnTo>
                  <a:pt x="52027" y="40054"/>
                </a:lnTo>
                <a:lnTo>
                  <a:pt x="60592" y="36355"/>
                </a:lnTo>
                <a:lnTo>
                  <a:pt x="56468" y="28746"/>
                </a:lnTo>
                <a:lnTo>
                  <a:pt x="57102" y="24730"/>
                </a:lnTo>
                <a:lnTo>
                  <a:pt x="56045" y="21242"/>
                </a:lnTo>
                <a:lnTo>
                  <a:pt x="50652" y="16169"/>
                </a:lnTo>
                <a:lnTo>
                  <a:pt x="50652" y="10779"/>
                </a:lnTo>
                <a:lnTo>
                  <a:pt x="45893" y="9511"/>
                </a:lnTo>
                <a:lnTo>
                  <a:pt x="43355" y="8983"/>
                </a:lnTo>
                <a:lnTo>
                  <a:pt x="40818" y="6552"/>
                </a:lnTo>
                <a:lnTo>
                  <a:pt x="35847" y="2113"/>
                </a:lnTo>
                <a:close/>
              </a:path>
            </a:pathLst>
          </a:custGeom>
          <a:solidFill>
            <a:srgbClr val="000000"/>
          </a:solidFill>
        </p:spPr>
        <p:txBody>
          <a:bodyPr wrap="square" lIns="0" tIns="0" rIns="0" bIns="0" rtlCol="0"/>
          <a:lstStyle/>
          <a:p>
            <a:endParaRPr/>
          </a:p>
        </p:txBody>
      </p:sp>
      <p:sp>
        <p:nvSpPr>
          <p:cNvPr id="584" name="bg object 584"/>
          <p:cNvSpPr/>
          <p:nvPr/>
        </p:nvSpPr>
        <p:spPr>
          <a:xfrm>
            <a:off x="285946" y="3529321"/>
            <a:ext cx="60325" cy="59690"/>
          </a:xfrm>
          <a:custGeom>
            <a:avLst/>
            <a:gdLst/>
            <a:ahLst/>
            <a:cxnLst/>
            <a:rect l="l" t="t" r="r" b="b"/>
            <a:pathLst>
              <a:path w="60325" h="59689">
                <a:moveTo>
                  <a:pt x="48900" y="39737"/>
                </a:moveTo>
                <a:lnTo>
                  <a:pt x="8248" y="39737"/>
                </a:lnTo>
                <a:lnTo>
                  <a:pt x="8501" y="40477"/>
                </a:lnTo>
                <a:lnTo>
                  <a:pt x="9897" y="46078"/>
                </a:lnTo>
                <a:lnTo>
                  <a:pt x="12816" y="49672"/>
                </a:lnTo>
                <a:lnTo>
                  <a:pt x="18780" y="50517"/>
                </a:lnTo>
                <a:lnTo>
                  <a:pt x="19541" y="55907"/>
                </a:lnTo>
                <a:lnTo>
                  <a:pt x="21699" y="59184"/>
                </a:lnTo>
                <a:lnTo>
                  <a:pt x="36894" y="59184"/>
                </a:lnTo>
                <a:lnTo>
                  <a:pt x="40225" y="56964"/>
                </a:lnTo>
                <a:lnTo>
                  <a:pt x="40352" y="50200"/>
                </a:lnTo>
                <a:lnTo>
                  <a:pt x="41367" y="49249"/>
                </a:lnTo>
                <a:lnTo>
                  <a:pt x="50314" y="49249"/>
                </a:lnTo>
                <a:lnTo>
                  <a:pt x="49010" y="40477"/>
                </a:lnTo>
                <a:lnTo>
                  <a:pt x="48900" y="39737"/>
                </a:lnTo>
                <a:close/>
              </a:path>
              <a:path w="60325" h="59689">
                <a:moveTo>
                  <a:pt x="50314" y="49249"/>
                </a:moveTo>
                <a:lnTo>
                  <a:pt x="41875" y="49249"/>
                </a:lnTo>
                <a:lnTo>
                  <a:pt x="43059" y="49672"/>
                </a:lnTo>
                <a:lnTo>
                  <a:pt x="50377" y="49672"/>
                </a:lnTo>
                <a:lnTo>
                  <a:pt x="50314" y="49249"/>
                </a:lnTo>
                <a:close/>
              </a:path>
              <a:path w="60325" h="59689">
                <a:moveTo>
                  <a:pt x="33754" y="0"/>
                </a:moveTo>
                <a:lnTo>
                  <a:pt x="26267" y="0"/>
                </a:lnTo>
                <a:lnTo>
                  <a:pt x="21952" y="634"/>
                </a:lnTo>
                <a:lnTo>
                  <a:pt x="20430" y="2008"/>
                </a:lnTo>
                <a:lnTo>
                  <a:pt x="19922" y="2430"/>
                </a:lnTo>
                <a:lnTo>
                  <a:pt x="20049" y="8137"/>
                </a:lnTo>
                <a:lnTo>
                  <a:pt x="18399" y="9934"/>
                </a:lnTo>
                <a:lnTo>
                  <a:pt x="11420" y="9934"/>
                </a:lnTo>
                <a:lnTo>
                  <a:pt x="9770" y="11414"/>
                </a:lnTo>
                <a:lnTo>
                  <a:pt x="10024" y="14373"/>
                </a:lnTo>
                <a:lnTo>
                  <a:pt x="10278" y="18812"/>
                </a:lnTo>
                <a:lnTo>
                  <a:pt x="7740" y="19551"/>
                </a:lnTo>
                <a:lnTo>
                  <a:pt x="2220" y="19868"/>
                </a:lnTo>
                <a:lnTo>
                  <a:pt x="2791" y="19868"/>
                </a:lnTo>
                <a:lnTo>
                  <a:pt x="380" y="21348"/>
                </a:lnTo>
                <a:lnTo>
                  <a:pt x="275" y="23567"/>
                </a:lnTo>
                <a:lnTo>
                  <a:pt x="0" y="27161"/>
                </a:lnTo>
                <a:lnTo>
                  <a:pt x="0" y="31917"/>
                </a:lnTo>
                <a:lnTo>
                  <a:pt x="307" y="35933"/>
                </a:lnTo>
                <a:lnTo>
                  <a:pt x="380" y="36884"/>
                </a:lnTo>
                <a:lnTo>
                  <a:pt x="507" y="37835"/>
                </a:lnTo>
                <a:lnTo>
                  <a:pt x="2791" y="38680"/>
                </a:lnTo>
                <a:lnTo>
                  <a:pt x="5583" y="39949"/>
                </a:lnTo>
                <a:lnTo>
                  <a:pt x="8248" y="39737"/>
                </a:lnTo>
                <a:lnTo>
                  <a:pt x="48900" y="39737"/>
                </a:lnTo>
                <a:lnTo>
                  <a:pt x="48774" y="38892"/>
                </a:lnTo>
                <a:lnTo>
                  <a:pt x="48743" y="38680"/>
                </a:lnTo>
                <a:lnTo>
                  <a:pt x="57148" y="38680"/>
                </a:lnTo>
                <a:lnTo>
                  <a:pt x="59387" y="35933"/>
                </a:lnTo>
                <a:lnTo>
                  <a:pt x="38449" y="1796"/>
                </a:lnTo>
                <a:lnTo>
                  <a:pt x="37286" y="634"/>
                </a:lnTo>
                <a:lnTo>
                  <a:pt x="37865" y="634"/>
                </a:lnTo>
                <a:lnTo>
                  <a:pt x="33754" y="0"/>
                </a:lnTo>
                <a:close/>
              </a:path>
              <a:path w="60325" h="59689">
                <a:moveTo>
                  <a:pt x="57148" y="38680"/>
                </a:moveTo>
                <a:lnTo>
                  <a:pt x="56087" y="38680"/>
                </a:lnTo>
                <a:lnTo>
                  <a:pt x="56976" y="38892"/>
                </a:lnTo>
                <a:lnTo>
                  <a:pt x="57148" y="38680"/>
                </a:lnTo>
                <a:close/>
              </a:path>
            </a:pathLst>
          </a:custGeom>
          <a:solidFill>
            <a:srgbClr val="000000"/>
          </a:solidFill>
        </p:spPr>
        <p:txBody>
          <a:bodyPr wrap="square" lIns="0" tIns="0" rIns="0" bIns="0" rtlCol="0"/>
          <a:lstStyle/>
          <a:p>
            <a:endParaRPr/>
          </a:p>
        </p:txBody>
      </p:sp>
      <p:sp>
        <p:nvSpPr>
          <p:cNvPr id="585" name="bg object 585"/>
          <p:cNvSpPr/>
          <p:nvPr/>
        </p:nvSpPr>
        <p:spPr>
          <a:xfrm>
            <a:off x="3759538" y="7277678"/>
            <a:ext cx="57150" cy="53975"/>
          </a:xfrm>
          <a:custGeom>
            <a:avLst/>
            <a:gdLst/>
            <a:ahLst/>
            <a:cxnLst/>
            <a:rect l="l" t="t" r="r" b="b"/>
            <a:pathLst>
              <a:path w="57150" h="53975">
                <a:moveTo>
                  <a:pt x="22523" y="0"/>
                </a:moveTo>
                <a:lnTo>
                  <a:pt x="20514" y="0"/>
                </a:lnTo>
                <a:lnTo>
                  <a:pt x="19986" y="317"/>
                </a:lnTo>
                <a:lnTo>
                  <a:pt x="15121" y="2430"/>
                </a:lnTo>
                <a:lnTo>
                  <a:pt x="10055" y="5178"/>
                </a:lnTo>
                <a:lnTo>
                  <a:pt x="5710" y="7398"/>
                </a:lnTo>
                <a:lnTo>
                  <a:pt x="9094" y="15218"/>
                </a:lnTo>
                <a:lnTo>
                  <a:pt x="0" y="19974"/>
                </a:lnTo>
                <a:lnTo>
                  <a:pt x="1057" y="34347"/>
                </a:lnTo>
                <a:lnTo>
                  <a:pt x="8142" y="39420"/>
                </a:lnTo>
                <a:lnTo>
                  <a:pt x="6133" y="47241"/>
                </a:lnTo>
                <a:lnTo>
                  <a:pt x="6133" y="47452"/>
                </a:lnTo>
                <a:lnTo>
                  <a:pt x="8776" y="48509"/>
                </a:lnTo>
                <a:lnTo>
                  <a:pt x="10045" y="49143"/>
                </a:lnTo>
                <a:lnTo>
                  <a:pt x="16919" y="52314"/>
                </a:lnTo>
                <a:lnTo>
                  <a:pt x="21149" y="53688"/>
                </a:lnTo>
                <a:lnTo>
                  <a:pt x="29397" y="53688"/>
                </a:lnTo>
                <a:lnTo>
                  <a:pt x="33415" y="52103"/>
                </a:lnTo>
                <a:lnTo>
                  <a:pt x="40289" y="49460"/>
                </a:lnTo>
                <a:lnTo>
                  <a:pt x="49383" y="46078"/>
                </a:lnTo>
                <a:lnTo>
                  <a:pt x="49277" y="37307"/>
                </a:lnTo>
                <a:lnTo>
                  <a:pt x="53930" y="31494"/>
                </a:lnTo>
                <a:lnTo>
                  <a:pt x="57102" y="27583"/>
                </a:lnTo>
                <a:lnTo>
                  <a:pt x="54353" y="20714"/>
                </a:lnTo>
                <a:lnTo>
                  <a:pt x="49383" y="16804"/>
                </a:lnTo>
                <a:lnTo>
                  <a:pt x="50440" y="10568"/>
                </a:lnTo>
                <a:lnTo>
                  <a:pt x="44836" y="8771"/>
                </a:lnTo>
                <a:lnTo>
                  <a:pt x="42165" y="5178"/>
                </a:lnTo>
                <a:lnTo>
                  <a:pt x="35847" y="5178"/>
                </a:lnTo>
                <a:lnTo>
                  <a:pt x="32605" y="317"/>
                </a:lnTo>
                <a:lnTo>
                  <a:pt x="23687" y="317"/>
                </a:lnTo>
                <a:lnTo>
                  <a:pt x="22523" y="0"/>
                </a:lnTo>
                <a:close/>
              </a:path>
              <a:path w="57150" h="53975">
                <a:moveTo>
                  <a:pt x="32393" y="0"/>
                </a:moveTo>
                <a:lnTo>
                  <a:pt x="25352" y="0"/>
                </a:lnTo>
                <a:lnTo>
                  <a:pt x="24638" y="317"/>
                </a:lnTo>
                <a:lnTo>
                  <a:pt x="32605" y="317"/>
                </a:lnTo>
                <a:lnTo>
                  <a:pt x="32393" y="0"/>
                </a:lnTo>
                <a:close/>
              </a:path>
            </a:pathLst>
          </a:custGeom>
          <a:solidFill>
            <a:srgbClr val="000000"/>
          </a:solidFill>
        </p:spPr>
        <p:txBody>
          <a:bodyPr wrap="square" lIns="0" tIns="0" rIns="0" bIns="0" rtlCol="0"/>
          <a:lstStyle/>
          <a:p>
            <a:endParaRPr/>
          </a:p>
        </p:txBody>
      </p:sp>
      <p:sp>
        <p:nvSpPr>
          <p:cNvPr id="586" name="bg object 586"/>
          <p:cNvSpPr/>
          <p:nvPr/>
        </p:nvSpPr>
        <p:spPr>
          <a:xfrm>
            <a:off x="3759604" y="6990424"/>
            <a:ext cx="53975" cy="57785"/>
          </a:xfrm>
          <a:custGeom>
            <a:avLst/>
            <a:gdLst/>
            <a:ahLst/>
            <a:cxnLst/>
            <a:rect l="l" t="t" r="r" b="b"/>
            <a:pathLst>
              <a:path w="53975" h="57784">
                <a:moveTo>
                  <a:pt x="32080" y="0"/>
                </a:moveTo>
                <a:lnTo>
                  <a:pt x="29119" y="0"/>
                </a:lnTo>
                <a:lnTo>
                  <a:pt x="17910" y="4544"/>
                </a:lnTo>
                <a:lnTo>
                  <a:pt x="12200" y="6658"/>
                </a:lnTo>
                <a:lnTo>
                  <a:pt x="6807" y="9194"/>
                </a:lnTo>
                <a:lnTo>
                  <a:pt x="5855" y="9511"/>
                </a:lnTo>
                <a:lnTo>
                  <a:pt x="5009" y="15641"/>
                </a:lnTo>
                <a:lnTo>
                  <a:pt x="6172" y="19340"/>
                </a:lnTo>
                <a:lnTo>
                  <a:pt x="4903" y="20291"/>
                </a:lnTo>
                <a:lnTo>
                  <a:pt x="672" y="25698"/>
                </a:lnTo>
                <a:lnTo>
                  <a:pt x="0" y="30886"/>
                </a:lnTo>
                <a:lnTo>
                  <a:pt x="1885" y="35956"/>
                </a:lnTo>
                <a:lnTo>
                  <a:pt x="5326" y="41006"/>
                </a:lnTo>
                <a:lnTo>
                  <a:pt x="3635" y="50095"/>
                </a:lnTo>
                <a:lnTo>
                  <a:pt x="13046" y="46607"/>
                </a:lnTo>
                <a:lnTo>
                  <a:pt x="16430" y="50412"/>
                </a:lnTo>
                <a:lnTo>
                  <a:pt x="20871" y="55167"/>
                </a:lnTo>
                <a:lnTo>
                  <a:pt x="23938" y="57493"/>
                </a:lnTo>
                <a:lnTo>
                  <a:pt x="27110" y="57493"/>
                </a:lnTo>
                <a:lnTo>
                  <a:pt x="27110" y="57176"/>
                </a:lnTo>
                <a:lnTo>
                  <a:pt x="30177" y="57176"/>
                </a:lnTo>
                <a:lnTo>
                  <a:pt x="33243" y="55062"/>
                </a:lnTo>
                <a:lnTo>
                  <a:pt x="40328" y="49143"/>
                </a:lnTo>
                <a:lnTo>
                  <a:pt x="42338" y="46924"/>
                </a:lnTo>
                <a:lnTo>
                  <a:pt x="48471" y="46924"/>
                </a:lnTo>
                <a:lnTo>
                  <a:pt x="48682" y="44070"/>
                </a:lnTo>
                <a:lnTo>
                  <a:pt x="52478" y="34937"/>
                </a:lnTo>
                <a:lnTo>
                  <a:pt x="53348" y="30292"/>
                </a:lnTo>
                <a:lnTo>
                  <a:pt x="52415" y="25666"/>
                </a:lnTo>
                <a:lnTo>
                  <a:pt x="48048" y="13844"/>
                </a:lnTo>
                <a:lnTo>
                  <a:pt x="44981" y="8771"/>
                </a:lnTo>
                <a:lnTo>
                  <a:pt x="41492" y="8560"/>
                </a:lnTo>
                <a:lnTo>
                  <a:pt x="35464" y="8032"/>
                </a:lnTo>
                <a:close/>
              </a:path>
            </a:pathLst>
          </a:custGeom>
          <a:solidFill>
            <a:srgbClr val="000000"/>
          </a:solidFill>
        </p:spPr>
        <p:txBody>
          <a:bodyPr wrap="square" lIns="0" tIns="0" rIns="0" bIns="0" rtlCol="0"/>
          <a:lstStyle/>
          <a:p>
            <a:endParaRPr/>
          </a:p>
        </p:txBody>
      </p:sp>
      <p:sp>
        <p:nvSpPr>
          <p:cNvPr id="587" name="bg object 587"/>
          <p:cNvSpPr/>
          <p:nvPr/>
        </p:nvSpPr>
        <p:spPr>
          <a:xfrm>
            <a:off x="2314411" y="4390871"/>
            <a:ext cx="45720" cy="50800"/>
          </a:xfrm>
          <a:custGeom>
            <a:avLst/>
            <a:gdLst/>
            <a:ahLst/>
            <a:cxnLst/>
            <a:rect l="l" t="t" r="r" b="b"/>
            <a:pathLst>
              <a:path w="45719" h="50800">
                <a:moveTo>
                  <a:pt x="30137" y="0"/>
                </a:moveTo>
                <a:lnTo>
                  <a:pt x="23792" y="0"/>
                </a:lnTo>
                <a:lnTo>
                  <a:pt x="20937" y="739"/>
                </a:lnTo>
                <a:lnTo>
                  <a:pt x="12901" y="2325"/>
                </a:lnTo>
                <a:lnTo>
                  <a:pt x="7930" y="7080"/>
                </a:lnTo>
                <a:lnTo>
                  <a:pt x="2855" y="10462"/>
                </a:lnTo>
                <a:lnTo>
                  <a:pt x="1586" y="11414"/>
                </a:lnTo>
                <a:lnTo>
                  <a:pt x="422" y="12999"/>
                </a:lnTo>
                <a:lnTo>
                  <a:pt x="0" y="18389"/>
                </a:lnTo>
                <a:lnTo>
                  <a:pt x="211" y="22405"/>
                </a:lnTo>
                <a:lnTo>
                  <a:pt x="211" y="35193"/>
                </a:lnTo>
                <a:lnTo>
                  <a:pt x="5075" y="42062"/>
                </a:lnTo>
                <a:lnTo>
                  <a:pt x="14381" y="47030"/>
                </a:lnTo>
                <a:lnTo>
                  <a:pt x="18399" y="49038"/>
                </a:lnTo>
                <a:lnTo>
                  <a:pt x="20409" y="50200"/>
                </a:lnTo>
                <a:lnTo>
                  <a:pt x="22418" y="50200"/>
                </a:lnTo>
                <a:lnTo>
                  <a:pt x="24321" y="50095"/>
                </a:lnTo>
                <a:lnTo>
                  <a:pt x="32146" y="45761"/>
                </a:lnTo>
                <a:lnTo>
                  <a:pt x="34896" y="45022"/>
                </a:lnTo>
                <a:lnTo>
                  <a:pt x="41981" y="45022"/>
                </a:lnTo>
                <a:lnTo>
                  <a:pt x="44519" y="44493"/>
                </a:lnTo>
                <a:lnTo>
                  <a:pt x="44201" y="35299"/>
                </a:lnTo>
                <a:lnTo>
                  <a:pt x="44413" y="30543"/>
                </a:lnTo>
                <a:lnTo>
                  <a:pt x="44413" y="22299"/>
                </a:lnTo>
                <a:lnTo>
                  <a:pt x="43884" y="18812"/>
                </a:lnTo>
                <a:lnTo>
                  <a:pt x="44413" y="15641"/>
                </a:lnTo>
                <a:lnTo>
                  <a:pt x="45153" y="9194"/>
                </a:lnTo>
                <a:lnTo>
                  <a:pt x="43461" y="4861"/>
                </a:lnTo>
                <a:lnTo>
                  <a:pt x="36165" y="4861"/>
                </a:lnTo>
                <a:lnTo>
                  <a:pt x="33627" y="1056"/>
                </a:lnTo>
                <a:close/>
              </a:path>
            </a:pathLst>
          </a:custGeom>
          <a:solidFill>
            <a:srgbClr val="000000"/>
          </a:solidFill>
        </p:spPr>
        <p:txBody>
          <a:bodyPr wrap="square" lIns="0" tIns="0" rIns="0" bIns="0" rtlCol="0"/>
          <a:lstStyle/>
          <a:p>
            <a:endParaRPr/>
          </a:p>
        </p:txBody>
      </p:sp>
      <p:sp>
        <p:nvSpPr>
          <p:cNvPr id="588" name="bg object 588"/>
          <p:cNvSpPr/>
          <p:nvPr/>
        </p:nvSpPr>
        <p:spPr>
          <a:xfrm>
            <a:off x="1447517" y="3823656"/>
            <a:ext cx="45720" cy="45085"/>
          </a:xfrm>
          <a:custGeom>
            <a:avLst/>
            <a:gdLst/>
            <a:ahLst/>
            <a:cxnLst/>
            <a:rect l="l" t="t" r="r" b="b"/>
            <a:pathLst>
              <a:path w="45719" h="45085">
                <a:moveTo>
                  <a:pt x="42813" y="0"/>
                </a:moveTo>
                <a:lnTo>
                  <a:pt x="1044" y="0"/>
                </a:lnTo>
                <a:lnTo>
                  <a:pt x="198" y="634"/>
                </a:lnTo>
                <a:lnTo>
                  <a:pt x="198" y="6129"/>
                </a:lnTo>
                <a:lnTo>
                  <a:pt x="0" y="19446"/>
                </a:lnTo>
                <a:lnTo>
                  <a:pt x="34" y="26104"/>
                </a:lnTo>
                <a:lnTo>
                  <a:pt x="304" y="34770"/>
                </a:lnTo>
                <a:lnTo>
                  <a:pt x="1890" y="38680"/>
                </a:lnTo>
                <a:lnTo>
                  <a:pt x="7389" y="38680"/>
                </a:lnTo>
                <a:lnTo>
                  <a:pt x="9398" y="43014"/>
                </a:lnTo>
                <a:lnTo>
                  <a:pt x="15742" y="44282"/>
                </a:lnTo>
                <a:lnTo>
                  <a:pt x="19021" y="44705"/>
                </a:lnTo>
                <a:lnTo>
                  <a:pt x="22404" y="44705"/>
                </a:lnTo>
                <a:lnTo>
                  <a:pt x="25577" y="44810"/>
                </a:lnTo>
                <a:lnTo>
                  <a:pt x="28749" y="44493"/>
                </a:lnTo>
                <a:lnTo>
                  <a:pt x="31710" y="43753"/>
                </a:lnTo>
                <a:lnTo>
                  <a:pt x="34883" y="43119"/>
                </a:lnTo>
                <a:lnTo>
                  <a:pt x="37420" y="39632"/>
                </a:lnTo>
                <a:lnTo>
                  <a:pt x="45351" y="38152"/>
                </a:lnTo>
                <a:lnTo>
                  <a:pt x="44082" y="33396"/>
                </a:lnTo>
                <a:lnTo>
                  <a:pt x="44082" y="6024"/>
                </a:lnTo>
                <a:lnTo>
                  <a:pt x="43977" y="1268"/>
                </a:lnTo>
                <a:close/>
              </a:path>
            </a:pathLst>
          </a:custGeom>
          <a:solidFill>
            <a:srgbClr val="000000"/>
          </a:solidFill>
        </p:spPr>
        <p:txBody>
          <a:bodyPr wrap="square" lIns="0" tIns="0" rIns="0" bIns="0" rtlCol="0"/>
          <a:lstStyle/>
          <a:p>
            <a:endParaRPr/>
          </a:p>
        </p:txBody>
      </p:sp>
      <p:sp>
        <p:nvSpPr>
          <p:cNvPr id="589" name="bg object 589"/>
          <p:cNvSpPr/>
          <p:nvPr/>
        </p:nvSpPr>
        <p:spPr>
          <a:xfrm>
            <a:off x="3764614" y="8149691"/>
            <a:ext cx="45720" cy="44450"/>
          </a:xfrm>
          <a:custGeom>
            <a:avLst/>
            <a:gdLst/>
            <a:ahLst/>
            <a:cxnLst/>
            <a:rect l="l" t="t" r="r" b="b"/>
            <a:pathLst>
              <a:path w="45720" h="44450">
                <a:moveTo>
                  <a:pt x="22206" y="0"/>
                </a:moveTo>
                <a:lnTo>
                  <a:pt x="14804" y="0"/>
                </a:lnTo>
                <a:lnTo>
                  <a:pt x="10574" y="951"/>
                </a:lnTo>
                <a:lnTo>
                  <a:pt x="7190" y="5284"/>
                </a:lnTo>
                <a:lnTo>
                  <a:pt x="6556" y="5072"/>
                </a:lnTo>
                <a:lnTo>
                  <a:pt x="1586" y="5072"/>
                </a:lnTo>
                <a:lnTo>
                  <a:pt x="0" y="7292"/>
                </a:lnTo>
                <a:lnTo>
                  <a:pt x="211" y="11942"/>
                </a:lnTo>
                <a:lnTo>
                  <a:pt x="422" y="41428"/>
                </a:lnTo>
                <a:lnTo>
                  <a:pt x="528" y="42485"/>
                </a:lnTo>
                <a:lnTo>
                  <a:pt x="2432" y="44282"/>
                </a:lnTo>
                <a:lnTo>
                  <a:pt x="6133" y="44388"/>
                </a:lnTo>
                <a:lnTo>
                  <a:pt x="14169" y="44388"/>
                </a:lnTo>
                <a:lnTo>
                  <a:pt x="17448" y="44282"/>
                </a:lnTo>
                <a:lnTo>
                  <a:pt x="31935" y="44282"/>
                </a:lnTo>
                <a:lnTo>
                  <a:pt x="33204" y="44388"/>
                </a:lnTo>
                <a:lnTo>
                  <a:pt x="34473" y="44388"/>
                </a:lnTo>
                <a:lnTo>
                  <a:pt x="36693" y="44388"/>
                </a:lnTo>
                <a:lnTo>
                  <a:pt x="38914" y="44176"/>
                </a:lnTo>
                <a:lnTo>
                  <a:pt x="38703" y="42168"/>
                </a:lnTo>
                <a:lnTo>
                  <a:pt x="38385" y="36461"/>
                </a:lnTo>
                <a:lnTo>
                  <a:pt x="44413" y="34453"/>
                </a:lnTo>
                <a:lnTo>
                  <a:pt x="44201" y="29486"/>
                </a:lnTo>
                <a:lnTo>
                  <a:pt x="44201" y="26315"/>
                </a:lnTo>
                <a:lnTo>
                  <a:pt x="44624" y="23039"/>
                </a:lnTo>
                <a:lnTo>
                  <a:pt x="44201" y="19657"/>
                </a:lnTo>
                <a:lnTo>
                  <a:pt x="43990" y="16486"/>
                </a:lnTo>
                <a:lnTo>
                  <a:pt x="45470" y="13316"/>
                </a:lnTo>
                <a:lnTo>
                  <a:pt x="42404" y="10568"/>
                </a:lnTo>
                <a:lnTo>
                  <a:pt x="38703" y="7398"/>
                </a:lnTo>
                <a:lnTo>
                  <a:pt x="35424" y="3699"/>
                </a:lnTo>
                <a:lnTo>
                  <a:pt x="32041" y="317"/>
                </a:lnTo>
                <a:lnTo>
                  <a:pt x="30983" y="528"/>
                </a:lnTo>
                <a:lnTo>
                  <a:pt x="25696" y="528"/>
                </a:lnTo>
                <a:lnTo>
                  <a:pt x="22206" y="0"/>
                </a:lnTo>
                <a:close/>
              </a:path>
            </a:pathLst>
          </a:custGeom>
          <a:solidFill>
            <a:srgbClr val="000000"/>
          </a:solidFill>
        </p:spPr>
        <p:txBody>
          <a:bodyPr wrap="square" lIns="0" tIns="0" rIns="0" bIns="0" rtlCol="0"/>
          <a:lstStyle/>
          <a:p>
            <a:endParaRPr/>
          </a:p>
        </p:txBody>
      </p:sp>
      <p:sp>
        <p:nvSpPr>
          <p:cNvPr id="590" name="bg object 590"/>
          <p:cNvSpPr/>
          <p:nvPr/>
        </p:nvSpPr>
        <p:spPr>
          <a:xfrm>
            <a:off x="2897495" y="4974574"/>
            <a:ext cx="45720" cy="44450"/>
          </a:xfrm>
          <a:custGeom>
            <a:avLst/>
            <a:gdLst/>
            <a:ahLst/>
            <a:cxnLst/>
            <a:rect l="l" t="t" r="r" b="b"/>
            <a:pathLst>
              <a:path w="45719" h="44450">
                <a:moveTo>
                  <a:pt x="24110" y="0"/>
                </a:moveTo>
                <a:lnTo>
                  <a:pt x="16284" y="0"/>
                </a:lnTo>
                <a:lnTo>
                  <a:pt x="10363" y="2853"/>
                </a:lnTo>
                <a:lnTo>
                  <a:pt x="4124" y="5178"/>
                </a:lnTo>
                <a:lnTo>
                  <a:pt x="0" y="6975"/>
                </a:lnTo>
                <a:lnTo>
                  <a:pt x="211" y="10145"/>
                </a:lnTo>
                <a:lnTo>
                  <a:pt x="317" y="43648"/>
                </a:lnTo>
                <a:lnTo>
                  <a:pt x="1057" y="44388"/>
                </a:lnTo>
                <a:lnTo>
                  <a:pt x="37222" y="44388"/>
                </a:lnTo>
                <a:lnTo>
                  <a:pt x="38491" y="43014"/>
                </a:lnTo>
                <a:lnTo>
                  <a:pt x="39760" y="39209"/>
                </a:lnTo>
                <a:lnTo>
                  <a:pt x="41875" y="33396"/>
                </a:lnTo>
                <a:lnTo>
                  <a:pt x="45153" y="28429"/>
                </a:lnTo>
                <a:lnTo>
                  <a:pt x="44698" y="22511"/>
                </a:lnTo>
                <a:lnTo>
                  <a:pt x="44624" y="21559"/>
                </a:lnTo>
                <a:lnTo>
                  <a:pt x="43990" y="15641"/>
                </a:lnTo>
                <a:lnTo>
                  <a:pt x="43355" y="10885"/>
                </a:lnTo>
                <a:lnTo>
                  <a:pt x="38703" y="6658"/>
                </a:lnTo>
                <a:lnTo>
                  <a:pt x="34367" y="2642"/>
                </a:lnTo>
                <a:lnTo>
                  <a:pt x="30454" y="317"/>
                </a:lnTo>
                <a:lnTo>
                  <a:pt x="24110" y="0"/>
                </a:lnTo>
                <a:close/>
              </a:path>
            </a:pathLst>
          </a:custGeom>
          <a:solidFill>
            <a:srgbClr val="000000"/>
          </a:solidFill>
        </p:spPr>
        <p:txBody>
          <a:bodyPr wrap="square" lIns="0" tIns="0" rIns="0" bIns="0" rtlCol="0"/>
          <a:lstStyle/>
          <a:p>
            <a:endParaRPr/>
          </a:p>
        </p:txBody>
      </p:sp>
      <p:sp>
        <p:nvSpPr>
          <p:cNvPr id="591" name="bg object 591"/>
          <p:cNvSpPr/>
          <p:nvPr/>
        </p:nvSpPr>
        <p:spPr>
          <a:xfrm>
            <a:off x="580216" y="3534288"/>
            <a:ext cx="44450" cy="44450"/>
          </a:xfrm>
          <a:custGeom>
            <a:avLst/>
            <a:gdLst/>
            <a:ahLst/>
            <a:cxnLst/>
            <a:rect l="l" t="t" r="r" b="b"/>
            <a:pathLst>
              <a:path w="44450" h="44450">
                <a:moveTo>
                  <a:pt x="22079" y="0"/>
                </a:moveTo>
                <a:lnTo>
                  <a:pt x="17384" y="0"/>
                </a:lnTo>
                <a:lnTo>
                  <a:pt x="14466" y="2853"/>
                </a:lnTo>
                <a:lnTo>
                  <a:pt x="10786" y="5284"/>
                </a:lnTo>
                <a:lnTo>
                  <a:pt x="10278" y="5389"/>
                </a:lnTo>
                <a:lnTo>
                  <a:pt x="8628" y="5389"/>
                </a:lnTo>
                <a:lnTo>
                  <a:pt x="7359" y="5178"/>
                </a:lnTo>
                <a:lnTo>
                  <a:pt x="3045" y="5178"/>
                </a:lnTo>
                <a:lnTo>
                  <a:pt x="0" y="5284"/>
                </a:lnTo>
                <a:lnTo>
                  <a:pt x="53" y="16822"/>
                </a:lnTo>
                <a:lnTo>
                  <a:pt x="0" y="43648"/>
                </a:lnTo>
                <a:lnTo>
                  <a:pt x="634" y="44388"/>
                </a:lnTo>
                <a:lnTo>
                  <a:pt x="33627" y="44388"/>
                </a:lnTo>
                <a:lnTo>
                  <a:pt x="37053" y="44388"/>
                </a:lnTo>
                <a:lnTo>
                  <a:pt x="38195" y="42697"/>
                </a:lnTo>
                <a:lnTo>
                  <a:pt x="39591" y="39209"/>
                </a:lnTo>
                <a:lnTo>
                  <a:pt x="43905" y="27583"/>
                </a:lnTo>
                <a:lnTo>
                  <a:pt x="44032" y="27795"/>
                </a:lnTo>
                <a:lnTo>
                  <a:pt x="44286" y="19023"/>
                </a:lnTo>
                <a:lnTo>
                  <a:pt x="44413" y="11625"/>
                </a:lnTo>
                <a:lnTo>
                  <a:pt x="41241" y="7186"/>
                </a:lnTo>
                <a:lnTo>
                  <a:pt x="30581" y="4016"/>
                </a:lnTo>
                <a:lnTo>
                  <a:pt x="27409" y="1479"/>
                </a:lnTo>
                <a:lnTo>
                  <a:pt x="23856" y="317"/>
                </a:lnTo>
                <a:lnTo>
                  <a:pt x="22968" y="105"/>
                </a:lnTo>
                <a:lnTo>
                  <a:pt x="22079" y="0"/>
                </a:lnTo>
                <a:close/>
              </a:path>
            </a:pathLst>
          </a:custGeom>
          <a:solidFill>
            <a:srgbClr val="000000"/>
          </a:solidFill>
        </p:spPr>
        <p:txBody>
          <a:bodyPr wrap="square" lIns="0" tIns="0" rIns="0" bIns="0" rtlCol="0"/>
          <a:lstStyle/>
          <a:p>
            <a:endParaRPr/>
          </a:p>
        </p:txBody>
      </p:sp>
      <p:sp>
        <p:nvSpPr>
          <p:cNvPr id="592" name="bg object 592"/>
          <p:cNvSpPr/>
          <p:nvPr/>
        </p:nvSpPr>
        <p:spPr>
          <a:xfrm>
            <a:off x="2897707" y="10173437"/>
            <a:ext cx="46355" cy="45085"/>
          </a:xfrm>
          <a:custGeom>
            <a:avLst/>
            <a:gdLst/>
            <a:ahLst/>
            <a:cxnLst/>
            <a:rect l="l" t="t" r="r" b="b"/>
            <a:pathLst>
              <a:path w="46355" h="45084">
                <a:moveTo>
                  <a:pt x="13535" y="0"/>
                </a:moveTo>
                <a:lnTo>
                  <a:pt x="5604" y="0"/>
                </a:lnTo>
                <a:lnTo>
                  <a:pt x="2114" y="253"/>
                </a:lnTo>
                <a:lnTo>
                  <a:pt x="0" y="2029"/>
                </a:lnTo>
                <a:lnTo>
                  <a:pt x="13" y="20085"/>
                </a:lnTo>
                <a:lnTo>
                  <a:pt x="8248" y="39695"/>
                </a:lnTo>
                <a:lnTo>
                  <a:pt x="12266" y="38173"/>
                </a:lnTo>
                <a:lnTo>
                  <a:pt x="16602" y="44007"/>
                </a:lnTo>
                <a:lnTo>
                  <a:pt x="18294" y="44388"/>
                </a:lnTo>
                <a:lnTo>
                  <a:pt x="20091" y="44388"/>
                </a:lnTo>
                <a:lnTo>
                  <a:pt x="19774" y="44514"/>
                </a:lnTo>
                <a:lnTo>
                  <a:pt x="21572" y="44514"/>
                </a:lnTo>
                <a:lnTo>
                  <a:pt x="23369" y="44134"/>
                </a:lnTo>
                <a:lnTo>
                  <a:pt x="26013" y="44134"/>
                </a:lnTo>
                <a:lnTo>
                  <a:pt x="26542" y="44261"/>
                </a:lnTo>
                <a:lnTo>
                  <a:pt x="29820" y="38300"/>
                </a:lnTo>
                <a:lnTo>
                  <a:pt x="38068" y="39949"/>
                </a:lnTo>
                <a:lnTo>
                  <a:pt x="41981" y="34115"/>
                </a:lnTo>
                <a:lnTo>
                  <a:pt x="45259" y="29422"/>
                </a:lnTo>
                <a:lnTo>
                  <a:pt x="42721" y="24603"/>
                </a:lnTo>
                <a:lnTo>
                  <a:pt x="45893" y="13696"/>
                </a:lnTo>
                <a:lnTo>
                  <a:pt x="39443" y="10399"/>
                </a:lnTo>
                <a:lnTo>
                  <a:pt x="39126" y="5072"/>
                </a:lnTo>
                <a:lnTo>
                  <a:pt x="38808" y="2029"/>
                </a:lnTo>
                <a:lnTo>
                  <a:pt x="37645" y="507"/>
                </a:lnTo>
                <a:lnTo>
                  <a:pt x="33521" y="126"/>
                </a:lnTo>
                <a:lnTo>
                  <a:pt x="26859" y="126"/>
                </a:lnTo>
                <a:lnTo>
                  <a:pt x="23687" y="253"/>
                </a:lnTo>
                <a:lnTo>
                  <a:pt x="20409" y="253"/>
                </a:lnTo>
                <a:lnTo>
                  <a:pt x="17025" y="126"/>
                </a:lnTo>
                <a:close/>
              </a:path>
            </a:pathLst>
          </a:custGeom>
          <a:solidFill>
            <a:srgbClr val="000000"/>
          </a:solidFill>
        </p:spPr>
        <p:txBody>
          <a:bodyPr wrap="square" lIns="0" tIns="0" rIns="0" bIns="0" rtlCol="0"/>
          <a:lstStyle/>
          <a:p>
            <a:endParaRPr/>
          </a:p>
        </p:txBody>
      </p:sp>
      <p:sp>
        <p:nvSpPr>
          <p:cNvPr id="593" name="bg object 593"/>
          <p:cNvSpPr/>
          <p:nvPr/>
        </p:nvSpPr>
        <p:spPr>
          <a:xfrm>
            <a:off x="2030165" y="4106893"/>
            <a:ext cx="46355" cy="45720"/>
          </a:xfrm>
          <a:custGeom>
            <a:avLst/>
            <a:gdLst/>
            <a:ahLst/>
            <a:cxnLst/>
            <a:rect l="l" t="t" r="r" b="b"/>
            <a:pathLst>
              <a:path w="46355" h="45720">
                <a:moveTo>
                  <a:pt x="11103" y="0"/>
                </a:moveTo>
                <a:lnTo>
                  <a:pt x="7613" y="5918"/>
                </a:lnTo>
                <a:lnTo>
                  <a:pt x="6979" y="5812"/>
                </a:lnTo>
                <a:lnTo>
                  <a:pt x="2114" y="5812"/>
                </a:lnTo>
                <a:lnTo>
                  <a:pt x="0" y="7503"/>
                </a:lnTo>
                <a:lnTo>
                  <a:pt x="317" y="12259"/>
                </a:lnTo>
                <a:lnTo>
                  <a:pt x="634" y="15324"/>
                </a:lnTo>
                <a:lnTo>
                  <a:pt x="317" y="18917"/>
                </a:lnTo>
                <a:lnTo>
                  <a:pt x="422" y="37307"/>
                </a:lnTo>
                <a:lnTo>
                  <a:pt x="951" y="36672"/>
                </a:lnTo>
                <a:lnTo>
                  <a:pt x="9517" y="42168"/>
                </a:lnTo>
                <a:lnTo>
                  <a:pt x="13324" y="44705"/>
                </a:lnTo>
                <a:lnTo>
                  <a:pt x="17236" y="45550"/>
                </a:lnTo>
                <a:lnTo>
                  <a:pt x="21149" y="45550"/>
                </a:lnTo>
                <a:lnTo>
                  <a:pt x="24850" y="45550"/>
                </a:lnTo>
                <a:lnTo>
                  <a:pt x="28657" y="44705"/>
                </a:lnTo>
                <a:lnTo>
                  <a:pt x="36165" y="43753"/>
                </a:lnTo>
                <a:lnTo>
                  <a:pt x="39337" y="37941"/>
                </a:lnTo>
                <a:lnTo>
                  <a:pt x="45999" y="31071"/>
                </a:lnTo>
                <a:lnTo>
                  <a:pt x="43461" y="26738"/>
                </a:lnTo>
                <a:lnTo>
                  <a:pt x="44413" y="22933"/>
                </a:lnTo>
                <a:lnTo>
                  <a:pt x="37434" y="6341"/>
                </a:lnTo>
                <a:lnTo>
                  <a:pt x="36270" y="6552"/>
                </a:lnTo>
                <a:lnTo>
                  <a:pt x="30877" y="6552"/>
                </a:lnTo>
                <a:lnTo>
                  <a:pt x="28551" y="739"/>
                </a:lnTo>
                <a:lnTo>
                  <a:pt x="23264" y="739"/>
                </a:lnTo>
                <a:lnTo>
                  <a:pt x="22946" y="845"/>
                </a:lnTo>
                <a:lnTo>
                  <a:pt x="22523" y="845"/>
                </a:lnTo>
                <a:lnTo>
                  <a:pt x="17130" y="1585"/>
                </a:lnTo>
                <a:close/>
              </a:path>
            </a:pathLst>
          </a:custGeom>
          <a:solidFill>
            <a:srgbClr val="000000"/>
          </a:solidFill>
        </p:spPr>
        <p:txBody>
          <a:bodyPr wrap="square" lIns="0" tIns="0" rIns="0" bIns="0" rtlCol="0"/>
          <a:lstStyle/>
          <a:p>
            <a:endParaRPr/>
          </a:p>
        </p:txBody>
      </p:sp>
      <p:sp>
        <p:nvSpPr>
          <p:cNvPr id="594" name="bg object 594"/>
          <p:cNvSpPr/>
          <p:nvPr/>
        </p:nvSpPr>
        <p:spPr>
          <a:xfrm>
            <a:off x="3471168" y="5841725"/>
            <a:ext cx="39370" cy="45085"/>
          </a:xfrm>
          <a:custGeom>
            <a:avLst/>
            <a:gdLst/>
            <a:ahLst/>
            <a:cxnLst/>
            <a:rect l="l" t="t" r="r" b="b"/>
            <a:pathLst>
              <a:path w="39370" h="45085">
                <a:moveTo>
                  <a:pt x="22946" y="0"/>
                </a:moveTo>
                <a:lnTo>
                  <a:pt x="16073" y="0"/>
                </a:lnTo>
                <a:lnTo>
                  <a:pt x="12583" y="1056"/>
                </a:lnTo>
                <a:lnTo>
                  <a:pt x="317" y="9194"/>
                </a:lnTo>
                <a:lnTo>
                  <a:pt x="0" y="8560"/>
                </a:lnTo>
                <a:lnTo>
                  <a:pt x="0" y="43331"/>
                </a:lnTo>
                <a:lnTo>
                  <a:pt x="951" y="44599"/>
                </a:lnTo>
                <a:lnTo>
                  <a:pt x="5075" y="44599"/>
                </a:lnTo>
                <a:lnTo>
                  <a:pt x="38068" y="44493"/>
                </a:lnTo>
                <a:lnTo>
                  <a:pt x="38914" y="43859"/>
                </a:lnTo>
                <a:lnTo>
                  <a:pt x="38914" y="26210"/>
                </a:lnTo>
                <a:lnTo>
                  <a:pt x="39231" y="26315"/>
                </a:lnTo>
                <a:lnTo>
                  <a:pt x="39231" y="14161"/>
                </a:lnTo>
                <a:lnTo>
                  <a:pt x="39020" y="8560"/>
                </a:lnTo>
                <a:lnTo>
                  <a:pt x="38808" y="9088"/>
                </a:lnTo>
                <a:lnTo>
                  <a:pt x="30349" y="3593"/>
                </a:lnTo>
                <a:lnTo>
                  <a:pt x="26542" y="1268"/>
                </a:lnTo>
                <a:lnTo>
                  <a:pt x="22946" y="0"/>
                </a:lnTo>
                <a:close/>
              </a:path>
            </a:pathLst>
          </a:custGeom>
          <a:solidFill>
            <a:srgbClr val="000000"/>
          </a:solidFill>
        </p:spPr>
        <p:txBody>
          <a:bodyPr wrap="square" lIns="0" tIns="0" rIns="0" bIns="0" rtlCol="0"/>
          <a:lstStyle/>
          <a:p>
            <a:endParaRPr/>
          </a:p>
        </p:txBody>
      </p:sp>
      <p:sp>
        <p:nvSpPr>
          <p:cNvPr id="595" name="bg object 595"/>
          <p:cNvSpPr/>
          <p:nvPr/>
        </p:nvSpPr>
        <p:spPr>
          <a:xfrm>
            <a:off x="3764825" y="8439165"/>
            <a:ext cx="43815" cy="40005"/>
          </a:xfrm>
          <a:custGeom>
            <a:avLst/>
            <a:gdLst/>
            <a:ahLst/>
            <a:cxnLst/>
            <a:rect l="l" t="t" r="r" b="b"/>
            <a:pathLst>
              <a:path w="43814" h="40004">
                <a:moveTo>
                  <a:pt x="37222" y="0"/>
                </a:moveTo>
                <a:lnTo>
                  <a:pt x="32781" y="0"/>
                </a:lnTo>
                <a:lnTo>
                  <a:pt x="28974" y="105"/>
                </a:lnTo>
                <a:lnTo>
                  <a:pt x="18505" y="105"/>
                </a:lnTo>
                <a:lnTo>
                  <a:pt x="14275" y="0"/>
                </a:lnTo>
                <a:lnTo>
                  <a:pt x="6767" y="0"/>
                </a:lnTo>
                <a:lnTo>
                  <a:pt x="317" y="5918"/>
                </a:lnTo>
                <a:lnTo>
                  <a:pt x="0" y="11414"/>
                </a:lnTo>
                <a:lnTo>
                  <a:pt x="211" y="13950"/>
                </a:lnTo>
                <a:lnTo>
                  <a:pt x="105" y="16381"/>
                </a:lnTo>
                <a:lnTo>
                  <a:pt x="130" y="27337"/>
                </a:lnTo>
                <a:lnTo>
                  <a:pt x="2366" y="34440"/>
                </a:lnTo>
                <a:lnTo>
                  <a:pt x="7674" y="38273"/>
                </a:lnTo>
                <a:lnTo>
                  <a:pt x="16919" y="39420"/>
                </a:lnTo>
                <a:lnTo>
                  <a:pt x="18717" y="39526"/>
                </a:lnTo>
                <a:lnTo>
                  <a:pt x="23158" y="39315"/>
                </a:lnTo>
                <a:lnTo>
                  <a:pt x="25484" y="39315"/>
                </a:lnTo>
                <a:lnTo>
                  <a:pt x="27599" y="39209"/>
                </a:lnTo>
                <a:lnTo>
                  <a:pt x="31935" y="39209"/>
                </a:lnTo>
                <a:lnTo>
                  <a:pt x="33098" y="39315"/>
                </a:lnTo>
                <a:lnTo>
                  <a:pt x="38491" y="39315"/>
                </a:lnTo>
                <a:lnTo>
                  <a:pt x="38174" y="35721"/>
                </a:lnTo>
                <a:lnTo>
                  <a:pt x="42554" y="24504"/>
                </a:lnTo>
                <a:lnTo>
                  <a:pt x="43501" y="19432"/>
                </a:lnTo>
                <a:lnTo>
                  <a:pt x="42524" y="14262"/>
                </a:lnTo>
                <a:lnTo>
                  <a:pt x="39654" y="6446"/>
                </a:lnTo>
                <a:lnTo>
                  <a:pt x="38174" y="2113"/>
                </a:lnTo>
                <a:close/>
              </a:path>
            </a:pathLst>
          </a:custGeom>
          <a:solidFill>
            <a:srgbClr val="000000"/>
          </a:solidFill>
        </p:spPr>
        <p:txBody>
          <a:bodyPr wrap="square" lIns="0" tIns="0" rIns="0" bIns="0" rtlCol="0"/>
          <a:lstStyle/>
          <a:p>
            <a:endParaRPr/>
          </a:p>
        </p:txBody>
      </p:sp>
      <p:sp>
        <p:nvSpPr>
          <p:cNvPr id="596" name="bg object 596"/>
          <p:cNvSpPr/>
          <p:nvPr/>
        </p:nvSpPr>
        <p:spPr>
          <a:xfrm>
            <a:off x="3764825" y="6714056"/>
            <a:ext cx="45085" cy="40005"/>
          </a:xfrm>
          <a:custGeom>
            <a:avLst/>
            <a:gdLst/>
            <a:ahLst/>
            <a:cxnLst/>
            <a:rect l="l" t="t" r="r" b="b"/>
            <a:pathLst>
              <a:path w="45085" h="40004">
                <a:moveTo>
                  <a:pt x="36799" y="0"/>
                </a:moveTo>
                <a:lnTo>
                  <a:pt x="32569" y="0"/>
                </a:lnTo>
                <a:lnTo>
                  <a:pt x="30560" y="317"/>
                </a:lnTo>
                <a:lnTo>
                  <a:pt x="25802" y="211"/>
                </a:lnTo>
                <a:lnTo>
                  <a:pt x="17765" y="211"/>
                </a:lnTo>
                <a:lnTo>
                  <a:pt x="6133" y="422"/>
                </a:lnTo>
                <a:lnTo>
                  <a:pt x="105" y="5918"/>
                </a:lnTo>
                <a:lnTo>
                  <a:pt x="0" y="17332"/>
                </a:lnTo>
                <a:lnTo>
                  <a:pt x="0" y="23779"/>
                </a:lnTo>
                <a:lnTo>
                  <a:pt x="211" y="33502"/>
                </a:lnTo>
                <a:lnTo>
                  <a:pt x="6662" y="39526"/>
                </a:lnTo>
                <a:lnTo>
                  <a:pt x="24427" y="39526"/>
                </a:lnTo>
                <a:lnTo>
                  <a:pt x="26648" y="39315"/>
                </a:lnTo>
                <a:lnTo>
                  <a:pt x="30877" y="39315"/>
                </a:lnTo>
                <a:lnTo>
                  <a:pt x="32569" y="39632"/>
                </a:lnTo>
                <a:lnTo>
                  <a:pt x="33627" y="39632"/>
                </a:lnTo>
                <a:lnTo>
                  <a:pt x="37434" y="39526"/>
                </a:lnTo>
                <a:lnTo>
                  <a:pt x="39760" y="37941"/>
                </a:lnTo>
                <a:lnTo>
                  <a:pt x="39337" y="32973"/>
                </a:lnTo>
                <a:lnTo>
                  <a:pt x="45047" y="28323"/>
                </a:lnTo>
                <a:lnTo>
                  <a:pt x="43884" y="21876"/>
                </a:lnTo>
                <a:lnTo>
                  <a:pt x="44201" y="15535"/>
                </a:lnTo>
                <a:lnTo>
                  <a:pt x="44624" y="10357"/>
                </a:lnTo>
                <a:lnTo>
                  <a:pt x="39020" y="8454"/>
                </a:lnTo>
                <a:lnTo>
                  <a:pt x="38703" y="528"/>
                </a:lnTo>
                <a:close/>
              </a:path>
            </a:pathLst>
          </a:custGeom>
          <a:solidFill>
            <a:srgbClr val="000000"/>
          </a:solidFill>
        </p:spPr>
        <p:txBody>
          <a:bodyPr wrap="square" lIns="0" tIns="0" rIns="0" bIns="0" rtlCol="0"/>
          <a:lstStyle/>
          <a:p>
            <a:endParaRPr/>
          </a:p>
        </p:txBody>
      </p:sp>
      <p:sp>
        <p:nvSpPr>
          <p:cNvPr id="597" name="bg object 597"/>
          <p:cNvSpPr/>
          <p:nvPr/>
        </p:nvSpPr>
        <p:spPr>
          <a:xfrm>
            <a:off x="3471062" y="9305968"/>
            <a:ext cx="39370" cy="40005"/>
          </a:xfrm>
          <a:custGeom>
            <a:avLst/>
            <a:gdLst/>
            <a:ahLst/>
            <a:cxnLst/>
            <a:rect l="l" t="t" r="r" b="b"/>
            <a:pathLst>
              <a:path w="39370" h="40004">
                <a:moveTo>
                  <a:pt x="31829" y="0"/>
                </a:moveTo>
                <a:lnTo>
                  <a:pt x="25696" y="0"/>
                </a:lnTo>
                <a:lnTo>
                  <a:pt x="22629" y="380"/>
                </a:lnTo>
                <a:lnTo>
                  <a:pt x="17871" y="380"/>
                </a:lnTo>
                <a:lnTo>
                  <a:pt x="15967" y="126"/>
                </a:lnTo>
                <a:lnTo>
                  <a:pt x="11632" y="126"/>
                </a:lnTo>
                <a:lnTo>
                  <a:pt x="9517" y="253"/>
                </a:lnTo>
                <a:lnTo>
                  <a:pt x="845" y="380"/>
                </a:lnTo>
                <a:lnTo>
                  <a:pt x="0" y="1014"/>
                </a:lnTo>
                <a:lnTo>
                  <a:pt x="0" y="6341"/>
                </a:lnTo>
                <a:lnTo>
                  <a:pt x="115" y="14160"/>
                </a:lnTo>
                <a:lnTo>
                  <a:pt x="740" y="37666"/>
                </a:lnTo>
                <a:lnTo>
                  <a:pt x="5393" y="39188"/>
                </a:lnTo>
                <a:lnTo>
                  <a:pt x="10257" y="39568"/>
                </a:lnTo>
                <a:lnTo>
                  <a:pt x="15015" y="39568"/>
                </a:lnTo>
                <a:lnTo>
                  <a:pt x="19774" y="39695"/>
                </a:lnTo>
                <a:lnTo>
                  <a:pt x="24533" y="39315"/>
                </a:lnTo>
                <a:lnTo>
                  <a:pt x="32464" y="39315"/>
                </a:lnTo>
                <a:lnTo>
                  <a:pt x="33944" y="39441"/>
                </a:lnTo>
                <a:lnTo>
                  <a:pt x="38174" y="39441"/>
                </a:lnTo>
                <a:lnTo>
                  <a:pt x="39020" y="37793"/>
                </a:lnTo>
                <a:lnTo>
                  <a:pt x="39020" y="16106"/>
                </a:lnTo>
                <a:lnTo>
                  <a:pt x="38385" y="8370"/>
                </a:lnTo>
                <a:lnTo>
                  <a:pt x="38174" y="1902"/>
                </a:lnTo>
                <a:lnTo>
                  <a:pt x="35107" y="380"/>
                </a:lnTo>
                <a:close/>
              </a:path>
            </a:pathLst>
          </a:custGeom>
          <a:solidFill>
            <a:srgbClr val="000000"/>
          </a:solidFill>
        </p:spPr>
        <p:txBody>
          <a:bodyPr wrap="square" lIns="0" tIns="0" rIns="0" bIns="0" rtlCol="0"/>
          <a:lstStyle/>
          <a:p>
            <a:endParaRPr/>
          </a:p>
        </p:txBody>
      </p:sp>
      <p:sp>
        <p:nvSpPr>
          <p:cNvPr id="598" name="bg object 598"/>
          <p:cNvSpPr/>
          <p:nvPr/>
        </p:nvSpPr>
        <p:spPr>
          <a:xfrm>
            <a:off x="3180578" y="5263836"/>
            <a:ext cx="48260" cy="40005"/>
          </a:xfrm>
          <a:custGeom>
            <a:avLst/>
            <a:gdLst/>
            <a:ahLst/>
            <a:cxnLst/>
            <a:rect l="l" t="t" r="r" b="b"/>
            <a:pathLst>
              <a:path w="48260" h="40004">
                <a:moveTo>
                  <a:pt x="22735" y="0"/>
                </a:moveTo>
                <a:lnTo>
                  <a:pt x="16073" y="0"/>
                </a:lnTo>
                <a:lnTo>
                  <a:pt x="13218" y="211"/>
                </a:lnTo>
                <a:lnTo>
                  <a:pt x="7613" y="422"/>
                </a:lnTo>
                <a:lnTo>
                  <a:pt x="5921" y="1902"/>
                </a:lnTo>
                <a:lnTo>
                  <a:pt x="6239" y="5072"/>
                </a:lnTo>
                <a:lnTo>
                  <a:pt x="6450" y="9088"/>
                </a:lnTo>
                <a:lnTo>
                  <a:pt x="6979" y="12999"/>
                </a:lnTo>
                <a:lnTo>
                  <a:pt x="0" y="18177"/>
                </a:lnTo>
                <a:lnTo>
                  <a:pt x="528" y="21771"/>
                </a:lnTo>
                <a:lnTo>
                  <a:pt x="6239" y="26421"/>
                </a:lnTo>
                <a:lnTo>
                  <a:pt x="6344" y="29486"/>
                </a:lnTo>
                <a:lnTo>
                  <a:pt x="6239" y="32762"/>
                </a:lnTo>
                <a:lnTo>
                  <a:pt x="6027" y="36038"/>
                </a:lnTo>
                <a:lnTo>
                  <a:pt x="6027" y="39315"/>
                </a:lnTo>
                <a:lnTo>
                  <a:pt x="23158" y="39315"/>
                </a:lnTo>
                <a:lnTo>
                  <a:pt x="23158" y="39526"/>
                </a:lnTo>
                <a:lnTo>
                  <a:pt x="25907" y="39526"/>
                </a:lnTo>
                <a:lnTo>
                  <a:pt x="28657" y="39632"/>
                </a:lnTo>
                <a:lnTo>
                  <a:pt x="31300" y="39632"/>
                </a:lnTo>
                <a:lnTo>
                  <a:pt x="34156" y="39632"/>
                </a:lnTo>
                <a:lnTo>
                  <a:pt x="35530" y="39526"/>
                </a:lnTo>
                <a:lnTo>
                  <a:pt x="36905" y="39315"/>
                </a:lnTo>
                <a:lnTo>
                  <a:pt x="39549" y="38469"/>
                </a:lnTo>
                <a:lnTo>
                  <a:pt x="39549" y="32868"/>
                </a:lnTo>
                <a:lnTo>
                  <a:pt x="44942" y="30014"/>
                </a:lnTo>
                <a:lnTo>
                  <a:pt x="45365" y="20291"/>
                </a:lnTo>
                <a:lnTo>
                  <a:pt x="47903" y="14478"/>
                </a:lnTo>
                <a:lnTo>
                  <a:pt x="40712" y="7503"/>
                </a:lnTo>
                <a:lnTo>
                  <a:pt x="40923" y="2959"/>
                </a:lnTo>
                <a:lnTo>
                  <a:pt x="38914" y="1585"/>
                </a:lnTo>
                <a:lnTo>
                  <a:pt x="37434" y="422"/>
                </a:lnTo>
                <a:lnTo>
                  <a:pt x="35001" y="317"/>
                </a:lnTo>
                <a:lnTo>
                  <a:pt x="26225" y="211"/>
                </a:lnTo>
                <a:close/>
              </a:path>
            </a:pathLst>
          </a:custGeom>
          <a:solidFill>
            <a:srgbClr val="000000"/>
          </a:solidFill>
        </p:spPr>
        <p:txBody>
          <a:bodyPr wrap="square" lIns="0" tIns="0" rIns="0" bIns="0" rtlCol="0"/>
          <a:lstStyle/>
          <a:p>
            <a:endParaRPr/>
          </a:p>
        </p:txBody>
      </p:sp>
      <p:sp>
        <p:nvSpPr>
          <p:cNvPr id="599" name="bg object 599"/>
          <p:cNvSpPr/>
          <p:nvPr/>
        </p:nvSpPr>
        <p:spPr>
          <a:xfrm>
            <a:off x="3186129" y="9889100"/>
            <a:ext cx="40005" cy="40005"/>
          </a:xfrm>
          <a:custGeom>
            <a:avLst/>
            <a:gdLst/>
            <a:ahLst/>
            <a:cxnLst/>
            <a:rect l="l" t="t" r="r" b="b"/>
            <a:pathLst>
              <a:path w="40005" h="40004">
                <a:moveTo>
                  <a:pt x="25220" y="0"/>
                </a:moveTo>
                <a:lnTo>
                  <a:pt x="19933" y="0"/>
                </a:lnTo>
                <a:lnTo>
                  <a:pt x="17606" y="126"/>
                </a:lnTo>
                <a:lnTo>
                  <a:pt x="13165" y="126"/>
                </a:lnTo>
                <a:lnTo>
                  <a:pt x="12213" y="0"/>
                </a:lnTo>
                <a:lnTo>
                  <a:pt x="6503" y="0"/>
                </a:lnTo>
                <a:lnTo>
                  <a:pt x="4917" y="2536"/>
                </a:lnTo>
                <a:lnTo>
                  <a:pt x="5551" y="7355"/>
                </a:lnTo>
                <a:lnTo>
                  <a:pt x="1209" y="13708"/>
                </a:lnTo>
                <a:lnTo>
                  <a:pt x="0" y="20038"/>
                </a:lnTo>
                <a:lnTo>
                  <a:pt x="1566" y="26367"/>
                </a:lnTo>
                <a:lnTo>
                  <a:pt x="5551" y="32720"/>
                </a:lnTo>
                <a:lnTo>
                  <a:pt x="4917" y="37412"/>
                </a:lnTo>
                <a:lnTo>
                  <a:pt x="6820" y="39568"/>
                </a:lnTo>
                <a:lnTo>
                  <a:pt x="11896" y="39568"/>
                </a:lnTo>
                <a:lnTo>
                  <a:pt x="12953" y="39315"/>
                </a:lnTo>
                <a:lnTo>
                  <a:pt x="15280" y="39315"/>
                </a:lnTo>
                <a:lnTo>
                  <a:pt x="16232" y="39441"/>
                </a:lnTo>
                <a:lnTo>
                  <a:pt x="19933" y="39441"/>
                </a:lnTo>
                <a:lnTo>
                  <a:pt x="22259" y="39695"/>
                </a:lnTo>
                <a:lnTo>
                  <a:pt x="23211" y="39695"/>
                </a:lnTo>
                <a:lnTo>
                  <a:pt x="22894" y="39695"/>
                </a:lnTo>
                <a:lnTo>
                  <a:pt x="27441" y="39695"/>
                </a:lnTo>
                <a:lnTo>
                  <a:pt x="30719" y="37793"/>
                </a:lnTo>
                <a:lnTo>
                  <a:pt x="30719" y="30817"/>
                </a:lnTo>
                <a:lnTo>
                  <a:pt x="33362" y="30310"/>
                </a:lnTo>
                <a:lnTo>
                  <a:pt x="36006" y="29169"/>
                </a:lnTo>
                <a:lnTo>
                  <a:pt x="38755" y="28661"/>
                </a:lnTo>
                <a:lnTo>
                  <a:pt x="38755" y="27901"/>
                </a:lnTo>
                <a:lnTo>
                  <a:pt x="39178" y="23208"/>
                </a:lnTo>
                <a:lnTo>
                  <a:pt x="39707" y="18389"/>
                </a:lnTo>
                <a:lnTo>
                  <a:pt x="39390" y="11160"/>
                </a:lnTo>
                <a:lnTo>
                  <a:pt x="37592" y="9892"/>
                </a:lnTo>
                <a:lnTo>
                  <a:pt x="31353" y="9892"/>
                </a:lnTo>
                <a:lnTo>
                  <a:pt x="29979" y="8243"/>
                </a:lnTo>
                <a:lnTo>
                  <a:pt x="30190" y="2916"/>
                </a:lnTo>
                <a:lnTo>
                  <a:pt x="29238" y="507"/>
                </a:lnTo>
                <a:lnTo>
                  <a:pt x="26806" y="253"/>
                </a:lnTo>
                <a:close/>
              </a:path>
            </a:pathLst>
          </a:custGeom>
          <a:solidFill>
            <a:srgbClr val="000000"/>
          </a:solidFill>
        </p:spPr>
        <p:txBody>
          <a:bodyPr wrap="square" lIns="0" tIns="0" rIns="0" bIns="0" rtlCol="0"/>
          <a:lstStyle/>
          <a:p>
            <a:endParaRPr/>
          </a:p>
        </p:txBody>
      </p:sp>
      <p:sp>
        <p:nvSpPr>
          <p:cNvPr id="600" name="bg object 600"/>
          <p:cNvSpPr/>
          <p:nvPr/>
        </p:nvSpPr>
        <p:spPr>
          <a:xfrm>
            <a:off x="876644" y="3539044"/>
            <a:ext cx="43180" cy="40005"/>
          </a:xfrm>
          <a:custGeom>
            <a:avLst/>
            <a:gdLst/>
            <a:ahLst/>
            <a:cxnLst/>
            <a:rect l="l" t="t" r="r" b="b"/>
            <a:pathLst>
              <a:path w="43180" h="40004">
                <a:moveTo>
                  <a:pt x="29947" y="0"/>
                </a:moveTo>
                <a:lnTo>
                  <a:pt x="24744" y="0"/>
                </a:lnTo>
                <a:lnTo>
                  <a:pt x="24110" y="211"/>
                </a:lnTo>
                <a:lnTo>
                  <a:pt x="22841" y="422"/>
                </a:lnTo>
                <a:lnTo>
                  <a:pt x="20176" y="422"/>
                </a:lnTo>
                <a:lnTo>
                  <a:pt x="19034" y="317"/>
                </a:lnTo>
                <a:lnTo>
                  <a:pt x="16242" y="317"/>
                </a:lnTo>
                <a:lnTo>
                  <a:pt x="15100" y="422"/>
                </a:lnTo>
                <a:lnTo>
                  <a:pt x="9897" y="4333"/>
                </a:lnTo>
                <a:lnTo>
                  <a:pt x="4568" y="8243"/>
                </a:lnTo>
                <a:lnTo>
                  <a:pt x="2918" y="13105"/>
                </a:lnTo>
                <a:lnTo>
                  <a:pt x="1522" y="17755"/>
                </a:lnTo>
                <a:lnTo>
                  <a:pt x="0" y="24624"/>
                </a:lnTo>
                <a:lnTo>
                  <a:pt x="8755" y="33396"/>
                </a:lnTo>
                <a:lnTo>
                  <a:pt x="11928" y="39843"/>
                </a:lnTo>
                <a:lnTo>
                  <a:pt x="18907" y="39843"/>
                </a:lnTo>
                <a:lnTo>
                  <a:pt x="19795" y="39843"/>
                </a:lnTo>
                <a:lnTo>
                  <a:pt x="20810" y="39737"/>
                </a:lnTo>
                <a:lnTo>
                  <a:pt x="21826" y="39526"/>
                </a:lnTo>
                <a:lnTo>
                  <a:pt x="23856" y="39737"/>
                </a:lnTo>
                <a:lnTo>
                  <a:pt x="29439" y="39737"/>
                </a:lnTo>
                <a:lnTo>
                  <a:pt x="32612" y="37835"/>
                </a:lnTo>
                <a:lnTo>
                  <a:pt x="32739" y="30860"/>
                </a:lnTo>
                <a:lnTo>
                  <a:pt x="35276" y="30226"/>
                </a:lnTo>
                <a:lnTo>
                  <a:pt x="38068" y="29169"/>
                </a:lnTo>
                <a:lnTo>
                  <a:pt x="40352" y="28746"/>
                </a:lnTo>
                <a:lnTo>
                  <a:pt x="40606" y="27901"/>
                </a:lnTo>
                <a:lnTo>
                  <a:pt x="42383" y="20080"/>
                </a:lnTo>
                <a:lnTo>
                  <a:pt x="43017" y="12470"/>
                </a:lnTo>
                <a:lnTo>
                  <a:pt x="32231" y="4016"/>
                </a:lnTo>
                <a:lnTo>
                  <a:pt x="29947" y="0"/>
                </a:lnTo>
                <a:close/>
              </a:path>
            </a:pathLst>
          </a:custGeom>
          <a:solidFill>
            <a:srgbClr val="000000"/>
          </a:solidFill>
        </p:spPr>
        <p:txBody>
          <a:bodyPr wrap="square" lIns="0" tIns="0" rIns="0" bIns="0" rtlCol="0"/>
          <a:lstStyle/>
          <a:p>
            <a:endParaRPr/>
          </a:p>
        </p:txBody>
      </p:sp>
      <p:sp>
        <p:nvSpPr>
          <p:cNvPr id="601" name="bg object 601"/>
          <p:cNvSpPr/>
          <p:nvPr/>
        </p:nvSpPr>
        <p:spPr>
          <a:xfrm>
            <a:off x="1745285" y="3823127"/>
            <a:ext cx="41275" cy="40005"/>
          </a:xfrm>
          <a:custGeom>
            <a:avLst/>
            <a:gdLst/>
            <a:ahLst/>
            <a:cxnLst/>
            <a:rect l="l" t="t" r="r" b="b"/>
            <a:pathLst>
              <a:path w="41275" h="40004">
                <a:moveTo>
                  <a:pt x="21254" y="0"/>
                </a:moveTo>
                <a:lnTo>
                  <a:pt x="17236" y="0"/>
                </a:lnTo>
                <a:lnTo>
                  <a:pt x="11209" y="1479"/>
                </a:lnTo>
                <a:lnTo>
                  <a:pt x="11209" y="2430"/>
                </a:lnTo>
                <a:lnTo>
                  <a:pt x="11737" y="9194"/>
                </a:lnTo>
                <a:lnTo>
                  <a:pt x="6027" y="11731"/>
                </a:lnTo>
                <a:lnTo>
                  <a:pt x="211" y="18917"/>
                </a:lnTo>
                <a:lnTo>
                  <a:pt x="0" y="27795"/>
                </a:lnTo>
                <a:lnTo>
                  <a:pt x="2749" y="28852"/>
                </a:lnTo>
                <a:lnTo>
                  <a:pt x="7190" y="30331"/>
                </a:lnTo>
                <a:lnTo>
                  <a:pt x="12266" y="30437"/>
                </a:lnTo>
                <a:lnTo>
                  <a:pt x="10891" y="37307"/>
                </a:lnTo>
                <a:lnTo>
                  <a:pt x="16496" y="39315"/>
                </a:lnTo>
                <a:lnTo>
                  <a:pt x="17236" y="39632"/>
                </a:lnTo>
                <a:lnTo>
                  <a:pt x="21254" y="39526"/>
                </a:lnTo>
                <a:lnTo>
                  <a:pt x="23792" y="39737"/>
                </a:lnTo>
                <a:lnTo>
                  <a:pt x="24533" y="39737"/>
                </a:lnTo>
                <a:lnTo>
                  <a:pt x="24215" y="39737"/>
                </a:lnTo>
                <a:lnTo>
                  <a:pt x="28657" y="39737"/>
                </a:lnTo>
                <a:lnTo>
                  <a:pt x="30772" y="37307"/>
                </a:lnTo>
                <a:lnTo>
                  <a:pt x="30560" y="31282"/>
                </a:lnTo>
                <a:lnTo>
                  <a:pt x="33098" y="30437"/>
                </a:lnTo>
                <a:lnTo>
                  <a:pt x="34367" y="29697"/>
                </a:lnTo>
                <a:lnTo>
                  <a:pt x="36270" y="28746"/>
                </a:lnTo>
                <a:lnTo>
                  <a:pt x="39443" y="27901"/>
                </a:lnTo>
                <a:lnTo>
                  <a:pt x="39654" y="26527"/>
                </a:lnTo>
                <a:lnTo>
                  <a:pt x="40395" y="23673"/>
                </a:lnTo>
                <a:lnTo>
                  <a:pt x="40923" y="19234"/>
                </a:lnTo>
                <a:lnTo>
                  <a:pt x="34050" y="11202"/>
                </a:lnTo>
                <a:lnTo>
                  <a:pt x="28022" y="5918"/>
                </a:lnTo>
                <a:lnTo>
                  <a:pt x="22206" y="422"/>
                </a:lnTo>
                <a:lnTo>
                  <a:pt x="21889" y="211"/>
                </a:lnTo>
                <a:close/>
              </a:path>
            </a:pathLst>
          </a:custGeom>
          <a:solidFill>
            <a:srgbClr val="000000"/>
          </a:solidFill>
        </p:spPr>
        <p:txBody>
          <a:bodyPr wrap="square" lIns="0" tIns="0" rIns="0" bIns="0" rtlCol="0"/>
          <a:lstStyle/>
          <a:p>
            <a:endParaRPr/>
          </a:p>
        </p:txBody>
      </p:sp>
      <p:sp>
        <p:nvSpPr>
          <p:cNvPr id="602" name="bg object 602"/>
          <p:cNvSpPr/>
          <p:nvPr/>
        </p:nvSpPr>
        <p:spPr>
          <a:xfrm>
            <a:off x="3764614" y="6420144"/>
            <a:ext cx="40640" cy="34925"/>
          </a:xfrm>
          <a:custGeom>
            <a:avLst/>
            <a:gdLst/>
            <a:ahLst/>
            <a:cxnLst/>
            <a:rect l="l" t="t" r="r" b="b"/>
            <a:pathLst>
              <a:path w="40639" h="34925">
                <a:moveTo>
                  <a:pt x="12055" y="0"/>
                </a:moveTo>
                <a:lnTo>
                  <a:pt x="8328" y="4544"/>
                </a:lnTo>
                <a:lnTo>
                  <a:pt x="7022" y="6024"/>
                </a:lnTo>
                <a:lnTo>
                  <a:pt x="3489" y="8243"/>
                </a:lnTo>
                <a:lnTo>
                  <a:pt x="1480" y="11625"/>
                </a:lnTo>
                <a:lnTo>
                  <a:pt x="0" y="14056"/>
                </a:lnTo>
                <a:lnTo>
                  <a:pt x="317" y="17860"/>
                </a:lnTo>
                <a:lnTo>
                  <a:pt x="425" y="19423"/>
                </a:lnTo>
                <a:lnTo>
                  <a:pt x="528" y="20925"/>
                </a:lnTo>
                <a:lnTo>
                  <a:pt x="634" y="23039"/>
                </a:lnTo>
                <a:lnTo>
                  <a:pt x="2220" y="24624"/>
                </a:lnTo>
                <a:lnTo>
                  <a:pt x="8671" y="24624"/>
                </a:lnTo>
                <a:lnTo>
                  <a:pt x="9834" y="26315"/>
                </a:lnTo>
                <a:lnTo>
                  <a:pt x="10151" y="28640"/>
                </a:lnTo>
                <a:lnTo>
                  <a:pt x="10426" y="29601"/>
                </a:lnTo>
                <a:lnTo>
                  <a:pt x="10468" y="32445"/>
                </a:lnTo>
                <a:lnTo>
                  <a:pt x="11314" y="32973"/>
                </a:lnTo>
                <a:lnTo>
                  <a:pt x="13747" y="34347"/>
                </a:lnTo>
                <a:lnTo>
                  <a:pt x="16179" y="34770"/>
                </a:lnTo>
                <a:lnTo>
                  <a:pt x="18717" y="34770"/>
                </a:lnTo>
                <a:lnTo>
                  <a:pt x="18717" y="34559"/>
                </a:lnTo>
                <a:lnTo>
                  <a:pt x="21572" y="34559"/>
                </a:lnTo>
                <a:lnTo>
                  <a:pt x="24638" y="34136"/>
                </a:lnTo>
                <a:lnTo>
                  <a:pt x="27599" y="34136"/>
                </a:lnTo>
                <a:lnTo>
                  <a:pt x="32203" y="29601"/>
                </a:lnTo>
                <a:lnTo>
                  <a:pt x="36667" y="24968"/>
                </a:lnTo>
                <a:lnTo>
                  <a:pt x="39585" y="19423"/>
                </a:lnTo>
                <a:lnTo>
                  <a:pt x="39633" y="11625"/>
                </a:lnTo>
                <a:lnTo>
                  <a:pt x="40171" y="8243"/>
                </a:lnTo>
                <a:lnTo>
                  <a:pt x="40289" y="7503"/>
                </a:lnTo>
                <a:lnTo>
                  <a:pt x="38385" y="6024"/>
                </a:lnTo>
                <a:lnTo>
                  <a:pt x="33415" y="4544"/>
                </a:lnTo>
                <a:lnTo>
                  <a:pt x="28974" y="3064"/>
                </a:lnTo>
                <a:lnTo>
                  <a:pt x="25844" y="528"/>
                </a:lnTo>
                <a:lnTo>
                  <a:pt x="15121" y="528"/>
                </a:lnTo>
                <a:lnTo>
                  <a:pt x="12055" y="0"/>
                </a:lnTo>
                <a:close/>
              </a:path>
              <a:path w="40639" h="34925">
                <a:moveTo>
                  <a:pt x="25192" y="0"/>
                </a:moveTo>
                <a:lnTo>
                  <a:pt x="18294" y="0"/>
                </a:lnTo>
                <a:lnTo>
                  <a:pt x="15121" y="528"/>
                </a:lnTo>
                <a:lnTo>
                  <a:pt x="25844" y="528"/>
                </a:lnTo>
                <a:lnTo>
                  <a:pt x="25192" y="0"/>
                </a:lnTo>
                <a:close/>
              </a:path>
            </a:pathLst>
          </a:custGeom>
          <a:solidFill>
            <a:srgbClr val="000000"/>
          </a:solidFill>
        </p:spPr>
        <p:txBody>
          <a:bodyPr wrap="square" lIns="0" tIns="0" rIns="0" bIns="0" rtlCol="0"/>
          <a:lstStyle/>
          <a:p>
            <a:endParaRPr/>
          </a:p>
        </p:txBody>
      </p:sp>
      <p:sp>
        <p:nvSpPr>
          <p:cNvPr id="603" name="bg object 603"/>
          <p:cNvSpPr/>
          <p:nvPr/>
        </p:nvSpPr>
        <p:spPr>
          <a:xfrm>
            <a:off x="3764402" y="8737727"/>
            <a:ext cx="42545" cy="34925"/>
          </a:xfrm>
          <a:custGeom>
            <a:avLst/>
            <a:gdLst/>
            <a:ahLst/>
            <a:cxnLst/>
            <a:rect l="l" t="t" r="r" b="b"/>
            <a:pathLst>
              <a:path w="42545" h="34925">
                <a:moveTo>
                  <a:pt x="15121" y="0"/>
                </a:moveTo>
                <a:lnTo>
                  <a:pt x="11209" y="0"/>
                </a:lnTo>
                <a:lnTo>
                  <a:pt x="10045" y="3487"/>
                </a:lnTo>
                <a:lnTo>
                  <a:pt x="7825" y="5284"/>
                </a:lnTo>
                <a:lnTo>
                  <a:pt x="5498" y="7292"/>
                </a:lnTo>
                <a:lnTo>
                  <a:pt x="2537" y="9511"/>
                </a:lnTo>
                <a:lnTo>
                  <a:pt x="0" y="15007"/>
                </a:lnTo>
                <a:lnTo>
                  <a:pt x="211" y="18812"/>
                </a:lnTo>
                <a:lnTo>
                  <a:pt x="1057" y="21771"/>
                </a:lnTo>
                <a:lnTo>
                  <a:pt x="1268" y="23250"/>
                </a:lnTo>
                <a:lnTo>
                  <a:pt x="4547" y="23884"/>
                </a:lnTo>
                <a:lnTo>
                  <a:pt x="6556" y="24730"/>
                </a:lnTo>
                <a:lnTo>
                  <a:pt x="8988" y="25575"/>
                </a:lnTo>
                <a:lnTo>
                  <a:pt x="10786" y="26632"/>
                </a:lnTo>
                <a:lnTo>
                  <a:pt x="10574" y="29592"/>
                </a:lnTo>
                <a:lnTo>
                  <a:pt x="10574" y="30860"/>
                </a:lnTo>
                <a:lnTo>
                  <a:pt x="11420" y="33396"/>
                </a:lnTo>
                <a:lnTo>
                  <a:pt x="12160" y="33608"/>
                </a:lnTo>
                <a:lnTo>
                  <a:pt x="15227" y="34030"/>
                </a:lnTo>
                <a:lnTo>
                  <a:pt x="18505" y="34876"/>
                </a:lnTo>
                <a:lnTo>
                  <a:pt x="21572" y="34876"/>
                </a:lnTo>
                <a:lnTo>
                  <a:pt x="21572" y="34664"/>
                </a:lnTo>
                <a:lnTo>
                  <a:pt x="24638" y="34664"/>
                </a:lnTo>
                <a:lnTo>
                  <a:pt x="27494" y="33925"/>
                </a:lnTo>
                <a:lnTo>
                  <a:pt x="35319" y="27055"/>
                </a:lnTo>
                <a:lnTo>
                  <a:pt x="41981" y="22828"/>
                </a:lnTo>
                <a:lnTo>
                  <a:pt x="39866" y="13950"/>
                </a:lnTo>
                <a:lnTo>
                  <a:pt x="39866" y="13739"/>
                </a:lnTo>
                <a:lnTo>
                  <a:pt x="41875" y="5918"/>
                </a:lnTo>
                <a:lnTo>
                  <a:pt x="34896" y="6341"/>
                </a:lnTo>
                <a:lnTo>
                  <a:pt x="28339" y="422"/>
                </a:lnTo>
                <a:lnTo>
                  <a:pt x="25273" y="105"/>
                </a:lnTo>
                <a:lnTo>
                  <a:pt x="20937" y="105"/>
                </a:lnTo>
                <a:lnTo>
                  <a:pt x="19563" y="211"/>
                </a:lnTo>
                <a:lnTo>
                  <a:pt x="16390" y="211"/>
                </a:lnTo>
                <a:lnTo>
                  <a:pt x="15438" y="105"/>
                </a:lnTo>
                <a:close/>
              </a:path>
            </a:pathLst>
          </a:custGeom>
          <a:solidFill>
            <a:srgbClr val="000000"/>
          </a:solidFill>
        </p:spPr>
        <p:txBody>
          <a:bodyPr wrap="square" lIns="0" tIns="0" rIns="0" bIns="0" rtlCol="0"/>
          <a:lstStyle/>
          <a:p>
            <a:endParaRPr/>
          </a:p>
        </p:txBody>
      </p:sp>
      <p:sp>
        <p:nvSpPr>
          <p:cNvPr id="604" name="bg object 604"/>
          <p:cNvSpPr/>
          <p:nvPr/>
        </p:nvSpPr>
        <p:spPr>
          <a:xfrm>
            <a:off x="3470745" y="5562715"/>
            <a:ext cx="40640" cy="34925"/>
          </a:xfrm>
          <a:custGeom>
            <a:avLst/>
            <a:gdLst/>
            <a:ahLst/>
            <a:cxnLst/>
            <a:rect l="l" t="t" r="r" b="b"/>
            <a:pathLst>
              <a:path w="40639" h="34925">
                <a:moveTo>
                  <a:pt x="21043" y="0"/>
                </a:moveTo>
                <a:lnTo>
                  <a:pt x="18717" y="0"/>
                </a:lnTo>
                <a:lnTo>
                  <a:pt x="18188" y="211"/>
                </a:lnTo>
                <a:lnTo>
                  <a:pt x="13006" y="2642"/>
                </a:lnTo>
                <a:lnTo>
                  <a:pt x="10891" y="10145"/>
                </a:lnTo>
                <a:lnTo>
                  <a:pt x="2326" y="10145"/>
                </a:lnTo>
                <a:lnTo>
                  <a:pt x="1374" y="10991"/>
                </a:lnTo>
                <a:lnTo>
                  <a:pt x="740" y="13105"/>
                </a:lnTo>
                <a:lnTo>
                  <a:pt x="634" y="14690"/>
                </a:lnTo>
                <a:lnTo>
                  <a:pt x="422" y="16169"/>
                </a:lnTo>
                <a:lnTo>
                  <a:pt x="102" y="16169"/>
                </a:lnTo>
                <a:lnTo>
                  <a:pt x="0" y="19234"/>
                </a:lnTo>
                <a:lnTo>
                  <a:pt x="9411" y="26104"/>
                </a:lnTo>
                <a:lnTo>
                  <a:pt x="11103" y="28112"/>
                </a:lnTo>
                <a:lnTo>
                  <a:pt x="12689" y="29803"/>
                </a:lnTo>
                <a:lnTo>
                  <a:pt x="16179" y="33079"/>
                </a:lnTo>
                <a:lnTo>
                  <a:pt x="18082" y="34664"/>
                </a:lnTo>
                <a:lnTo>
                  <a:pt x="21572" y="34664"/>
                </a:lnTo>
                <a:lnTo>
                  <a:pt x="23264" y="33396"/>
                </a:lnTo>
                <a:lnTo>
                  <a:pt x="26013" y="30648"/>
                </a:lnTo>
                <a:lnTo>
                  <a:pt x="29608" y="27372"/>
                </a:lnTo>
                <a:lnTo>
                  <a:pt x="32887" y="24730"/>
                </a:lnTo>
                <a:lnTo>
                  <a:pt x="37857" y="23673"/>
                </a:lnTo>
                <a:lnTo>
                  <a:pt x="40500" y="23039"/>
                </a:lnTo>
                <a:lnTo>
                  <a:pt x="40500" y="11202"/>
                </a:lnTo>
                <a:lnTo>
                  <a:pt x="37857" y="10991"/>
                </a:lnTo>
                <a:lnTo>
                  <a:pt x="30877" y="10145"/>
                </a:lnTo>
                <a:lnTo>
                  <a:pt x="27388" y="4650"/>
                </a:lnTo>
                <a:lnTo>
                  <a:pt x="22735" y="739"/>
                </a:lnTo>
                <a:lnTo>
                  <a:pt x="22206" y="211"/>
                </a:lnTo>
                <a:lnTo>
                  <a:pt x="21043" y="0"/>
                </a:lnTo>
                <a:close/>
              </a:path>
            </a:pathLst>
          </a:custGeom>
          <a:solidFill>
            <a:srgbClr val="000000"/>
          </a:solidFill>
        </p:spPr>
        <p:txBody>
          <a:bodyPr wrap="square" lIns="0" tIns="0" rIns="0" bIns="0" rtlCol="0"/>
          <a:lstStyle/>
          <a:p>
            <a:endParaRPr/>
          </a:p>
        </p:txBody>
      </p:sp>
      <p:sp>
        <p:nvSpPr>
          <p:cNvPr id="605" name="bg object 605"/>
          <p:cNvSpPr/>
          <p:nvPr/>
        </p:nvSpPr>
        <p:spPr>
          <a:xfrm>
            <a:off x="2907224" y="4700530"/>
            <a:ext cx="25400" cy="24765"/>
          </a:xfrm>
          <a:custGeom>
            <a:avLst/>
            <a:gdLst/>
            <a:ahLst/>
            <a:cxnLst/>
            <a:rect l="l" t="t" r="r" b="b"/>
            <a:pathLst>
              <a:path w="25400" h="24764">
                <a:moveTo>
                  <a:pt x="20831" y="0"/>
                </a:moveTo>
                <a:lnTo>
                  <a:pt x="16073" y="0"/>
                </a:lnTo>
                <a:lnTo>
                  <a:pt x="14381" y="105"/>
                </a:lnTo>
                <a:lnTo>
                  <a:pt x="12583" y="105"/>
                </a:lnTo>
                <a:lnTo>
                  <a:pt x="7613" y="0"/>
                </a:lnTo>
                <a:lnTo>
                  <a:pt x="1163" y="105"/>
                </a:lnTo>
                <a:lnTo>
                  <a:pt x="211" y="739"/>
                </a:lnTo>
                <a:lnTo>
                  <a:pt x="211" y="6235"/>
                </a:lnTo>
                <a:lnTo>
                  <a:pt x="0" y="15852"/>
                </a:lnTo>
                <a:lnTo>
                  <a:pt x="211" y="20714"/>
                </a:lnTo>
                <a:lnTo>
                  <a:pt x="528" y="22933"/>
                </a:lnTo>
                <a:lnTo>
                  <a:pt x="1903" y="24624"/>
                </a:lnTo>
                <a:lnTo>
                  <a:pt x="8988" y="24624"/>
                </a:lnTo>
                <a:lnTo>
                  <a:pt x="10786" y="24730"/>
                </a:lnTo>
                <a:lnTo>
                  <a:pt x="12689" y="24730"/>
                </a:lnTo>
                <a:lnTo>
                  <a:pt x="12795" y="24519"/>
                </a:lnTo>
                <a:lnTo>
                  <a:pt x="14804" y="24519"/>
                </a:lnTo>
                <a:lnTo>
                  <a:pt x="18188" y="24307"/>
                </a:lnTo>
                <a:lnTo>
                  <a:pt x="24533" y="18812"/>
                </a:lnTo>
                <a:lnTo>
                  <a:pt x="24744" y="15747"/>
                </a:lnTo>
                <a:lnTo>
                  <a:pt x="25167" y="11836"/>
                </a:lnTo>
                <a:lnTo>
                  <a:pt x="25167" y="7609"/>
                </a:lnTo>
                <a:lnTo>
                  <a:pt x="24638" y="2430"/>
                </a:lnTo>
                <a:lnTo>
                  <a:pt x="23264" y="422"/>
                </a:lnTo>
                <a:lnTo>
                  <a:pt x="22206" y="211"/>
                </a:lnTo>
                <a:close/>
              </a:path>
            </a:pathLst>
          </a:custGeom>
          <a:solidFill>
            <a:srgbClr val="000000"/>
          </a:solidFill>
        </p:spPr>
        <p:txBody>
          <a:bodyPr wrap="square" lIns="0" tIns="0" rIns="0" bIns="0" rtlCol="0"/>
          <a:lstStyle/>
          <a:p>
            <a:endParaRPr/>
          </a:p>
        </p:txBody>
      </p:sp>
      <p:sp>
        <p:nvSpPr>
          <p:cNvPr id="606" name="bg object 606"/>
          <p:cNvSpPr/>
          <p:nvPr/>
        </p:nvSpPr>
        <p:spPr>
          <a:xfrm>
            <a:off x="1172035" y="3543905"/>
            <a:ext cx="26034" cy="25400"/>
          </a:xfrm>
          <a:custGeom>
            <a:avLst/>
            <a:gdLst/>
            <a:ahLst/>
            <a:cxnLst/>
            <a:rect l="l" t="t" r="r" b="b"/>
            <a:pathLst>
              <a:path w="26034" h="25400">
                <a:moveTo>
                  <a:pt x="17659" y="0"/>
                </a:moveTo>
                <a:lnTo>
                  <a:pt x="12711" y="0"/>
                </a:lnTo>
                <a:lnTo>
                  <a:pt x="7402" y="1902"/>
                </a:lnTo>
                <a:lnTo>
                  <a:pt x="5075" y="3276"/>
                </a:lnTo>
                <a:lnTo>
                  <a:pt x="0" y="6552"/>
                </a:lnTo>
                <a:lnTo>
                  <a:pt x="1268" y="11519"/>
                </a:lnTo>
                <a:lnTo>
                  <a:pt x="1153" y="13950"/>
                </a:lnTo>
                <a:lnTo>
                  <a:pt x="1057" y="17649"/>
                </a:lnTo>
                <a:lnTo>
                  <a:pt x="803" y="18917"/>
                </a:lnTo>
                <a:lnTo>
                  <a:pt x="740" y="19234"/>
                </a:lnTo>
                <a:lnTo>
                  <a:pt x="1057" y="20820"/>
                </a:lnTo>
                <a:lnTo>
                  <a:pt x="1374" y="23250"/>
                </a:lnTo>
                <a:lnTo>
                  <a:pt x="2615" y="24941"/>
                </a:lnTo>
                <a:lnTo>
                  <a:pt x="12953" y="24941"/>
                </a:lnTo>
                <a:lnTo>
                  <a:pt x="20091" y="24307"/>
                </a:lnTo>
                <a:lnTo>
                  <a:pt x="25061" y="18917"/>
                </a:lnTo>
                <a:lnTo>
                  <a:pt x="25484" y="13950"/>
                </a:lnTo>
                <a:lnTo>
                  <a:pt x="25907" y="9406"/>
                </a:lnTo>
                <a:lnTo>
                  <a:pt x="22100" y="1902"/>
                </a:lnTo>
                <a:lnTo>
                  <a:pt x="18188" y="211"/>
                </a:lnTo>
                <a:lnTo>
                  <a:pt x="17659" y="0"/>
                </a:lnTo>
                <a:close/>
              </a:path>
            </a:pathLst>
          </a:custGeom>
          <a:solidFill>
            <a:srgbClr val="000000"/>
          </a:solidFill>
        </p:spPr>
        <p:txBody>
          <a:bodyPr wrap="square" lIns="0" tIns="0" rIns="0" bIns="0" rtlCol="0"/>
          <a:lstStyle/>
          <a:p>
            <a:endParaRPr/>
          </a:p>
        </p:txBody>
      </p:sp>
      <p:sp>
        <p:nvSpPr>
          <p:cNvPr id="607" name="bg object 607"/>
          <p:cNvSpPr/>
          <p:nvPr/>
        </p:nvSpPr>
        <p:spPr>
          <a:xfrm>
            <a:off x="3478993" y="9609708"/>
            <a:ext cx="22225" cy="25400"/>
          </a:xfrm>
          <a:custGeom>
            <a:avLst/>
            <a:gdLst/>
            <a:ahLst/>
            <a:cxnLst/>
            <a:rect l="l" t="t" r="r" b="b"/>
            <a:pathLst>
              <a:path w="22225" h="25400">
                <a:moveTo>
                  <a:pt x="13006" y="0"/>
                </a:moveTo>
                <a:lnTo>
                  <a:pt x="8142" y="0"/>
                </a:lnTo>
                <a:lnTo>
                  <a:pt x="6239" y="126"/>
                </a:lnTo>
                <a:lnTo>
                  <a:pt x="0" y="2282"/>
                </a:lnTo>
                <a:lnTo>
                  <a:pt x="2326" y="7736"/>
                </a:lnTo>
                <a:lnTo>
                  <a:pt x="1903" y="11540"/>
                </a:lnTo>
                <a:lnTo>
                  <a:pt x="1691" y="14711"/>
                </a:lnTo>
                <a:lnTo>
                  <a:pt x="1586" y="18008"/>
                </a:lnTo>
                <a:lnTo>
                  <a:pt x="2009" y="22447"/>
                </a:lnTo>
                <a:lnTo>
                  <a:pt x="3595" y="24730"/>
                </a:lnTo>
                <a:lnTo>
                  <a:pt x="4441" y="24730"/>
                </a:lnTo>
                <a:lnTo>
                  <a:pt x="9305" y="24984"/>
                </a:lnTo>
                <a:lnTo>
                  <a:pt x="11737" y="24984"/>
                </a:lnTo>
                <a:lnTo>
                  <a:pt x="11526" y="25110"/>
                </a:lnTo>
                <a:lnTo>
                  <a:pt x="16390" y="25110"/>
                </a:lnTo>
                <a:lnTo>
                  <a:pt x="19774" y="24730"/>
                </a:lnTo>
                <a:lnTo>
                  <a:pt x="20937" y="22447"/>
                </a:lnTo>
                <a:lnTo>
                  <a:pt x="21254" y="21179"/>
                </a:lnTo>
                <a:lnTo>
                  <a:pt x="21572" y="18896"/>
                </a:lnTo>
                <a:lnTo>
                  <a:pt x="21360" y="16360"/>
                </a:lnTo>
                <a:lnTo>
                  <a:pt x="21360" y="13950"/>
                </a:lnTo>
                <a:lnTo>
                  <a:pt x="21466" y="10653"/>
                </a:lnTo>
                <a:lnTo>
                  <a:pt x="21677" y="7355"/>
                </a:lnTo>
                <a:lnTo>
                  <a:pt x="21254" y="2916"/>
                </a:lnTo>
                <a:lnTo>
                  <a:pt x="19668" y="634"/>
                </a:lnTo>
                <a:lnTo>
                  <a:pt x="18822" y="634"/>
                </a:lnTo>
                <a:lnTo>
                  <a:pt x="15967" y="380"/>
                </a:lnTo>
                <a:close/>
              </a:path>
            </a:pathLst>
          </a:custGeom>
          <a:solidFill>
            <a:srgbClr val="000000"/>
          </a:solidFill>
        </p:spPr>
        <p:txBody>
          <a:bodyPr wrap="square" lIns="0" tIns="0" rIns="0" bIns="0" rtlCol="0"/>
          <a:lstStyle/>
          <a:p>
            <a:endParaRPr/>
          </a:p>
        </p:txBody>
      </p:sp>
      <p:sp>
        <p:nvSpPr>
          <p:cNvPr id="608" name="bg object 608"/>
          <p:cNvSpPr/>
          <p:nvPr/>
        </p:nvSpPr>
        <p:spPr>
          <a:xfrm>
            <a:off x="2614201" y="4406724"/>
            <a:ext cx="18415" cy="19685"/>
          </a:xfrm>
          <a:custGeom>
            <a:avLst/>
            <a:gdLst/>
            <a:ahLst/>
            <a:cxnLst/>
            <a:rect l="l" t="t" r="r" b="b"/>
            <a:pathLst>
              <a:path w="18414" h="19685">
                <a:moveTo>
                  <a:pt x="13852" y="0"/>
                </a:moveTo>
                <a:lnTo>
                  <a:pt x="6662" y="0"/>
                </a:lnTo>
                <a:lnTo>
                  <a:pt x="4229" y="105"/>
                </a:lnTo>
                <a:lnTo>
                  <a:pt x="1163" y="105"/>
                </a:lnTo>
                <a:lnTo>
                  <a:pt x="105" y="1056"/>
                </a:lnTo>
                <a:lnTo>
                  <a:pt x="0" y="7292"/>
                </a:lnTo>
                <a:lnTo>
                  <a:pt x="0" y="12682"/>
                </a:lnTo>
                <a:lnTo>
                  <a:pt x="317" y="18072"/>
                </a:lnTo>
                <a:lnTo>
                  <a:pt x="422" y="18600"/>
                </a:lnTo>
                <a:lnTo>
                  <a:pt x="1268" y="19657"/>
                </a:lnTo>
                <a:lnTo>
                  <a:pt x="4335" y="19657"/>
                </a:lnTo>
                <a:lnTo>
                  <a:pt x="9305" y="19657"/>
                </a:lnTo>
                <a:lnTo>
                  <a:pt x="9305" y="19446"/>
                </a:lnTo>
                <a:lnTo>
                  <a:pt x="10257" y="19446"/>
                </a:lnTo>
                <a:lnTo>
                  <a:pt x="11314" y="19657"/>
                </a:lnTo>
                <a:lnTo>
                  <a:pt x="13429" y="19657"/>
                </a:lnTo>
                <a:lnTo>
                  <a:pt x="13958" y="19446"/>
                </a:lnTo>
                <a:lnTo>
                  <a:pt x="15544" y="19234"/>
                </a:lnTo>
                <a:lnTo>
                  <a:pt x="18082" y="18495"/>
                </a:lnTo>
                <a:lnTo>
                  <a:pt x="18082" y="17860"/>
                </a:lnTo>
                <a:lnTo>
                  <a:pt x="18294" y="12365"/>
                </a:lnTo>
                <a:lnTo>
                  <a:pt x="18294" y="7080"/>
                </a:lnTo>
                <a:lnTo>
                  <a:pt x="18082" y="1585"/>
                </a:lnTo>
                <a:lnTo>
                  <a:pt x="17871" y="1056"/>
                </a:lnTo>
                <a:lnTo>
                  <a:pt x="16919" y="105"/>
                </a:lnTo>
                <a:lnTo>
                  <a:pt x="16284" y="105"/>
                </a:lnTo>
                <a:lnTo>
                  <a:pt x="13852" y="0"/>
                </a:lnTo>
                <a:close/>
              </a:path>
            </a:pathLst>
          </a:custGeom>
          <a:solidFill>
            <a:srgbClr val="000000"/>
          </a:solidFill>
        </p:spPr>
        <p:txBody>
          <a:bodyPr wrap="square" lIns="0" tIns="0" rIns="0" bIns="0" rtlCol="0"/>
          <a:lstStyle/>
          <a:p>
            <a:endParaRPr/>
          </a:p>
        </p:txBody>
      </p:sp>
      <p:sp>
        <p:nvSpPr>
          <p:cNvPr id="609" name="bg object 609"/>
          <p:cNvSpPr/>
          <p:nvPr/>
        </p:nvSpPr>
        <p:spPr>
          <a:xfrm>
            <a:off x="3775400" y="6141133"/>
            <a:ext cx="18415" cy="19685"/>
          </a:xfrm>
          <a:custGeom>
            <a:avLst/>
            <a:gdLst/>
            <a:ahLst/>
            <a:cxnLst/>
            <a:rect l="l" t="t" r="r" b="b"/>
            <a:pathLst>
              <a:path w="18414" h="19685">
                <a:moveTo>
                  <a:pt x="13852" y="0"/>
                </a:moveTo>
                <a:lnTo>
                  <a:pt x="6662" y="0"/>
                </a:lnTo>
                <a:lnTo>
                  <a:pt x="4229" y="105"/>
                </a:lnTo>
                <a:lnTo>
                  <a:pt x="1163" y="105"/>
                </a:lnTo>
                <a:lnTo>
                  <a:pt x="211" y="1162"/>
                </a:lnTo>
                <a:lnTo>
                  <a:pt x="211" y="1796"/>
                </a:lnTo>
                <a:lnTo>
                  <a:pt x="0" y="7292"/>
                </a:lnTo>
                <a:lnTo>
                  <a:pt x="0" y="12682"/>
                </a:lnTo>
                <a:lnTo>
                  <a:pt x="317" y="18072"/>
                </a:lnTo>
                <a:lnTo>
                  <a:pt x="317" y="18600"/>
                </a:lnTo>
                <a:lnTo>
                  <a:pt x="1268" y="19657"/>
                </a:lnTo>
                <a:lnTo>
                  <a:pt x="4335" y="19657"/>
                </a:lnTo>
                <a:lnTo>
                  <a:pt x="9199" y="19657"/>
                </a:lnTo>
                <a:lnTo>
                  <a:pt x="10151" y="19551"/>
                </a:lnTo>
                <a:lnTo>
                  <a:pt x="11209" y="19657"/>
                </a:lnTo>
                <a:lnTo>
                  <a:pt x="13535" y="19657"/>
                </a:lnTo>
                <a:lnTo>
                  <a:pt x="15438" y="19234"/>
                </a:lnTo>
                <a:lnTo>
                  <a:pt x="17976" y="18495"/>
                </a:lnTo>
                <a:lnTo>
                  <a:pt x="17976" y="17860"/>
                </a:lnTo>
                <a:lnTo>
                  <a:pt x="18294" y="12365"/>
                </a:lnTo>
                <a:lnTo>
                  <a:pt x="18188" y="7080"/>
                </a:lnTo>
                <a:lnTo>
                  <a:pt x="17976" y="1162"/>
                </a:lnTo>
                <a:lnTo>
                  <a:pt x="16919" y="105"/>
                </a:lnTo>
                <a:lnTo>
                  <a:pt x="16284" y="105"/>
                </a:lnTo>
                <a:close/>
              </a:path>
            </a:pathLst>
          </a:custGeom>
          <a:solidFill>
            <a:srgbClr val="000000"/>
          </a:solidFill>
        </p:spPr>
        <p:txBody>
          <a:bodyPr wrap="square" lIns="0" tIns="0" rIns="0" bIns="0" rtlCol="0"/>
          <a:lstStyle/>
          <a:p>
            <a:endParaRPr/>
          </a:p>
        </p:txBody>
      </p:sp>
      <p:sp>
        <p:nvSpPr>
          <p:cNvPr id="610" name="bg object 610"/>
          <p:cNvSpPr/>
          <p:nvPr/>
        </p:nvSpPr>
        <p:spPr>
          <a:xfrm>
            <a:off x="3775294" y="9027095"/>
            <a:ext cx="10160" cy="24765"/>
          </a:xfrm>
          <a:custGeom>
            <a:avLst/>
            <a:gdLst/>
            <a:ahLst/>
            <a:cxnLst/>
            <a:rect l="l" t="t" r="r" b="b"/>
            <a:pathLst>
              <a:path w="10160" h="24765">
                <a:moveTo>
                  <a:pt x="5710" y="0"/>
                </a:moveTo>
                <a:lnTo>
                  <a:pt x="2960" y="0"/>
                </a:lnTo>
                <a:lnTo>
                  <a:pt x="422" y="1056"/>
                </a:lnTo>
                <a:lnTo>
                  <a:pt x="422" y="1690"/>
                </a:lnTo>
                <a:lnTo>
                  <a:pt x="0" y="8771"/>
                </a:lnTo>
                <a:lnTo>
                  <a:pt x="0" y="15747"/>
                </a:lnTo>
                <a:lnTo>
                  <a:pt x="422" y="22828"/>
                </a:lnTo>
                <a:lnTo>
                  <a:pt x="422" y="23462"/>
                </a:lnTo>
                <a:lnTo>
                  <a:pt x="2960" y="24307"/>
                </a:lnTo>
                <a:lnTo>
                  <a:pt x="4335" y="24307"/>
                </a:lnTo>
                <a:lnTo>
                  <a:pt x="5816" y="24202"/>
                </a:lnTo>
                <a:lnTo>
                  <a:pt x="8142" y="23462"/>
                </a:lnTo>
                <a:lnTo>
                  <a:pt x="9199" y="19657"/>
                </a:lnTo>
                <a:lnTo>
                  <a:pt x="9305" y="16381"/>
                </a:lnTo>
                <a:lnTo>
                  <a:pt x="9517" y="13422"/>
                </a:lnTo>
                <a:lnTo>
                  <a:pt x="9305" y="9300"/>
                </a:lnTo>
                <a:lnTo>
                  <a:pt x="9199" y="5495"/>
                </a:lnTo>
                <a:lnTo>
                  <a:pt x="8353" y="1479"/>
                </a:lnTo>
                <a:lnTo>
                  <a:pt x="8142" y="739"/>
                </a:lnTo>
                <a:close/>
              </a:path>
            </a:pathLst>
          </a:custGeom>
          <a:solidFill>
            <a:srgbClr val="000000"/>
          </a:solidFill>
        </p:spPr>
        <p:txBody>
          <a:bodyPr wrap="square" lIns="0" tIns="0" rIns="0" bIns="0" rtlCol="0"/>
          <a:lstStyle/>
          <a:p>
            <a:endParaRPr/>
          </a:p>
        </p:txBody>
      </p:sp>
      <p:sp>
        <p:nvSpPr>
          <p:cNvPr id="611" name="bg object 611"/>
          <p:cNvSpPr/>
          <p:nvPr/>
        </p:nvSpPr>
        <p:spPr>
          <a:xfrm>
            <a:off x="16943652" y="8585645"/>
            <a:ext cx="485775" cy="1165225"/>
          </a:xfrm>
          <a:custGeom>
            <a:avLst/>
            <a:gdLst/>
            <a:ahLst/>
            <a:cxnLst/>
            <a:rect l="l" t="t" r="r" b="b"/>
            <a:pathLst>
              <a:path w="485775" h="1165225">
                <a:moveTo>
                  <a:pt x="0" y="0"/>
                </a:moveTo>
                <a:lnTo>
                  <a:pt x="0" y="1164710"/>
                </a:lnTo>
                <a:lnTo>
                  <a:pt x="485374" y="1164836"/>
                </a:lnTo>
                <a:lnTo>
                  <a:pt x="485374" y="217395"/>
                </a:lnTo>
                <a:lnTo>
                  <a:pt x="0" y="0"/>
                </a:lnTo>
                <a:close/>
              </a:path>
            </a:pathLst>
          </a:custGeom>
          <a:solidFill>
            <a:srgbClr val="000000"/>
          </a:solidFill>
        </p:spPr>
        <p:txBody>
          <a:bodyPr wrap="square" lIns="0" tIns="0" rIns="0" bIns="0" rtlCol="0"/>
          <a:lstStyle/>
          <a:p>
            <a:endParaRPr/>
          </a:p>
        </p:txBody>
      </p:sp>
      <p:sp>
        <p:nvSpPr>
          <p:cNvPr id="612" name="bg object 612"/>
          <p:cNvSpPr/>
          <p:nvPr/>
        </p:nvSpPr>
        <p:spPr>
          <a:xfrm>
            <a:off x="15900995" y="7214584"/>
            <a:ext cx="848360" cy="2536190"/>
          </a:xfrm>
          <a:custGeom>
            <a:avLst/>
            <a:gdLst/>
            <a:ahLst/>
            <a:cxnLst/>
            <a:rect l="l" t="t" r="r" b="b"/>
            <a:pathLst>
              <a:path w="848359" h="2536190">
                <a:moveTo>
                  <a:pt x="0" y="0"/>
                </a:moveTo>
                <a:lnTo>
                  <a:pt x="0" y="2535771"/>
                </a:lnTo>
                <a:lnTo>
                  <a:pt x="848084" y="2535771"/>
                </a:lnTo>
                <a:lnTo>
                  <a:pt x="848084" y="437116"/>
                </a:lnTo>
                <a:lnTo>
                  <a:pt x="0" y="0"/>
                </a:lnTo>
                <a:close/>
              </a:path>
            </a:pathLst>
          </a:custGeom>
          <a:solidFill>
            <a:srgbClr val="000000"/>
          </a:solidFill>
        </p:spPr>
        <p:txBody>
          <a:bodyPr wrap="square" lIns="0" tIns="0" rIns="0" bIns="0" rtlCol="0"/>
          <a:lstStyle/>
          <a:p>
            <a:endParaRPr/>
          </a:p>
        </p:txBody>
      </p:sp>
      <p:sp>
        <p:nvSpPr>
          <p:cNvPr id="613" name="bg object 613"/>
          <p:cNvSpPr/>
          <p:nvPr/>
        </p:nvSpPr>
        <p:spPr>
          <a:xfrm>
            <a:off x="14504088" y="5877024"/>
            <a:ext cx="1151890" cy="3873500"/>
          </a:xfrm>
          <a:custGeom>
            <a:avLst/>
            <a:gdLst/>
            <a:ahLst/>
            <a:cxnLst/>
            <a:rect l="l" t="t" r="r" b="b"/>
            <a:pathLst>
              <a:path w="1151890" h="3873500">
                <a:moveTo>
                  <a:pt x="3172" y="0"/>
                </a:moveTo>
                <a:lnTo>
                  <a:pt x="0" y="3873330"/>
                </a:lnTo>
                <a:lnTo>
                  <a:pt x="1151575" y="3873330"/>
                </a:lnTo>
                <a:lnTo>
                  <a:pt x="1151575" y="647431"/>
                </a:lnTo>
                <a:lnTo>
                  <a:pt x="3172" y="0"/>
                </a:lnTo>
                <a:close/>
              </a:path>
            </a:pathLst>
          </a:custGeom>
          <a:solidFill>
            <a:srgbClr val="000000"/>
          </a:solidFill>
        </p:spPr>
        <p:txBody>
          <a:bodyPr wrap="square" lIns="0" tIns="0" rIns="0" bIns="0" rtlCol="0"/>
          <a:lstStyle/>
          <a:p>
            <a:endParaRPr/>
          </a:p>
        </p:txBody>
      </p:sp>
      <p:sp>
        <p:nvSpPr>
          <p:cNvPr id="614" name="bg object 614"/>
          <p:cNvSpPr/>
          <p:nvPr/>
        </p:nvSpPr>
        <p:spPr>
          <a:xfrm>
            <a:off x="16916158" y="8585592"/>
            <a:ext cx="27940" cy="1165225"/>
          </a:xfrm>
          <a:custGeom>
            <a:avLst/>
            <a:gdLst/>
            <a:ahLst/>
            <a:cxnLst/>
            <a:rect l="l" t="t" r="r" b="b"/>
            <a:pathLst>
              <a:path w="27940" h="1165225">
                <a:moveTo>
                  <a:pt x="27918" y="0"/>
                </a:moveTo>
                <a:lnTo>
                  <a:pt x="0" y="0"/>
                </a:lnTo>
                <a:lnTo>
                  <a:pt x="0" y="1164762"/>
                </a:lnTo>
                <a:lnTo>
                  <a:pt x="27918" y="1164762"/>
                </a:lnTo>
                <a:lnTo>
                  <a:pt x="27918" y="0"/>
                </a:lnTo>
                <a:close/>
              </a:path>
            </a:pathLst>
          </a:custGeom>
          <a:solidFill>
            <a:srgbClr val="000000"/>
          </a:solidFill>
        </p:spPr>
        <p:txBody>
          <a:bodyPr wrap="square" lIns="0" tIns="0" rIns="0" bIns="0" rtlCol="0"/>
          <a:lstStyle/>
          <a:p>
            <a:endParaRPr/>
          </a:p>
        </p:txBody>
      </p:sp>
      <p:sp>
        <p:nvSpPr>
          <p:cNvPr id="615" name="bg object 615"/>
          <p:cNvSpPr/>
          <p:nvPr/>
        </p:nvSpPr>
        <p:spPr>
          <a:xfrm>
            <a:off x="15850237" y="7214530"/>
            <a:ext cx="50165" cy="2536190"/>
          </a:xfrm>
          <a:custGeom>
            <a:avLst/>
            <a:gdLst/>
            <a:ahLst/>
            <a:cxnLst/>
            <a:rect l="l" t="t" r="r" b="b"/>
            <a:pathLst>
              <a:path w="50165" h="2536190">
                <a:moveTo>
                  <a:pt x="50121" y="0"/>
                </a:moveTo>
                <a:lnTo>
                  <a:pt x="0" y="0"/>
                </a:lnTo>
                <a:lnTo>
                  <a:pt x="0" y="2535824"/>
                </a:lnTo>
                <a:lnTo>
                  <a:pt x="50121" y="2535824"/>
                </a:lnTo>
                <a:lnTo>
                  <a:pt x="50121" y="0"/>
                </a:lnTo>
                <a:close/>
              </a:path>
            </a:pathLst>
          </a:custGeom>
          <a:solidFill>
            <a:srgbClr val="000000"/>
          </a:solidFill>
        </p:spPr>
        <p:txBody>
          <a:bodyPr wrap="square" lIns="0" tIns="0" rIns="0" bIns="0" rtlCol="0"/>
          <a:lstStyle/>
          <a:p>
            <a:endParaRPr/>
          </a:p>
        </p:txBody>
      </p:sp>
      <p:sp>
        <p:nvSpPr>
          <p:cNvPr id="616" name="bg object 616"/>
          <p:cNvSpPr/>
          <p:nvPr/>
        </p:nvSpPr>
        <p:spPr>
          <a:xfrm>
            <a:off x="14478710" y="5877077"/>
            <a:ext cx="50165" cy="3873500"/>
          </a:xfrm>
          <a:custGeom>
            <a:avLst/>
            <a:gdLst/>
            <a:ahLst/>
            <a:cxnLst/>
            <a:rect l="l" t="t" r="r" b="b"/>
            <a:pathLst>
              <a:path w="50165" h="3873500">
                <a:moveTo>
                  <a:pt x="50123" y="0"/>
                </a:moveTo>
                <a:lnTo>
                  <a:pt x="0" y="0"/>
                </a:lnTo>
                <a:lnTo>
                  <a:pt x="0" y="3873277"/>
                </a:lnTo>
                <a:lnTo>
                  <a:pt x="50123" y="3873277"/>
                </a:lnTo>
                <a:lnTo>
                  <a:pt x="50123" y="0"/>
                </a:lnTo>
                <a:close/>
              </a:path>
            </a:pathLst>
          </a:custGeom>
          <a:solidFill>
            <a:srgbClr val="000000"/>
          </a:solidFill>
        </p:spPr>
        <p:txBody>
          <a:bodyPr wrap="square" lIns="0" tIns="0" rIns="0" bIns="0" rtlCol="0"/>
          <a:lstStyle/>
          <a:p>
            <a:endParaRPr/>
          </a:p>
        </p:txBody>
      </p:sp>
      <p:sp>
        <p:nvSpPr>
          <p:cNvPr id="617" name="bg object 617"/>
          <p:cNvSpPr/>
          <p:nvPr/>
        </p:nvSpPr>
        <p:spPr>
          <a:xfrm>
            <a:off x="15332081" y="6408096"/>
            <a:ext cx="484505" cy="1165225"/>
          </a:xfrm>
          <a:custGeom>
            <a:avLst/>
            <a:gdLst/>
            <a:ahLst/>
            <a:cxnLst/>
            <a:rect l="l" t="t" r="r" b="b"/>
            <a:pathLst>
              <a:path w="484505" h="1165225">
                <a:moveTo>
                  <a:pt x="484317" y="0"/>
                </a:moveTo>
                <a:lnTo>
                  <a:pt x="0" y="0"/>
                </a:lnTo>
                <a:lnTo>
                  <a:pt x="0" y="947367"/>
                </a:lnTo>
                <a:lnTo>
                  <a:pt x="484317" y="1164762"/>
                </a:lnTo>
                <a:lnTo>
                  <a:pt x="484317" y="0"/>
                </a:lnTo>
                <a:close/>
              </a:path>
            </a:pathLst>
          </a:custGeom>
          <a:solidFill>
            <a:srgbClr val="000000"/>
          </a:solidFill>
        </p:spPr>
        <p:txBody>
          <a:bodyPr wrap="square" lIns="0" tIns="0" rIns="0" bIns="0" rtlCol="0"/>
          <a:lstStyle/>
          <a:p>
            <a:endParaRPr/>
          </a:p>
        </p:txBody>
      </p:sp>
      <p:sp>
        <p:nvSpPr>
          <p:cNvPr id="618" name="bg object 618"/>
          <p:cNvSpPr/>
          <p:nvPr/>
        </p:nvSpPr>
        <p:spPr>
          <a:xfrm>
            <a:off x="16012028" y="6408096"/>
            <a:ext cx="848360" cy="2536190"/>
          </a:xfrm>
          <a:custGeom>
            <a:avLst/>
            <a:gdLst/>
            <a:ahLst/>
            <a:cxnLst/>
            <a:rect l="l" t="t" r="r" b="b"/>
            <a:pathLst>
              <a:path w="848359" h="2536190">
                <a:moveTo>
                  <a:pt x="848084" y="0"/>
                </a:moveTo>
                <a:lnTo>
                  <a:pt x="0" y="0"/>
                </a:lnTo>
                <a:lnTo>
                  <a:pt x="0" y="2098602"/>
                </a:lnTo>
                <a:lnTo>
                  <a:pt x="848084" y="2535824"/>
                </a:lnTo>
                <a:lnTo>
                  <a:pt x="848084" y="0"/>
                </a:lnTo>
                <a:close/>
              </a:path>
            </a:pathLst>
          </a:custGeom>
          <a:solidFill>
            <a:srgbClr val="000000"/>
          </a:solidFill>
        </p:spPr>
        <p:txBody>
          <a:bodyPr wrap="square" lIns="0" tIns="0" rIns="0" bIns="0" rtlCol="0"/>
          <a:lstStyle/>
          <a:p>
            <a:endParaRPr/>
          </a:p>
        </p:txBody>
      </p:sp>
      <p:sp>
        <p:nvSpPr>
          <p:cNvPr id="619" name="bg object 619"/>
          <p:cNvSpPr/>
          <p:nvPr/>
        </p:nvSpPr>
        <p:spPr>
          <a:xfrm>
            <a:off x="17105444" y="6408096"/>
            <a:ext cx="1151890" cy="3873500"/>
          </a:xfrm>
          <a:custGeom>
            <a:avLst/>
            <a:gdLst/>
            <a:ahLst/>
            <a:cxnLst/>
            <a:rect l="l" t="t" r="r" b="b"/>
            <a:pathLst>
              <a:path w="1151890" h="3873500">
                <a:moveTo>
                  <a:pt x="1151575" y="0"/>
                </a:moveTo>
                <a:lnTo>
                  <a:pt x="0" y="0"/>
                </a:lnTo>
                <a:lnTo>
                  <a:pt x="0" y="3225836"/>
                </a:lnTo>
                <a:lnTo>
                  <a:pt x="1148403" y="3873269"/>
                </a:lnTo>
                <a:lnTo>
                  <a:pt x="1151575" y="0"/>
                </a:lnTo>
                <a:close/>
              </a:path>
            </a:pathLst>
          </a:custGeom>
          <a:solidFill>
            <a:srgbClr val="000000"/>
          </a:solidFill>
        </p:spPr>
        <p:txBody>
          <a:bodyPr wrap="square" lIns="0" tIns="0" rIns="0" bIns="0" rtlCol="0"/>
          <a:lstStyle/>
          <a:p>
            <a:endParaRPr/>
          </a:p>
        </p:txBody>
      </p:sp>
      <p:sp>
        <p:nvSpPr>
          <p:cNvPr id="620" name="bg object 620"/>
          <p:cNvSpPr/>
          <p:nvPr/>
        </p:nvSpPr>
        <p:spPr>
          <a:xfrm>
            <a:off x="15816398" y="6408096"/>
            <a:ext cx="27940" cy="1165225"/>
          </a:xfrm>
          <a:custGeom>
            <a:avLst/>
            <a:gdLst/>
            <a:ahLst/>
            <a:cxnLst/>
            <a:rect l="l" t="t" r="r" b="b"/>
            <a:pathLst>
              <a:path w="27940" h="1165225">
                <a:moveTo>
                  <a:pt x="27918" y="0"/>
                </a:moveTo>
                <a:lnTo>
                  <a:pt x="0" y="0"/>
                </a:lnTo>
                <a:lnTo>
                  <a:pt x="0" y="1164762"/>
                </a:lnTo>
                <a:lnTo>
                  <a:pt x="27918" y="1164762"/>
                </a:lnTo>
                <a:lnTo>
                  <a:pt x="27918" y="0"/>
                </a:lnTo>
                <a:close/>
              </a:path>
            </a:pathLst>
          </a:custGeom>
          <a:solidFill>
            <a:srgbClr val="000000"/>
          </a:solidFill>
        </p:spPr>
        <p:txBody>
          <a:bodyPr wrap="square" lIns="0" tIns="0" rIns="0" bIns="0" rtlCol="0"/>
          <a:lstStyle/>
          <a:p>
            <a:endParaRPr/>
          </a:p>
        </p:txBody>
      </p:sp>
      <p:sp>
        <p:nvSpPr>
          <p:cNvPr id="621" name="bg object 621"/>
          <p:cNvSpPr/>
          <p:nvPr/>
        </p:nvSpPr>
        <p:spPr>
          <a:xfrm>
            <a:off x="16860113" y="6408096"/>
            <a:ext cx="50165" cy="2536190"/>
          </a:xfrm>
          <a:custGeom>
            <a:avLst/>
            <a:gdLst/>
            <a:ahLst/>
            <a:cxnLst/>
            <a:rect l="l" t="t" r="r" b="b"/>
            <a:pathLst>
              <a:path w="50165" h="2536190">
                <a:moveTo>
                  <a:pt x="50121" y="0"/>
                </a:moveTo>
                <a:lnTo>
                  <a:pt x="0" y="0"/>
                </a:lnTo>
                <a:lnTo>
                  <a:pt x="0" y="2535824"/>
                </a:lnTo>
                <a:lnTo>
                  <a:pt x="50121" y="2535824"/>
                </a:lnTo>
                <a:lnTo>
                  <a:pt x="50121" y="0"/>
                </a:lnTo>
                <a:close/>
              </a:path>
            </a:pathLst>
          </a:custGeom>
          <a:solidFill>
            <a:srgbClr val="000000"/>
          </a:solidFill>
        </p:spPr>
        <p:txBody>
          <a:bodyPr wrap="square" lIns="0" tIns="0" rIns="0" bIns="0" rtlCol="0"/>
          <a:lstStyle/>
          <a:p>
            <a:endParaRPr/>
          </a:p>
        </p:txBody>
      </p:sp>
      <p:sp>
        <p:nvSpPr>
          <p:cNvPr id="622" name="bg object 622"/>
          <p:cNvSpPr/>
          <p:nvPr/>
        </p:nvSpPr>
        <p:spPr>
          <a:xfrm>
            <a:off x="18231640" y="6408087"/>
            <a:ext cx="50165" cy="3873500"/>
          </a:xfrm>
          <a:custGeom>
            <a:avLst/>
            <a:gdLst/>
            <a:ahLst/>
            <a:cxnLst/>
            <a:rect l="l" t="t" r="r" b="b"/>
            <a:pathLst>
              <a:path w="50165" h="3873500">
                <a:moveTo>
                  <a:pt x="50123" y="0"/>
                </a:moveTo>
                <a:lnTo>
                  <a:pt x="0" y="0"/>
                </a:lnTo>
                <a:lnTo>
                  <a:pt x="0" y="3873277"/>
                </a:lnTo>
                <a:lnTo>
                  <a:pt x="50123" y="3873277"/>
                </a:lnTo>
                <a:lnTo>
                  <a:pt x="50123" y="0"/>
                </a:lnTo>
                <a:close/>
              </a:path>
            </a:pathLst>
          </a:custGeom>
          <a:solidFill>
            <a:srgbClr val="000000"/>
          </a:solidFill>
        </p:spPr>
        <p:txBody>
          <a:bodyPr wrap="square" lIns="0" tIns="0" rIns="0" bIns="0" rtlCol="0"/>
          <a:lstStyle/>
          <a:p>
            <a:endParaRPr/>
          </a:p>
        </p:txBody>
      </p:sp>
      <p:sp>
        <p:nvSpPr>
          <p:cNvPr id="2" name="Holder 2"/>
          <p:cNvSpPr>
            <a:spLocks noGrp="1"/>
          </p:cNvSpPr>
          <p:nvPr>
            <p:ph type="title"/>
          </p:nvPr>
        </p:nvSpPr>
        <p:spPr>
          <a:xfrm>
            <a:off x="63500" y="-354980"/>
            <a:ext cx="18161000" cy="3883025"/>
          </a:xfrm>
          <a:prstGeom prst="rect">
            <a:avLst/>
          </a:prstGeom>
        </p:spPr>
        <p:txBody>
          <a:bodyPr wrap="square" lIns="0" tIns="0" rIns="0" bIns="0">
            <a:spAutoFit/>
          </a:bodyPr>
          <a:lstStyle>
            <a:lvl1pPr>
              <a:defRPr sz="7550" b="1" i="0">
                <a:solidFill>
                  <a:srgbClr val="D6FCFF"/>
                </a:solidFill>
                <a:latin typeface="Arial"/>
                <a:cs typeface="Arial"/>
              </a:defRPr>
            </a:lvl1pPr>
          </a:lstStyle>
          <a:p>
            <a:endParaRPr/>
          </a:p>
        </p:txBody>
      </p:sp>
      <p:sp>
        <p:nvSpPr>
          <p:cNvPr id="3" name="Holder 3"/>
          <p:cNvSpPr>
            <a:spLocks noGrp="1"/>
          </p:cNvSpPr>
          <p:nvPr>
            <p:ph type="body" idx="1"/>
          </p:nvPr>
        </p:nvSpPr>
        <p:spPr>
          <a:xfrm>
            <a:off x="2514980" y="1594536"/>
            <a:ext cx="12868275" cy="6873875"/>
          </a:xfrm>
          <a:prstGeom prst="rect">
            <a:avLst/>
          </a:prstGeom>
        </p:spPr>
        <p:txBody>
          <a:bodyPr wrap="square" lIns="0" tIns="0" rIns="0" bIns="0">
            <a:spAutoFit/>
          </a:bodyPr>
          <a:lstStyle>
            <a:lvl1pPr>
              <a:defRPr sz="3550" b="0" i="0">
                <a:solidFill>
                  <a:srgbClr val="D6FCFF"/>
                </a:solidFill>
                <a:latin typeface="Times New Roman"/>
                <a:cs typeface="Times New Roman"/>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4/6/2025</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17" Type="http://schemas.openxmlformats.org/officeDocument/2006/relationships/image" Target="../media/image116.png"/><Relationship Id="rId299" Type="http://schemas.openxmlformats.org/officeDocument/2006/relationships/image" Target="../media/image552.png"/><Relationship Id="rId21" Type="http://schemas.openxmlformats.org/officeDocument/2006/relationships/image" Target="../media/image20.png"/><Relationship Id="rId63" Type="http://schemas.openxmlformats.org/officeDocument/2006/relationships/image" Target="../media/image62.png"/><Relationship Id="rId159" Type="http://schemas.openxmlformats.org/officeDocument/2006/relationships/image" Target="../media/image158.png"/><Relationship Id="rId324" Type="http://schemas.openxmlformats.org/officeDocument/2006/relationships/image" Target="../media/image577.png"/><Relationship Id="rId366" Type="http://schemas.openxmlformats.org/officeDocument/2006/relationships/image" Target="../media/image617.png"/><Relationship Id="rId170" Type="http://schemas.openxmlformats.org/officeDocument/2006/relationships/image" Target="../media/image169.png"/><Relationship Id="rId226" Type="http://schemas.openxmlformats.org/officeDocument/2006/relationships/image" Target="../media/image225.png"/><Relationship Id="rId433" Type="http://schemas.openxmlformats.org/officeDocument/2006/relationships/image" Target="../media/image683.png"/><Relationship Id="rId268" Type="http://schemas.openxmlformats.org/officeDocument/2006/relationships/image" Target="../media/image521.png"/><Relationship Id="rId475" Type="http://schemas.openxmlformats.org/officeDocument/2006/relationships/image" Target="../media/image725.png"/><Relationship Id="rId32" Type="http://schemas.openxmlformats.org/officeDocument/2006/relationships/image" Target="../media/image31.png"/><Relationship Id="rId74" Type="http://schemas.openxmlformats.org/officeDocument/2006/relationships/image" Target="../media/image73.png"/><Relationship Id="rId128" Type="http://schemas.openxmlformats.org/officeDocument/2006/relationships/image" Target="../media/image127.png"/><Relationship Id="rId335" Type="http://schemas.openxmlformats.org/officeDocument/2006/relationships/image" Target="../media/image588.png"/><Relationship Id="rId377" Type="http://schemas.openxmlformats.org/officeDocument/2006/relationships/image" Target="../media/image628.png"/><Relationship Id="rId500" Type="http://schemas.openxmlformats.org/officeDocument/2006/relationships/image" Target="../media/image750.png"/><Relationship Id="rId5" Type="http://schemas.openxmlformats.org/officeDocument/2006/relationships/image" Target="../media/image4.png"/><Relationship Id="rId181" Type="http://schemas.openxmlformats.org/officeDocument/2006/relationships/image" Target="../media/image180.png"/><Relationship Id="rId237" Type="http://schemas.openxmlformats.org/officeDocument/2006/relationships/image" Target="../media/image236.png"/><Relationship Id="rId402" Type="http://schemas.openxmlformats.org/officeDocument/2006/relationships/image" Target="../media/image652.png"/><Relationship Id="rId279" Type="http://schemas.openxmlformats.org/officeDocument/2006/relationships/image" Target="../media/image532.png"/><Relationship Id="rId444" Type="http://schemas.openxmlformats.org/officeDocument/2006/relationships/image" Target="../media/image694.png"/><Relationship Id="rId486" Type="http://schemas.openxmlformats.org/officeDocument/2006/relationships/image" Target="../media/image736.png"/><Relationship Id="rId43" Type="http://schemas.openxmlformats.org/officeDocument/2006/relationships/image" Target="../media/image42.png"/><Relationship Id="rId139" Type="http://schemas.openxmlformats.org/officeDocument/2006/relationships/image" Target="../media/image138.png"/><Relationship Id="rId290" Type="http://schemas.openxmlformats.org/officeDocument/2006/relationships/image" Target="../media/image543.png"/><Relationship Id="rId304" Type="http://schemas.openxmlformats.org/officeDocument/2006/relationships/image" Target="../media/image557.png"/><Relationship Id="rId346" Type="http://schemas.openxmlformats.org/officeDocument/2006/relationships/image" Target="../media/image597.png"/><Relationship Id="rId388" Type="http://schemas.openxmlformats.org/officeDocument/2006/relationships/image" Target="../media/image639.png"/><Relationship Id="rId511" Type="http://schemas.openxmlformats.org/officeDocument/2006/relationships/image" Target="../media/image761.png"/><Relationship Id="rId85" Type="http://schemas.openxmlformats.org/officeDocument/2006/relationships/image" Target="../media/image84.png"/><Relationship Id="rId150" Type="http://schemas.openxmlformats.org/officeDocument/2006/relationships/image" Target="../media/image149.png"/><Relationship Id="rId192" Type="http://schemas.openxmlformats.org/officeDocument/2006/relationships/image" Target="../media/image191.png"/><Relationship Id="rId206" Type="http://schemas.openxmlformats.org/officeDocument/2006/relationships/image" Target="../media/image205.png"/><Relationship Id="rId413" Type="http://schemas.openxmlformats.org/officeDocument/2006/relationships/image" Target="../media/image663.png"/><Relationship Id="rId248" Type="http://schemas.openxmlformats.org/officeDocument/2006/relationships/image" Target="../media/image247.png"/><Relationship Id="rId455" Type="http://schemas.openxmlformats.org/officeDocument/2006/relationships/image" Target="../media/image705.png"/><Relationship Id="rId497" Type="http://schemas.openxmlformats.org/officeDocument/2006/relationships/image" Target="../media/image747.png"/><Relationship Id="rId12" Type="http://schemas.openxmlformats.org/officeDocument/2006/relationships/image" Target="../media/image11.png"/><Relationship Id="rId108" Type="http://schemas.openxmlformats.org/officeDocument/2006/relationships/image" Target="../media/image107.png"/><Relationship Id="rId315" Type="http://schemas.openxmlformats.org/officeDocument/2006/relationships/image" Target="../media/image568.png"/><Relationship Id="rId357" Type="http://schemas.openxmlformats.org/officeDocument/2006/relationships/image" Target="../media/image608.png"/><Relationship Id="rId54" Type="http://schemas.openxmlformats.org/officeDocument/2006/relationships/image" Target="../media/image53.png"/><Relationship Id="rId96" Type="http://schemas.openxmlformats.org/officeDocument/2006/relationships/image" Target="../media/image95.png"/><Relationship Id="rId161" Type="http://schemas.openxmlformats.org/officeDocument/2006/relationships/image" Target="../media/image160.png"/><Relationship Id="rId217" Type="http://schemas.openxmlformats.org/officeDocument/2006/relationships/image" Target="../media/image216.png"/><Relationship Id="rId399" Type="http://schemas.openxmlformats.org/officeDocument/2006/relationships/image" Target="../media/image649.png"/><Relationship Id="rId259" Type="http://schemas.openxmlformats.org/officeDocument/2006/relationships/image" Target="../media/image512.png"/><Relationship Id="rId424" Type="http://schemas.openxmlformats.org/officeDocument/2006/relationships/image" Target="../media/image674.png"/><Relationship Id="rId466" Type="http://schemas.openxmlformats.org/officeDocument/2006/relationships/image" Target="../media/image716.png"/><Relationship Id="rId23" Type="http://schemas.openxmlformats.org/officeDocument/2006/relationships/image" Target="../media/image22.png"/><Relationship Id="rId119" Type="http://schemas.openxmlformats.org/officeDocument/2006/relationships/image" Target="../media/image118.png"/><Relationship Id="rId270" Type="http://schemas.openxmlformats.org/officeDocument/2006/relationships/image" Target="../media/image523.png"/><Relationship Id="rId326" Type="http://schemas.openxmlformats.org/officeDocument/2006/relationships/image" Target="../media/image579.png"/><Relationship Id="rId65" Type="http://schemas.openxmlformats.org/officeDocument/2006/relationships/image" Target="../media/image64.png"/><Relationship Id="rId130" Type="http://schemas.openxmlformats.org/officeDocument/2006/relationships/image" Target="../media/image129.png"/><Relationship Id="rId368" Type="http://schemas.openxmlformats.org/officeDocument/2006/relationships/image" Target="../media/image619.png"/><Relationship Id="rId172" Type="http://schemas.openxmlformats.org/officeDocument/2006/relationships/image" Target="../media/image171.png"/><Relationship Id="rId228" Type="http://schemas.openxmlformats.org/officeDocument/2006/relationships/image" Target="../media/image227.png"/><Relationship Id="rId435" Type="http://schemas.openxmlformats.org/officeDocument/2006/relationships/image" Target="../media/image685.png"/><Relationship Id="rId477" Type="http://schemas.openxmlformats.org/officeDocument/2006/relationships/image" Target="../media/image727.png"/><Relationship Id="rId281" Type="http://schemas.openxmlformats.org/officeDocument/2006/relationships/image" Target="../media/image534.png"/><Relationship Id="rId337" Type="http://schemas.openxmlformats.org/officeDocument/2006/relationships/image" Target="../media/image590.png"/><Relationship Id="rId502" Type="http://schemas.openxmlformats.org/officeDocument/2006/relationships/image" Target="../media/image752.png"/><Relationship Id="rId34" Type="http://schemas.openxmlformats.org/officeDocument/2006/relationships/image" Target="../media/image33.png"/><Relationship Id="rId76" Type="http://schemas.openxmlformats.org/officeDocument/2006/relationships/image" Target="../media/image75.png"/><Relationship Id="rId141" Type="http://schemas.openxmlformats.org/officeDocument/2006/relationships/image" Target="../media/image140.png"/><Relationship Id="rId379" Type="http://schemas.openxmlformats.org/officeDocument/2006/relationships/image" Target="../media/image630.png"/><Relationship Id="rId7" Type="http://schemas.openxmlformats.org/officeDocument/2006/relationships/image" Target="../media/image6.png"/><Relationship Id="rId183" Type="http://schemas.openxmlformats.org/officeDocument/2006/relationships/image" Target="../media/image182.png"/><Relationship Id="rId239" Type="http://schemas.openxmlformats.org/officeDocument/2006/relationships/image" Target="../media/image238.png"/><Relationship Id="rId390" Type="http://schemas.openxmlformats.org/officeDocument/2006/relationships/image" Target="../media/image641.png"/><Relationship Id="rId404" Type="http://schemas.openxmlformats.org/officeDocument/2006/relationships/image" Target="../media/image654.png"/><Relationship Id="rId446" Type="http://schemas.openxmlformats.org/officeDocument/2006/relationships/image" Target="../media/image696.png"/><Relationship Id="rId250" Type="http://schemas.openxmlformats.org/officeDocument/2006/relationships/image" Target="../media/image249.png"/><Relationship Id="rId292" Type="http://schemas.openxmlformats.org/officeDocument/2006/relationships/image" Target="../media/image545.png"/><Relationship Id="rId306" Type="http://schemas.openxmlformats.org/officeDocument/2006/relationships/image" Target="../media/image559.png"/><Relationship Id="rId488" Type="http://schemas.openxmlformats.org/officeDocument/2006/relationships/image" Target="../media/image738.png"/><Relationship Id="rId45" Type="http://schemas.openxmlformats.org/officeDocument/2006/relationships/image" Target="../media/image44.png"/><Relationship Id="rId87" Type="http://schemas.openxmlformats.org/officeDocument/2006/relationships/image" Target="../media/image86.png"/><Relationship Id="rId110" Type="http://schemas.openxmlformats.org/officeDocument/2006/relationships/image" Target="../media/image109.png"/><Relationship Id="rId348" Type="http://schemas.openxmlformats.org/officeDocument/2006/relationships/image" Target="../media/image599.png"/><Relationship Id="rId152" Type="http://schemas.openxmlformats.org/officeDocument/2006/relationships/image" Target="../media/image151.png"/><Relationship Id="rId194" Type="http://schemas.openxmlformats.org/officeDocument/2006/relationships/image" Target="../media/image193.png"/><Relationship Id="rId208" Type="http://schemas.openxmlformats.org/officeDocument/2006/relationships/image" Target="../media/image207.png"/><Relationship Id="rId415" Type="http://schemas.openxmlformats.org/officeDocument/2006/relationships/image" Target="../media/image665.png"/><Relationship Id="rId457" Type="http://schemas.openxmlformats.org/officeDocument/2006/relationships/image" Target="../media/image707.png"/><Relationship Id="rId261" Type="http://schemas.openxmlformats.org/officeDocument/2006/relationships/image" Target="../media/image514.png"/><Relationship Id="rId499" Type="http://schemas.openxmlformats.org/officeDocument/2006/relationships/image" Target="../media/image749.png"/><Relationship Id="rId14" Type="http://schemas.openxmlformats.org/officeDocument/2006/relationships/image" Target="../media/image13.png"/><Relationship Id="rId56" Type="http://schemas.openxmlformats.org/officeDocument/2006/relationships/image" Target="../media/image55.png"/><Relationship Id="rId317" Type="http://schemas.openxmlformats.org/officeDocument/2006/relationships/image" Target="../media/image570.png"/><Relationship Id="rId359" Type="http://schemas.openxmlformats.org/officeDocument/2006/relationships/image" Target="../media/image610.png"/><Relationship Id="rId98" Type="http://schemas.openxmlformats.org/officeDocument/2006/relationships/image" Target="../media/image97.png"/><Relationship Id="rId121" Type="http://schemas.openxmlformats.org/officeDocument/2006/relationships/image" Target="../media/image120.png"/><Relationship Id="rId163" Type="http://schemas.openxmlformats.org/officeDocument/2006/relationships/image" Target="../media/image162.png"/><Relationship Id="rId219" Type="http://schemas.openxmlformats.org/officeDocument/2006/relationships/image" Target="../media/image218.png"/><Relationship Id="rId370" Type="http://schemas.openxmlformats.org/officeDocument/2006/relationships/image" Target="../media/image621.png"/><Relationship Id="rId426" Type="http://schemas.openxmlformats.org/officeDocument/2006/relationships/image" Target="../media/image676.png"/><Relationship Id="rId230" Type="http://schemas.openxmlformats.org/officeDocument/2006/relationships/image" Target="../media/image229.png"/><Relationship Id="rId468" Type="http://schemas.openxmlformats.org/officeDocument/2006/relationships/image" Target="../media/image718.png"/><Relationship Id="rId25" Type="http://schemas.openxmlformats.org/officeDocument/2006/relationships/image" Target="../media/image24.png"/><Relationship Id="rId67" Type="http://schemas.openxmlformats.org/officeDocument/2006/relationships/image" Target="../media/image66.png"/><Relationship Id="rId272" Type="http://schemas.openxmlformats.org/officeDocument/2006/relationships/image" Target="../media/image525.png"/><Relationship Id="rId328" Type="http://schemas.openxmlformats.org/officeDocument/2006/relationships/image" Target="../media/image581.png"/><Relationship Id="rId132" Type="http://schemas.openxmlformats.org/officeDocument/2006/relationships/image" Target="../media/image131.png"/><Relationship Id="rId174" Type="http://schemas.openxmlformats.org/officeDocument/2006/relationships/image" Target="../media/image173.png"/><Relationship Id="rId381" Type="http://schemas.openxmlformats.org/officeDocument/2006/relationships/image" Target="../media/image632.png"/><Relationship Id="rId241" Type="http://schemas.openxmlformats.org/officeDocument/2006/relationships/image" Target="../media/image240.png"/><Relationship Id="rId437" Type="http://schemas.openxmlformats.org/officeDocument/2006/relationships/image" Target="../media/image687.png"/><Relationship Id="rId479" Type="http://schemas.openxmlformats.org/officeDocument/2006/relationships/image" Target="../media/image729.png"/><Relationship Id="rId36" Type="http://schemas.openxmlformats.org/officeDocument/2006/relationships/image" Target="../media/image35.png"/><Relationship Id="rId283" Type="http://schemas.openxmlformats.org/officeDocument/2006/relationships/image" Target="../media/image536.png"/><Relationship Id="rId339" Type="http://schemas.openxmlformats.org/officeDocument/2006/relationships/image" Target="../media/image591.png"/><Relationship Id="rId490" Type="http://schemas.openxmlformats.org/officeDocument/2006/relationships/image" Target="../media/image740.png"/><Relationship Id="rId504" Type="http://schemas.openxmlformats.org/officeDocument/2006/relationships/image" Target="../media/image754.png"/><Relationship Id="rId78" Type="http://schemas.openxmlformats.org/officeDocument/2006/relationships/image" Target="../media/image77.png"/><Relationship Id="rId101" Type="http://schemas.openxmlformats.org/officeDocument/2006/relationships/image" Target="../media/image100.png"/><Relationship Id="rId143" Type="http://schemas.openxmlformats.org/officeDocument/2006/relationships/image" Target="../media/image142.png"/><Relationship Id="rId185" Type="http://schemas.openxmlformats.org/officeDocument/2006/relationships/image" Target="../media/image184.png"/><Relationship Id="rId350" Type="http://schemas.openxmlformats.org/officeDocument/2006/relationships/image" Target="../media/image601.png"/><Relationship Id="rId406" Type="http://schemas.openxmlformats.org/officeDocument/2006/relationships/image" Target="../media/image656.png"/><Relationship Id="rId9" Type="http://schemas.openxmlformats.org/officeDocument/2006/relationships/image" Target="../media/image8.png"/><Relationship Id="rId210" Type="http://schemas.openxmlformats.org/officeDocument/2006/relationships/image" Target="../media/image209.png"/><Relationship Id="rId392" Type="http://schemas.openxmlformats.org/officeDocument/2006/relationships/image" Target="../media/image643.png"/><Relationship Id="rId448" Type="http://schemas.openxmlformats.org/officeDocument/2006/relationships/image" Target="../media/image698.png"/><Relationship Id="rId252" Type="http://schemas.openxmlformats.org/officeDocument/2006/relationships/image" Target="../media/image251.png"/><Relationship Id="rId294" Type="http://schemas.openxmlformats.org/officeDocument/2006/relationships/image" Target="../media/image547.png"/><Relationship Id="rId308" Type="http://schemas.openxmlformats.org/officeDocument/2006/relationships/image" Target="../media/image561.png"/><Relationship Id="rId47" Type="http://schemas.openxmlformats.org/officeDocument/2006/relationships/image" Target="../media/image46.png"/><Relationship Id="rId89" Type="http://schemas.openxmlformats.org/officeDocument/2006/relationships/image" Target="../media/image88.png"/><Relationship Id="rId112" Type="http://schemas.openxmlformats.org/officeDocument/2006/relationships/image" Target="../media/image111.png"/><Relationship Id="rId154" Type="http://schemas.openxmlformats.org/officeDocument/2006/relationships/image" Target="../media/image153.png"/><Relationship Id="rId361" Type="http://schemas.openxmlformats.org/officeDocument/2006/relationships/image" Target="../media/image612.png"/><Relationship Id="rId196" Type="http://schemas.openxmlformats.org/officeDocument/2006/relationships/image" Target="../media/image195.png"/><Relationship Id="rId417" Type="http://schemas.openxmlformats.org/officeDocument/2006/relationships/image" Target="../media/image667.png"/><Relationship Id="rId459" Type="http://schemas.openxmlformats.org/officeDocument/2006/relationships/image" Target="../media/image709.png"/><Relationship Id="rId16" Type="http://schemas.openxmlformats.org/officeDocument/2006/relationships/image" Target="../media/image15.png"/><Relationship Id="rId221" Type="http://schemas.openxmlformats.org/officeDocument/2006/relationships/image" Target="../media/image220.png"/><Relationship Id="rId263" Type="http://schemas.openxmlformats.org/officeDocument/2006/relationships/image" Target="../media/image516.png"/><Relationship Id="rId319" Type="http://schemas.openxmlformats.org/officeDocument/2006/relationships/image" Target="../media/image572.png"/><Relationship Id="rId470" Type="http://schemas.openxmlformats.org/officeDocument/2006/relationships/image" Target="../media/image720.png"/><Relationship Id="rId58" Type="http://schemas.openxmlformats.org/officeDocument/2006/relationships/image" Target="../media/image57.png"/><Relationship Id="rId123" Type="http://schemas.openxmlformats.org/officeDocument/2006/relationships/image" Target="../media/image122.png"/><Relationship Id="rId330" Type="http://schemas.openxmlformats.org/officeDocument/2006/relationships/image" Target="../media/image583.png"/><Relationship Id="rId165" Type="http://schemas.openxmlformats.org/officeDocument/2006/relationships/image" Target="../media/image164.png"/><Relationship Id="rId372" Type="http://schemas.openxmlformats.org/officeDocument/2006/relationships/image" Target="../media/image623.png"/><Relationship Id="rId428" Type="http://schemas.openxmlformats.org/officeDocument/2006/relationships/image" Target="../media/image678.png"/><Relationship Id="rId232" Type="http://schemas.openxmlformats.org/officeDocument/2006/relationships/image" Target="../media/image231.png"/><Relationship Id="rId274" Type="http://schemas.openxmlformats.org/officeDocument/2006/relationships/image" Target="../media/image527.png"/><Relationship Id="rId481" Type="http://schemas.openxmlformats.org/officeDocument/2006/relationships/image" Target="../media/image731.png"/><Relationship Id="rId27" Type="http://schemas.openxmlformats.org/officeDocument/2006/relationships/image" Target="../media/image26.png"/><Relationship Id="rId69" Type="http://schemas.openxmlformats.org/officeDocument/2006/relationships/image" Target="../media/image68.png"/><Relationship Id="rId134" Type="http://schemas.openxmlformats.org/officeDocument/2006/relationships/image" Target="../media/image133.png"/><Relationship Id="rId80" Type="http://schemas.openxmlformats.org/officeDocument/2006/relationships/image" Target="../media/image79.png"/><Relationship Id="rId176" Type="http://schemas.openxmlformats.org/officeDocument/2006/relationships/image" Target="../media/image175.png"/><Relationship Id="rId341" Type="http://schemas.openxmlformats.org/officeDocument/2006/relationships/image" Target="../media/image593.png"/><Relationship Id="rId383" Type="http://schemas.openxmlformats.org/officeDocument/2006/relationships/image" Target="../media/image634.png"/><Relationship Id="rId439" Type="http://schemas.openxmlformats.org/officeDocument/2006/relationships/image" Target="../media/image689.png"/><Relationship Id="rId201" Type="http://schemas.openxmlformats.org/officeDocument/2006/relationships/image" Target="../media/image200.png"/><Relationship Id="rId243" Type="http://schemas.openxmlformats.org/officeDocument/2006/relationships/image" Target="../media/image242.png"/><Relationship Id="rId285" Type="http://schemas.openxmlformats.org/officeDocument/2006/relationships/image" Target="../media/image538.png"/><Relationship Id="rId450" Type="http://schemas.openxmlformats.org/officeDocument/2006/relationships/image" Target="../media/image700.png"/><Relationship Id="rId506" Type="http://schemas.openxmlformats.org/officeDocument/2006/relationships/image" Target="../media/image756.png"/><Relationship Id="rId38" Type="http://schemas.openxmlformats.org/officeDocument/2006/relationships/image" Target="../media/image37.png"/><Relationship Id="rId103" Type="http://schemas.openxmlformats.org/officeDocument/2006/relationships/image" Target="../media/image102.png"/><Relationship Id="rId310" Type="http://schemas.openxmlformats.org/officeDocument/2006/relationships/image" Target="../media/image563.png"/><Relationship Id="rId492" Type="http://schemas.openxmlformats.org/officeDocument/2006/relationships/image" Target="../media/image742.png"/><Relationship Id="rId91" Type="http://schemas.openxmlformats.org/officeDocument/2006/relationships/image" Target="../media/image90.png"/><Relationship Id="rId145" Type="http://schemas.openxmlformats.org/officeDocument/2006/relationships/image" Target="../media/image144.png"/><Relationship Id="rId187" Type="http://schemas.openxmlformats.org/officeDocument/2006/relationships/image" Target="../media/image186.png"/><Relationship Id="rId352" Type="http://schemas.openxmlformats.org/officeDocument/2006/relationships/image" Target="../media/image603.png"/><Relationship Id="rId394" Type="http://schemas.openxmlformats.org/officeDocument/2006/relationships/image" Target="../media/image393.png"/><Relationship Id="rId408" Type="http://schemas.openxmlformats.org/officeDocument/2006/relationships/image" Target="../media/image658.png"/><Relationship Id="rId212" Type="http://schemas.openxmlformats.org/officeDocument/2006/relationships/image" Target="../media/image211.png"/><Relationship Id="rId254" Type="http://schemas.openxmlformats.org/officeDocument/2006/relationships/image" Target="../media/image253.png"/><Relationship Id="rId49" Type="http://schemas.openxmlformats.org/officeDocument/2006/relationships/image" Target="../media/image48.png"/><Relationship Id="rId114" Type="http://schemas.openxmlformats.org/officeDocument/2006/relationships/image" Target="../media/image113.png"/><Relationship Id="rId296" Type="http://schemas.openxmlformats.org/officeDocument/2006/relationships/image" Target="../media/image549.png"/><Relationship Id="rId461" Type="http://schemas.openxmlformats.org/officeDocument/2006/relationships/image" Target="../media/image711.png"/><Relationship Id="rId60" Type="http://schemas.openxmlformats.org/officeDocument/2006/relationships/image" Target="../media/image59.png"/><Relationship Id="rId156" Type="http://schemas.openxmlformats.org/officeDocument/2006/relationships/image" Target="../media/image155.png"/><Relationship Id="rId198" Type="http://schemas.openxmlformats.org/officeDocument/2006/relationships/image" Target="../media/image197.png"/><Relationship Id="rId321" Type="http://schemas.openxmlformats.org/officeDocument/2006/relationships/image" Target="../media/image574.png"/><Relationship Id="rId363" Type="http://schemas.openxmlformats.org/officeDocument/2006/relationships/image" Target="../media/image614.png"/><Relationship Id="rId419" Type="http://schemas.openxmlformats.org/officeDocument/2006/relationships/image" Target="../media/image669.png"/><Relationship Id="rId223" Type="http://schemas.openxmlformats.org/officeDocument/2006/relationships/image" Target="../media/image222.png"/><Relationship Id="rId430" Type="http://schemas.openxmlformats.org/officeDocument/2006/relationships/image" Target="../media/image680.png"/><Relationship Id="rId18" Type="http://schemas.openxmlformats.org/officeDocument/2006/relationships/image" Target="../media/image17.png"/><Relationship Id="rId265" Type="http://schemas.openxmlformats.org/officeDocument/2006/relationships/image" Target="../media/image518.png"/><Relationship Id="rId472" Type="http://schemas.openxmlformats.org/officeDocument/2006/relationships/image" Target="../media/image722.png"/><Relationship Id="rId125" Type="http://schemas.openxmlformats.org/officeDocument/2006/relationships/image" Target="../media/image124.png"/><Relationship Id="rId167" Type="http://schemas.openxmlformats.org/officeDocument/2006/relationships/image" Target="../media/image166.png"/><Relationship Id="rId332" Type="http://schemas.openxmlformats.org/officeDocument/2006/relationships/image" Target="../media/image585.png"/><Relationship Id="rId374" Type="http://schemas.openxmlformats.org/officeDocument/2006/relationships/image" Target="../media/image625.png"/><Relationship Id="rId71" Type="http://schemas.openxmlformats.org/officeDocument/2006/relationships/image" Target="../media/image70.png"/><Relationship Id="rId234" Type="http://schemas.openxmlformats.org/officeDocument/2006/relationships/image" Target="../media/image233.png"/><Relationship Id="rId2" Type="http://schemas.openxmlformats.org/officeDocument/2006/relationships/image" Target="../media/image1.png"/><Relationship Id="rId29" Type="http://schemas.openxmlformats.org/officeDocument/2006/relationships/image" Target="../media/image28.png"/><Relationship Id="rId276" Type="http://schemas.openxmlformats.org/officeDocument/2006/relationships/image" Target="../media/image529.png"/><Relationship Id="rId441" Type="http://schemas.openxmlformats.org/officeDocument/2006/relationships/image" Target="../media/image691.png"/><Relationship Id="rId483" Type="http://schemas.openxmlformats.org/officeDocument/2006/relationships/image" Target="../media/image733.png"/><Relationship Id="rId40" Type="http://schemas.openxmlformats.org/officeDocument/2006/relationships/image" Target="../media/image39.png"/><Relationship Id="rId136" Type="http://schemas.openxmlformats.org/officeDocument/2006/relationships/image" Target="../media/image135.png"/><Relationship Id="rId178" Type="http://schemas.openxmlformats.org/officeDocument/2006/relationships/image" Target="../media/image177.png"/><Relationship Id="rId301" Type="http://schemas.openxmlformats.org/officeDocument/2006/relationships/image" Target="../media/image554.png"/><Relationship Id="rId343" Type="http://schemas.openxmlformats.org/officeDocument/2006/relationships/image" Target="../media/image342.png"/><Relationship Id="rId82" Type="http://schemas.openxmlformats.org/officeDocument/2006/relationships/image" Target="../media/image81.png"/><Relationship Id="rId203" Type="http://schemas.openxmlformats.org/officeDocument/2006/relationships/image" Target="../media/image202.png"/><Relationship Id="rId385" Type="http://schemas.openxmlformats.org/officeDocument/2006/relationships/image" Target="../media/image636.png"/><Relationship Id="rId245" Type="http://schemas.openxmlformats.org/officeDocument/2006/relationships/image" Target="../media/image244.png"/><Relationship Id="rId287" Type="http://schemas.openxmlformats.org/officeDocument/2006/relationships/image" Target="../media/image540.png"/><Relationship Id="rId410" Type="http://schemas.openxmlformats.org/officeDocument/2006/relationships/image" Target="../media/image660.png"/><Relationship Id="rId452" Type="http://schemas.openxmlformats.org/officeDocument/2006/relationships/image" Target="../media/image702.png"/><Relationship Id="rId494" Type="http://schemas.openxmlformats.org/officeDocument/2006/relationships/image" Target="../media/image744.png"/><Relationship Id="rId508" Type="http://schemas.openxmlformats.org/officeDocument/2006/relationships/image" Target="../media/image758.png"/><Relationship Id="rId105" Type="http://schemas.openxmlformats.org/officeDocument/2006/relationships/image" Target="../media/image104.png"/><Relationship Id="rId147" Type="http://schemas.openxmlformats.org/officeDocument/2006/relationships/image" Target="../media/image146.png"/><Relationship Id="rId312" Type="http://schemas.openxmlformats.org/officeDocument/2006/relationships/image" Target="../media/image565.png"/><Relationship Id="rId354" Type="http://schemas.openxmlformats.org/officeDocument/2006/relationships/image" Target="../media/image605.png"/><Relationship Id="rId51" Type="http://schemas.openxmlformats.org/officeDocument/2006/relationships/image" Target="../media/image50.png"/><Relationship Id="rId93" Type="http://schemas.openxmlformats.org/officeDocument/2006/relationships/image" Target="../media/image92.png"/><Relationship Id="rId189" Type="http://schemas.openxmlformats.org/officeDocument/2006/relationships/image" Target="../media/image188.png"/><Relationship Id="rId396" Type="http://schemas.openxmlformats.org/officeDocument/2006/relationships/image" Target="../media/image646.png"/><Relationship Id="rId214" Type="http://schemas.openxmlformats.org/officeDocument/2006/relationships/image" Target="../media/image213.png"/><Relationship Id="rId256" Type="http://schemas.openxmlformats.org/officeDocument/2006/relationships/image" Target="../media/image255.png"/><Relationship Id="rId298" Type="http://schemas.openxmlformats.org/officeDocument/2006/relationships/image" Target="../media/image551.png"/><Relationship Id="rId421" Type="http://schemas.openxmlformats.org/officeDocument/2006/relationships/image" Target="../media/image671.png"/><Relationship Id="rId463" Type="http://schemas.openxmlformats.org/officeDocument/2006/relationships/image" Target="../media/image713.png"/><Relationship Id="rId116" Type="http://schemas.openxmlformats.org/officeDocument/2006/relationships/image" Target="../media/image115.png"/><Relationship Id="rId158" Type="http://schemas.openxmlformats.org/officeDocument/2006/relationships/image" Target="../media/image157.png"/><Relationship Id="rId323" Type="http://schemas.openxmlformats.org/officeDocument/2006/relationships/image" Target="../media/image576.png"/><Relationship Id="rId20" Type="http://schemas.openxmlformats.org/officeDocument/2006/relationships/image" Target="../media/image19.png"/><Relationship Id="rId62" Type="http://schemas.openxmlformats.org/officeDocument/2006/relationships/image" Target="../media/image61.png"/><Relationship Id="rId365" Type="http://schemas.openxmlformats.org/officeDocument/2006/relationships/image" Target="../media/image616.png"/><Relationship Id="rId225" Type="http://schemas.openxmlformats.org/officeDocument/2006/relationships/image" Target="../media/image224.png"/><Relationship Id="rId267" Type="http://schemas.openxmlformats.org/officeDocument/2006/relationships/image" Target="../media/image520.png"/><Relationship Id="rId432" Type="http://schemas.openxmlformats.org/officeDocument/2006/relationships/image" Target="../media/image682.png"/><Relationship Id="rId474" Type="http://schemas.openxmlformats.org/officeDocument/2006/relationships/image" Target="../media/image724.png"/><Relationship Id="rId127" Type="http://schemas.openxmlformats.org/officeDocument/2006/relationships/image" Target="../media/image126.png"/><Relationship Id="rId31" Type="http://schemas.openxmlformats.org/officeDocument/2006/relationships/image" Target="../media/image30.png"/><Relationship Id="rId73" Type="http://schemas.openxmlformats.org/officeDocument/2006/relationships/image" Target="../media/image72.png"/><Relationship Id="rId169" Type="http://schemas.openxmlformats.org/officeDocument/2006/relationships/image" Target="../media/image168.png"/><Relationship Id="rId334" Type="http://schemas.openxmlformats.org/officeDocument/2006/relationships/image" Target="../media/image587.png"/><Relationship Id="rId376" Type="http://schemas.openxmlformats.org/officeDocument/2006/relationships/image" Target="../media/image627.png"/><Relationship Id="rId4" Type="http://schemas.openxmlformats.org/officeDocument/2006/relationships/image" Target="../media/image3.jpg"/><Relationship Id="rId180" Type="http://schemas.openxmlformats.org/officeDocument/2006/relationships/image" Target="../media/image179.png"/><Relationship Id="rId236" Type="http://schemas.openxmlformats.org/officeDocument/2006/relationships/image" Target="../media/image235.png"/><Relationship Id="rId278" Type="http://schemas.openxmlformats.org/officeDocument/2006/relationships/image" Target="../media/image531.png"/><Relationship Id="rId401" Type="http://schemas.openxmlformats.org/officeDocument/2006/relationships/image" Target="../media/image651.png"/><Relationship Id="rId443" Type="http://schemas.openxmlformats.org/officeDocument/2006/relationships/image" Target="../media/image693.png"/><Relationship Id="rId303" Type="http://schemas.openxmlformats.org/officeDocument/2006/relationships/image" Target="../media/image556.png"/><Relationship Id="rId485" Type="http://schemas.openxmlformats.org/officeDocument/2006/relationships/image" Target="../media/image735.png"/><Relationship Id="rId42" Type="http://schemas.openxmlformats.org/officeDocument/2006/relationships/image" Target="../media/image41.png"/><Relationship Id="rId84" Type="http://schemas.openxmlformats.org/officeDocument/2006/relationships/image" Target="../media/image83.png"/><Relationship Id="rId138" Type="http://schemas.openxmlformats.org/officeDocument/2006/relationships/image" Target="../media/image137.png"/><Relationship Id="rId345" Type="http://schemas.openxmlformats.org/officeDocument/2006/relationships/image" Target="../media/image596.png"/><Relationship Id="rId387" Type="http://schemas.openxmlformats.org/officeDocument/2006/relationships/image" Target="../media/image638.png"/><Relationship Id="rId510" Type="http://schemas.openxmlformats.org/officeDocument/2006/relationships/image" Target="../media/image760.png"/><Relationship Id="rId191" Type="http://schemas.openxmlformats.org/officeDocument/2006/relationships/image" Target="../media/image190.png"/><Relationship Id="rId205" Type="http://schemas.openxmlformats.org/officeDocument/2006/relationships/image" Target="../media/image204.png"/><Relationship Id="rId247" Type="http://schemas.openxmlformats.org/officeDocument/2006/relationships/image" Target="../media/image246.png"/><Relationship Id="rId412" Type="http://schemas.openxmlformats.org/officeDocument/2006/relationships/image" Target="../media/image662.png"/><Relationship Id="rId107" Type="http://schemas.openxmlformats.org/officeDocument/2006/relationships/image" Target="../media/image106.png"/><Relationship Id="rId289" Type="http://schemas.openxmlformats.org/officeDocument/2006/relationships/image" Target="../media/image542.png"/><Relationship Id="rId454" Type="http://schemas.openxmlformats.org/officeDocument/2006/relationships/image" Target="../media/image704.png"/><Relationship Id="rId496" Type="http://schemas.openxmlformats.org/officeDocument/2006/relationships/image" Target="../media/image746.png"/><Relationship Id="rId11" Type="http://schemas.openxmlformats.org/officeDocument/2006/relationships/image" Target="../media/image10.png"/><Relationship Id="rId53" Type="http://schemas.openxmlformats.org/officeDocument/2006/relationships/image" Target="../media/image52.png"/><Relationship Id="rId149" Type="http://schemas.openxmlformats.org/officeDocument/2006/relationships/image" Target="../media/image148.png"/><Relationship Id="rId314" Type="http://schemas.openxmlformats.org/officeDocument/2006/relationships/image" Target="../media/image567.png"/><Relationship Id="rId356" Type="http://schemas.openxmlformats.org/officeDocument/2006/relationships/image" Target="../media/image607.png"/><Relationship Id="rId398" Type="http://schemas.openxmlformats.org/officeDocument/2006/relationships/image" Target="../media/image648.png"/><Relationship Id="rId95" Type="http://schemas.openxmlformats.org/officeDocument/2006/relationships/image" Target="../media/image94.png"/><Relationship Id="rId160" Type="http://schemas.openxmlformats.org/officeDocument/2006/relationships/image" Target="../media/image159.png"/><Relationship Id="rId216" Type="http://schemas.openxmlformats.org/officeDocument/2006/relationships/image" Target="../media/image215.png"/><Relationship Id="rId423" Type="http://schemas.openxmlformats.org/officeDocument/2006/relationships/image" Target="../media/image673.png"/><Relationship Id="rId258" Type="http://schemas.openxmlformats.org/officeDocument/2006/relationships/image" Target="../media/image511.png"/><Relationship Id="rId465" Type="http://schemas.openxmlformats.org/officeDocument/2006/relationships/image" Target="../media/image715.png"/><Relationship Id="rId22" Type="http://schemas.openxmlformats.org/officeDocument/2006/relationships/image" Target="../media/image21.png"/><Relationship Id="rId64" Type="http://schemas.openxmlformats.org/officeDocument/2006/relationships/image" Target="../media/image63.png"/><Relationship Id="rId118" Type="http://schemas.openxmlformats.org/officeDocument/2006/relationships/image" Target="../media/image117.png"/><Relationship Id="rId325" Type="http://schemas.openxmlformats.org/officeDocument/2006/relationships/image" Target="../media/image578.png"/><Relationship Id="rId367" Type="http://schemas.openxmlformats.org/officeDocument/2006/relationships/image" Target="../media/image618.png"/><Relationship Id="rId171" Type="http://schemas.openxmlformats.org/officeDocument/2006/relationships/image" Target="../media/image170.png"/><Relationship Id="rId227" Type="http://schemas.openxmlformats.org/officeDocument/2006/relationships/image" Target="../media/image226.png"/><Relationship Id="rId269" Type="http://schemas.openxmlformats.org/officeDocument/2006/relationships/image" Target="../media/image522.png"/><Relationship Id="rId434" Type="http://schemas.openxmlformats.org/officeDocument/2006/relationships/image" Target="../media/image684.png"/><Relationship Id="rId476" Type="http://schemas.openxmlformats.org/officeDocument/2006/relationships/image" Target="../media/image726.png"/><Relationship Id="rId33" Type="http://schemas.openxmlformats.org/officeDocument/2006/relationships/image" Target="../media/image32.png"/><Relationship Id="rId129" Type="http://schemas.openxmlformats.org/officeDocument/2006/relationships/image" Target="../media/image128.png"/><Relationship Id="rId280" Type="http://schemas.openxmlformats.org/officeDocument/2006/relationships/image" Target="../media/image533.png"/><Relationship Id="rId336" Type="http://schemas.openxmlformats.org/officeDocument/2006/relationships/image" Target="../media/image589.png"/><Relationship Id="rId501" Type="http://schemas.openxmlformats.org/officeDocument/2006/relationships/image" Target="../media/image751.png"/><Relationship Id="rId75" Type="http://schemas.openxmlformats.org/officeDocument/2006/relationships/image" Target="../media/image74.png"/><Relationship Id="rId140" Type="http://schemas.openxmlformats.org/officeDocument/2006/relationships/image" Target="../media/image139.png"/><Relationship Id="rId182" Type="http://schemas.openxmlformats.org/officeDocument/2006/relationships/image" Target="../media/image181.png"/><Relationship Id="rId378" Type="http://schemas.openxmlformats.org/officeDocument/2006/relationships/image" Target="../media/image629.png"/><Relationship Id="rId403" Type="http://schemas.openxmlformats.org/officeDocument/2006/relationships/image" Target="../media/image653.png"/><Relationship Id="rId6" Type="http://schemas.openxmlformats.org/officeDocument/2006/relationships/image" Target="../media/image5.png"/><Relationship Id="rId238" Type="http://schemas.openxmlformats.org/officeDocument/2006/relationships/image" Target="../media/image237.png"/><Relationship Id="rId445" Type="http://schemas.openxmlformats.org/officeDocument/2006/relationships/image" Target="../media/image695.png"/><Relationship Id="rId487" Type="http://schemas.openxmlformats.org/officeDocument/2006/relationships/image" Target="../media/image737.png"/><Relationship Id="rId291" Type="http://schemas.openxmlformats.org/officeDocument/2006/relationships/image" Target="../media/image544.png"/><Relationship Id="rId305" Type="http://schemas.openxmlformats.org/officeDocument/2006/relationships/image" Target="../media/image558.png"/><Relationship Id="rId347" Type="http://schemas.openxmlformats.org/officeDocument/2006/relationships/image" Target="../media/image598.png"/><Relationship Id="rId512" Type="http://schemas.openxmlformats.org/officeDocument/2006/relationships/image" Target="../media/image762.png"/><Relationship Id="rId44" Type="http://schemas.openxmlformats.org/officeDocument/2006/relationships/image" Target="../media/image43.png"/><Relationship Id="rId86" Type="http://schemas.openxmlformats.org/officeDocument/2006/relationships/image" Target="../media/image85.png"/><Relationship Id="rId151" Type="http://schemas.openxmlformats.org/officeDocument/2006/relationships/image" Target="../media/image150.png"/><Relationship Id="rId389" Type="http://schemas.openxmlformats.org/officeDocument/2006/relationships/image" Target="../media/image640.png"/><Relationship Id="rId193" Type="http://schemas.openxmlformats.org/officeDocument/2006/relationships/image" Target="../media/image192.png"/><Relationship Id="rId207" Type="http://schemas.openxmlformats.org/officeDocument/2006/relationships/image" Target="../media/image206.png"/><Relationship Id="rId249" Type="http://schemas.openxmlformats.org/officeDocument/2006/relationships/image" Target="../media/image248.png"/><Relationship Id="rId414" Type="http://schemas.openxmlformats.org/officeDocument/2006/relationships/image" Target="../media/image664.png"/><Relationship Id="rId456" Type="http://schemas.openxmlformats.org/officeDocument/2006/relationships/image" Target="../media/image706.png"/><Relationship Id="rId498" Type="http://schemas.openxmlformats.org/officeDocument/2006/relationships/image" Target="../media/image748.png"/><Relationship Id="rId13" Type="http://schemas.openxmlformats.org/officeDocument/2006/relationships/image" Target="../media/image12.png"/><Relationship Id="rId109" Type="http://schemas.openxmlformats.org/officeDocument/2006/relationships/image" Target="../media/image108.png"/><Relationship Id="rId260" Type="http://schemas.openxmlformats.org/officeDocument/2006/relationships/image" Target="../media/image513.png"/><Relationship Id="rId316" Type="http://schemas.openxmlformats.org/officeDocument/2006/relationships/image" Target="../media/image569.png"/><Relationship Id="rId55" Type="http://schemas.openxmlformats.org/officeDocument/2006/relationships/image" Target="../media/image54.png"/><Relationship Id="rId97" Type="http://schemas.openxmlformats.org/officeDocument/2006/relationships/image" Target="../media/image96.png"/><Relationship Id="rId120" Type="http://schemas.openxmlformats.org/officeDocument/2006/relationships/image" Target="../media/image119.png"/><Relationship Id="rId358" Type="http://schemas.openxmlformats.org/officeDocument/2006/relationships/image" Target="../media/image609.png"/><Relationship Id="rId162" Type="http://schemas.openxmlformats.org/officeDocument/2006/relationships/image" Target="../media/image161.png"/><Relationship Id="rId218" Type="http://schemas.openxmlformats.org/officeDocument/2006/relationships/image" Target="../media/image217.png"/><Relationship Id="rId425" Type="http://schemas.openxmlformats.org/officeDocument/2006/relationships/image" Target="../media/image675.png"/><Relationship Id="rId467" Type="http://schemas.openxmlformats.org/officeDocument/2006/relationships/image" Target="../media/image717.png"/><Relationship Id="rId271" Type="http://schemas.openxmlformats.org/officeDocument/2006/relationships/image" Target="../media/image524.png"/><Relationship Id="rId24" Type="http://schemas.openxmlformats.org/officeDocument/2006/relationships/image" Target="../media/image23.png"/><Relationship Id="rId66" Type="http://schemas.openxmlformats.org/officeDocument/2006/relationships/image" Target="../media/image65.png"/><Relationship Id="rId131" Type="http://schemas.openxmlformats.org/officeDocument/2006/relationships/image" Target="../media/image130.png"/><Relationship Id="rId327" Type="http://schemas.openxmlformats.org/officeDocument/2006/relationships/image" Target="../media/image580.png"/><Relationship Id="rId369" Type="http://schemas.openxmlformats.org/officeDocument/2006/relationships/image" Target="../media/image620.png"/><Relationship Id="rId173" Type="http://schemas.openxmlformats.org/officeDocument/2006/relationships/image" Target="../media/image172.png"/><Relationship Id="rId229" Type="http://schemas.openxmlformats.org/officeDocument/2006/relationships/image" Target="../media/image228.png"/><Relationship Id="rId380" Type="http://schemas.openxmlformats.org/officeDocument/2006/relationships/image" Target="../media/image631.png"/><Relationship Id="rId436" Type="http://schemas.openxmlformats.org/officeDocument/2006/relationships/image" Target="../media/image686.png"/><Relationship Id="rId240" Type="http://schemas.openxmlformats.org/officeDocument/2006/relationships/image" Target="../media/image239.png"/><Relationship Id="rId478" Type="http://schemas.openxmlformats.org/officeDocument/2006/relationships/image" Target="../media/image728.png"/><Relationship Id="rId35" Type="http://schemas.openxmlformats.org/officeDocument/2006/relationships/image" Target="../media/image34.png"/><Relationship Id="rId77" Type="http://schemas.openxmlformats.org/officeDocument/2006/relationships/image" Target="../media/image76.png"/><Relationship Id="rId100" Type="http://schemas.openxmlformats.org/officeDocument/2006/relationships/image" Target="../media/image99.png"/><Relationship Id="rId282" Type="http://schemas.openxmlformats.org/officeDocument/2006/relationships/image" Target="../media/image535.png"/><Relationship Id="rId338" Type="http://schemas.openxmlformats.org/officeDocument/2006/relationships/image" Target="../media/image337.png"/><Relationship Id="rId503" Type="http://schemas.openxmlformats.org/officeDocument/2006/relationships/image" Target="../media/image753.png"/><Relationship Id="rId8" Type="http://schemas.openxmlformats.org/officeDocument/2006/relationships/image" Target="../media/image7.png"/><Relationship Id="rId142" Type="http://schemas.openxmlformats.org/officeDocument/2006/relationships/image" Target="../media/image141.png"/><Relationship Id="rId184" Type="http://schemas.openxmlformats.org/officeDocument/2006/relationships/image" Target="../media/image183.png"/><Relationship Id="rId391" Type="http://schemas.openxmlformats.org/officeDocument/2006/relationships/image" Target="../media/image642.png"/><Relationship Id="rId405" Type="http://schemas.openxmlformats.org/officeDocument/2006/relationships/image" Target="../media/image655.png"/><Relationship Id="rId447" Type="http://schemas.openxmlformats.org/officeDocument/2006/relationships/image" Target="../media/image697.png"/><Relationship Id="rId251" Type="http://schemas.openxmlformats.org/officeDocument/2006/relationships/image" Target="../media/image250.png"/><Relationship Id="rId489" Type="http://schemas.openxmlformats.org/officeDocument/2006/relationships/image" Target="../media/image739.png"/><Relationship Id="rId46" Type="http://schemas.openxmlformats.org/officeDocument/2006/relationships/image" Target="../media/image45.png"/><Relationship Id="rId293" Type="http://schemas.openxmlformats.org/officeDocument/2006/relationships/image" Target="../media/image546.png"/><Relationship Id="rId307" Type="http://schemas.openxmlformats.org/officeDocument/2006/relationships/image" Target="../media/image560.png"/><Relationship Id="rId349" Type="http://schemas.openxmlformats.org/officeDocument/2006/relationships/image" Target="../media/image600.png"/><Relationship Id="rId88" Type="http://schemas.openxmlformats.org/officeDocument/2006/relationships/image" Target="../media/image87.png"/><Relationship Id="rId111" Type="http://schemas.openxmlformats.org/officeDocument/2006/relationships/image" Target="../media/image110.png"/><Relationship Id="rId153" Type="http://schemas.openxmlformats.org/officeDocument/2006/relationships/image" Target="../media/image152.png"/><Relationship Id="rId195" Type="http://schemas.openxmlformats.org/officeDocument/2006/relationships/image" Target="../media/image194.png"/><Relationship Id="rId209" Type="http://schemas.openxmlformats.org/officeDocument/2006/relationships/image" Target="../media/image208.png"/><Relationship Id="rId360" Type="http://schemas.openxmlformats.org/officeDocument/2006/relationships/image" Target="../media/image611.png"/><Relationship Id="rId416" Type="http://schemas.openxmlformats.org/officeDocument/2006/relationships/image" Target="../media/image666.png"/><Relationship Id="rId220" Type="http://schemas.openxmlformats.org/officeDocument/2006/relationships/image" Target="../media/image219.png"/><Relationship Id="rId458" Type="http://schemas.openxmlformats.org/officeDocument/2006/relationships/image" Target="../media/image708.png"/><Relationship Id="rId15" Type="http://schemas.openxmlformats.org/officeDocument/2006/relationships/image" Target="../media/image14.png"/><Relationship Id="rId57" Type="http://schemas.openxmlformats.org/officeDocument/2006/relationships/image" Target="../media/image56.png"/><Relationship Id="rId262" Type="http://schemas.openxmlformats.org/officeDocument/2006/relationships/image" Target="../media/image515.png"/><Relationship Id="rId318" Type="http://schemas.openxmlformats.org/officeDocument/2006/relationships/image" Target="../media/image571.png"/><Relationship Id="rId99" Type="http://schemas.openxmlformats.org/officeDocument/2006/relationships/image" Target="../media/image98.png"/><Relationship Id="rId122" Type="http://schemas.openxmlformats.org/officeDocument/2006/relationships/image" Target="../media/image121.png"/><Relationship Id="rId164" Type="http://schemas.openxmlformats.org/officeDocument/2006/relationships/image" Target="../media/image163.png"/><Relationship Id="rId371" Type="http://schemas.openxmlformats.org/officeDocument/2006/relationships/image" Target="../media/image622.png"/><Relationship Id="rId427" Type="http://schemas.openxmlformats.org/officeDocument/2006/relationships/image" Target="../media/image677.png"/><Relationship Id="rId469" Type="http://schemas.openxmlformats.org/officeDocument/2006/relationships/image" Target="../media/image719.png"/><Relationship Id="rId26" Type="http://schemas.openxmlformats.org/officeDocument/2006/relationships/image" Target="../media/image25.png"/><Relationship Id="rId231" Type="http://schemas.openxmlformats.org/officeDocument/2006/relationships/image" Target="../media/image230.png"/><Relationship Id="rId273" Type="http://schemas.openxmlformats.org/officeDocument/2006/relationships/image" Target="../media/image526.png"/><Relationship Id="rId329" Type="http://schemas.openxmlformats.org/officeDocument/2006/relationships/image" Target="../media/image582.png"/><Relationship Id="rId480" Type="http://schemas.openxmlformats.org/officeDocument/2006/relationships/image" Target="../media/image730.png"/><Relationship Id="rId68" Type="http://schemas.openxmlformats.org/officeDocument/2006/relationships/image" Target="../media/image67.png"/><Relationship Id="rId133" Type="http://schemas.openxmlformats.org/officeDocument/2006/relationships/image" Target="../media/image132.png"/><Relationship Id="rId175" Type="http://schemas.openxmlformats.org/officeDocument/2006/relationships/image" Target="../media/image174.png"/><Relationship Id="rId340" Type="http://schemas.openxmlformats.org/officeDocument/2006/relationships/image" Target="../media/image592.png"/><Relationship Id="rId200" Type="http://schemas.openxmlformats.org/officeDocument/2006/relationships/image" Target="../media/image199.png"/><Relationship Id="rId382" Type="http://schemas.openxmlformats.org/officeDocument/2006/relationships/image" Target="../media/image633.png"/><Relationship Id="rId438" Type="http://schemas.openxmlformats.org/officeDocument/2006/relationships/image" Target="../media/image688.png"/><Relationship Id="rId242" Type="http://schemas.openxmlformats.org/officeDocument/2006/relationships/image" Target="../media/image241.png"/><Relationship Id="rId284" Type="http://schemas.openxmlformats.org/officeDocument/2006/relationships/image" Target="../media/image537.png"/><Relationship Id="rId491" Type="http://schemas.openxmlformats.org/officeDocument/2006/relationships/image" Target="../media/image741.png"/><Relationship Id="rId505" Type="http://schemas.openxmlformats.org/officeDocument/2006/relationships/image" Target="../media/image755.png"/><Relationship Id="rId37" Type="http://schemas.openxmlformats.org/officeDocument/2006/relationships/image" Target="../media/image36.png"/><Relationship Id="rId79" Type="http://schemas.openxmlformats.org/officeDocument/2006/relationships/image" Target="../media/image78.png"/><Relationship Id="rId102" Type="http://schemas.openxmlformats.org/officeDocument/2006/relationships/image" Target="../media/image101.png"/><Relationship Id="rId144" Type="http://schemas.openxmlformats.org/officeDocument/2006/relationships/image" Target="../media/image143.png"/><Relationship Id="rId90" Type="http://schemas.openxmlformats.org/officeDocument/2006/relationships/image" Target="../media/image89.png"/><Relationship Id="rId186" Type="http://schemas.openxmlformats.org/officeDocument/2006/relationships/image" Target="../media/image185.png"/><Relationship Id="rId351" Type="http://schemas.openxmlformats.org/officeDocument/2006/relationships/image" Target="../media/image602.png"/><Relationship Id="rId393" Type="http://schemas.openxmlformats.org/officeDocument/2006/relationships/image" Target="../media/image644.png"/><Relationship Id="rId407" Type="http://schemas.openxmlformats.org/officeDocument/2006/relationships/image" Target="../media/image657.png"/><Relationship Id="rId449" Type="http://schemas.openxmlformats.org/officeDocument/2006/relationships/image" Target="../media/image699.png"/><Relationship Id="rId211" Type="http://schemas.openxmlformats.org/officeDocument/2006/relationships/image" Target="../media/image210.png"/><Relationship Id="rId253" Type="http://schemas.openxmlformats.org/officeDocument/2006/relationships/image" Target="../media/image252.png"/><Relationship Id="rId295" Type="http://schemas.openxmlformats.org/officeDocument/2006/relationships/image" Target="../media/image548.png"/><Relationship Id="rId309" Type="http://schemas.openxmlformats.org/officeDocument/2006/relationships/image" Target="../media/image562.png"/><Relationship Id="rId460" Type="http://schemas.openxmlformats.org/officeDocument/2006/relationships/image" Target="../media/image710.png"/><Relationship Id="rId48" Type="http://schemas.openxmlformats.org/officeDocument/2006/relationships/image" Target="../media/image47.png"/><Relationship Id="rId113" Type="http://schemas.openxmlformats.org/officeDocument/2006/relationships/image" Target="../media/image112.png"/><Relationship Id="rId320" Type="http://schemas.openxmlformats.org/officeDocument/2006/relationships/image" Target="../media/image573.png"/><Relationship Id="rId155" Type="http://schemas.openxmlformats.org/officeDocument/2006/relationships/image" Target="../media/image154.png"/><Relationship Id="rId197" Type="http://schemas.openxmlformats.org/officeDocument/2006/relationships/image" Target="../media/image196.png"/><Relationship Id="rId362" Type="http://schemas.openxmlformats.org/officeDocument/2006/relationships/image" Target="../media/image613.png"/><Relationship Id="rId418" Type="http://schemas.openxmlformats.org/officeDocument/2006/relationships/image" Target="../media/image668.png"/><Relationship Id="rId222" Type="http://schemas.openxmlformats.org/officeDocument/2006/relationships/image" Target="../media/image221.png"/><Relationship Id="rId264" Type="http://schemas.openxmlformats.org/officeDocument/2006/relationships/image" Target="../media/image517.png"/><Relationship Id="rId471" Type="http://schemas.openxmlformats.org/officeDocument/2006/relationships/image" Target="../media/image721.png"/><Relationship Id="rId17" Type="http://schemas.openxmlformats.org/officeDocument/2006/relationships/image" Target="../media/image16.png"/><Relationship Id="rId59" Type="http://schemas.openxmlformats.org/officeDocument/2006/relationships/image" Target="../media/image58.png"/><Relationship Id="rId124" Type="http://schemas.openxmlformats.org/officeDocument/2006/relationships/image" Target="../media/image123.png"/><Relationship Id="rId70" Type="http://schemas.openxmlformats.org/officeDocument/2006/relationships/image" Target="../media/image69.png"/><Relationship Id="rId166" Type="http://schemas.openxmlformats.org/officeDocument/2006/relationships/image" Target="../media/image165.png"/><Relationship Id="rId331" Type="http://schemas.openxmlformats.org/officeDocument/2006/relationships/image" Target="../media/image584.png"/><Relationship Id="rId373" Type="http://schemas.openxmlformats.org/officeDocument/2006/relationships/image" Target="../media/image624.png"/><Relationship Id="rId429" Type="http://schemas.openxmlformats.org/officeDocument/2006/relationships/image" Target="../media/image679.png"/><Relationship Id="rId1" Type="http://schemas.openxmlformats.org/officeDocument/2006/relationships/slideLayout" Target="../slideLayouts/slideLayout2.xml"/><Relationship Id="rId233" Type="http://schemas.openxmlformats.org/officeDocument/2006/relationships/image" Target="../media/image232.png"/><Relationship Id="rId440" Type="http://schemas.openxmlformats.org/officeDocument/2006/relationships/image" Target="../media/image690.png"/><Relationship Id="rId28" Type="http://schemas.openxmlformats.org/officeDocument/2006/relationships/image" Target="../media/image27.png"/><Relationship Id="rId275" Type="http://schemas.openxmlformats.org/officeDocument/2006/relationships/image" Target="../media/image528.png"/><Relationship Id="rId300" Type="http://schemas.openxmlformats.org/officeDocument/2006/relationships/image" Target="../media/image553.png"/><Relationship Id="rId482" Type="http://schemas.openxmlformats.org/officeDocument/2006/relationships/image" Target="../media/image732.png"/><Relationship Id="rId81" Type="http://schemas.openxmlformats.org/officeDocument/2006/relationships/image" Target="../media/image80.png"/><Relationship Id="rId135" Type="http://schemas.openxmlformats.org/officeDocument/2006/relationships/image" Target="../media/image134.png"/><Relationship Id="rId177" Type="http://schemas.openxmlformats.org/officeDocument/2006/relationships/image" Target="../media/image176.png"/><Relationship Id="rId342" Type="http://schemas.openxmlformats.org/officeDocument/2006/relationships/image" Target="../media/image594.png"/><Relationship Id="rId384" Type="http://schemas.openxmlformats.org/officeDocument/2006/relationships/image" Target="../media/image635.png"/><Relationship Id="rId202" Type="http://schemas.openxmlformats.org/officeDocument/2006/relationships/image" Target="../media/image201.png"/><Relationship Id="rId244" Type="http://schemas.openxmlformats.org/officeDocument/2006/relationships/image" Target="../media/image243.png"/><Relationship Id="rId39" Type="http://schemas.openxmlformats.org/officeDocument/2006/relationships/image" Target="../media/image38.png"/><Relationship Id="rId286" Type="http://schemas.openxmlformats.org/officeDocument/2006/relationships/image" Target="../media/image539.png"/><Relationship Id="rId451" Type="http://schemas.openxmlformats.org/officeDocument/2006/relationships/image" Target="../media/image701.png"/><Relationship Id="rId493" Type="http://schemas.openxmlformats.org/officeDocument/2006/relationships/image" Target="../media/image743.png"/><Relationship Id="rId507" Type="http://schemas.openxmlformats.org/officeDocument/2006/relationships/image" Target="../media/image757.png"/><Relationship Id="rId50" Type="http://schemas.openxmlformats.org/officeDocument/2006/relationships/image" Target="../media/image49.png"/><Relationship Id="rId104" Type="http://schemas.openxmlformats.org/officeDocument/2006/relationships/image" Target="../media/image103.png"/><Relationship Id="rId146" Type="http://schemas.openxmlformats.org/officeDocument/2006/relationships/image" Target="../media/image145.png"/><Relationship Id="rId188" Type="http://schemas.openxmlformats.org/officeDocument/2006/relationships/image" Target="../media/image187.png"/><Relationship Id="rId311" Type="http://schemas.openxmlformats.org/officeDocument/2006/relationships/image" Target="../media/image564.png"/><Relationship Id="rId353" Type="http://schemas.openxmlformats.org/officeDocument/2006/relationships/image" Target="../media/image604.png"/><Relationship Id="rId395" Type="http://schemas.openxmlformats.org/officeDocument/2006/relationships/image" Target="../media/image645.png"/><Relationship Id="rId409" Type="http://schemas.openxmlformats.org/officeDocument/2006/relationships/image" Target="../media/image659.png"/><Relationship Id="rId92" Type="http://schemas.openxmlformats.org/officeDocument/2006/relationships/image" Target="../media/image91.png"/><Relationship Id="rId213" Type="http://schemas.openxmlformats.org/officeDocument/2006/relationships/image" Target="../media/image212.png"/><Relationship Id="rId420" Type="http://schemas.openxmlformats.org/officeDocument/2006/relationships/image" Target="../media/image670.png"/><Relationship Id="rId255" Type="http://schemas.openxmlformats.org/officeDocument/2006/relationships/image" Target="../media/image254.png"/><Relationship Id="rId297" Type="http://schemas.openxmlformats.org/officeDocument/2006/relationships/image" Target="../media/image550.png"/><Relationship Id="rId462" Type="http://schemas.openxmlformats.org/officeDocument/2006/relationships/image" Target="../media/image712.png"/><Relationship Id="rId115" Type="http://schemas.openxmlformats.org/officeDocument/2006/relationships/image" Target="../media/image114.png"/><Relationship Id="rId157" Type="http://schemas.openxmlformats.org/officeDocument/2006/relationships/image" Target="../media/image156.png"/><Relationship Id="rId322" Type="http://schemas.openxmlformats.org/officeDocument/2006/relationships/image" Target="../media/image575.png"/><Relationship Id="rId364" Type="http://schemas.openxmlformats.org/officeDocument/2006/relationships/image" Target="../media/image615.png"/><Relationship Id="rId61" Type="http://schemas.openxmlformats.org/officeDocument/2006/relationships/image" Target="../media/image60.png"/><Relationship Id="rId199" Type="http://schemas.openxmlformats.org/officeDocument/2006/relationships/image" Target="../media/image198.png"/><Relationship Id="rId19" Type="http://schemas.openxmlformats.org/officeDocument/2006/relationships/image" Target="../media/image18.png"/><Relationship Id="rId224" Type="http://schemas.openxmlformats.org/officeDocument/2006/relationships/image" Target="../media/image223.png"/><Relationship Id="rId266" Type="http://schemas.openxmlformats.org/officeDocument/2006/relationships/image" Target="../media/image519.png"/><Relationship Id="rId431" Type="http://schemas.openxmlformats.org/officeDocument/2006/relationships/image" Target="../media/image681.png"/><Relationship Id="rId473" Type="http://schemas.openxmlformats.org/officeDocument/2006/relationships/image" Target="../media/image723.png"/><Relationship Id="rId30" Type="http://schemas.openxmlformats.org/officeDocument/2006/relationships/image" Target="../media/image29.png"/><Relationship Id="rId126" Type="http://schemas.openxmlformats.org/officeDocument/2006/relationships/image" Target="../media/image125.png"/><Relationship Id="rId168" Type="http://schemas.openxmlformats.org/officeDocument/2006/relationships/image" Target="../media/image167.png"/><Relationship Id="rId333" Type="http://schemas.openxmlformats.org/officeDocument/2006/relationships/image" Target="../media/image586.png"/><Relationship Id="rId72" Type="http://schemas.openxmlformats.org/officeDocument/2006/relationships/image" Target="../media/image71.png"/><Relationship Id="rId375" Type="http://schemas.openxmlformats.org/officeDocument/2006/relationships/image" Target="../media/image626.png"/><Relationship Id="rId3" Type="http://schemas.openxmlformats.org/officeDocument/2006/relationships/image" Target="../media/image2.png"/><Relationship Id="rId235" Type="http://schemas.openxmlformats.org/officeDocument/2006/relationships/image" Target="../media/image234.png"/><Relationship Id="rId277" Type="http://schemas.openxmlformats.org/officeDocument/2006/relationships/image" Target="../media/image530.png"/><Relationship Id="rId400" Type="http://schemas.openxmlformats.org/officeDocument/2006/relationships/image" Target="../media/image650.png"/><Relationship Id="rId442" Type="http://schemas.openxmlformats.org/officeDocument/2006/relationships/image" Target="../media/image692.png"/><Relationship Id="rId484" Type="http://schemas.openxmlformats.org/officeDocument/2006/relationships/image" Target="../media/image734.png"/><Relationship Id="rId137" Type="http://schemas.openxmlformats.org/officeDocument/2006/relationships/image" Target="../media/image136.png"/><Relationship Id="rId302" Type="http://schemas.openxmlformats.org/officeDocument/2006/relationships/image" Target="../media/image555.png"/><Relationship Id="rId344" Type="http://schemas.openxmlformats.org/officeDocument/2006/relationships/image" Target="../media/image595.png"/><Relationship Id="rId41" Type="http://schemas.openxmlformats.org/officeDocument/2006/relationships/image" Target="../media/image40.png"/><Relationship Id="rId83" Type="http://schemas.openxmlformats.org/officeDocument/2006/relationships/image" Target="../media/image82.png"/><Relationship Id="rId179" Type="http://schemas.openxmlformats.org/officeDocument/2006/relationships/image" Target="../media/image178.png"/><Relationship Id="rId386" Type="http://schemas.openxmlformats.org/officeDocument/2006/relationships/image" Target="../media/image637.png"/><Relationship Id="rId190" Type="http://schemas.openxmlformats.org/officeDocument/2006/relationships/image" Target="../media/image189.png"/><Relationship Id="rId204" Type="http://schemas.openxmlformats.org/officeDocument/2006/relationships/image" Target="../media/image203.png"/><Relationship Id="rId246" Type="http://schemas.openxmlformats.org/officeDocument/2006/relationships/image" Target="../media/image245.png"/><Relationship Id="rId288" Type="http://schemas.openxmlformats.org/officeDocument/2006/relationships/image" Target="../media/image541.png"/><Relationship Id="rId411" Type="http://schemas.openxmlformats.org/officeDocument/2006/relationships/image" Target="../media/image661.png"/><Relationship Id="rId453" Type="http://schemas.openxmlformats.org/officeDocument/2006/relationships/image" Target="../media/image703.png"/><Relationship Id="rId509" Type="http://schemas.openxmlformats.org/officeDocument/2006/relationships/image" Target="../media/image759.png"/><Relationship Id="rId106" Type="http://schemas.openxmlformats.org/officeDocument/2006/relationships/image" Target="../media/image105.png"/><Relationship Id="rId313" Type="http://schemas.openxmlformats.org/officeDocument/2006/relationships/image" Target="../media/image566.png"/><Relationship Id="rId495" Type="http://schemas.openxmlformats.org/officeDocument/2006/relationships/image" Target="../media/image745.png"/><Relationship Id="rId10" Type="http://schemas.openxmlformats.org/officeDocument/2006/relationships/image" Target="../media/image9.png"/><Relationship Id="rId52" Type="http://schemas.openxmlformats.org/officeDocument/2006/relationships/image" Target="../media/image51.png"/><Relationship Id="rId94" Type="http://schemas.openxmlformats.org/officeDocument/2006/relationships/image" Target="../media/image93.png"/><Relationship Id="rId148" Type="http://schemas.openxmlformats.org/officeDocument/2006/relationships/image" Target="../media/image147.png"/><Relationship Id="rId355" Type="http://schemas.openxmlformats.org/officeDocument/2006/relationships/image" Target="../media/image606.png"/><Relationship Id="rId397" Type="http://schemas.openxmlformats.org/officeDocument/2006/relationships/image" Target="../media/image647.png"/><Relationship Id="rId215" Type="http://schemas.openxmlformats.org/officeDocument/2006/relationships/image" Target="../media/image214.png"/><Relationship Id="rId257" Type="http://schemas.openxmlformats.org/officeDocument/2006/relationships/image" Target="../media/image256.png"/><Relationship Id="rId422" Type="http://schemas.openxmlformats.org/officeDocument/2006/relationships/image" Target="../media/image672.png"/><Relationship Id="rId464" Type="http://schemas.openxmlformats.org/officeDocument/2006/relationships/image" Target="../media/image71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17" Type="http://schemas.openxmlformats.org/officeDocument/2006/relationships/image" Target="../media/image116.png"/><Relationship Id="rId299" Type="http://schemas.openxmlformats.org/officeDocument/2006/relationships/image" Target="../media/image941.png"/><Relationship Id="rId21" Type="http://schemas.openxmlformats.org/officeDocument/2006/relationships/image" Target="../media/image778.png"/><Relationship Id="rId63" Type="http://schemas.openxmlformats.org/officeDocument/2006/relationships/image" Target="../media/image62.png"/><Relationship Id="rId159" Type="http://schemas.openxmlformats.org/officeDocument/2006/relationships/image" Target="../media/image163.png"/><Relationship Id="rId324" Type="http://schemas.openxmlformats.org/officeDocument/2006/relationships/image" Target="../media/image958.png"/><Relationship Id="rId366" Type="http://schemas.openxmlformats.org/officeDocument/2006/relationships/image" Target="../media/image371.png"/><Relationship Id="rId170" Type="http://schemas.openxmlformats.org/officeDocument/2006/relationships/image" Target="../media/image847.png"/><Relationship Id="rId226" Type="http://schemas.openxmlformats.org/officeDocument/2006/relationships/image" Target="../media/image883.png"/><Relationship Id="rId433" Type="http://schemas.openxmlformats.org/officeDocument/2006/relationships/image" Target="../media/image439.png"/><Relationship Id="rId268" Type="http://schemas.openxmlformats.org/officeDocument/2006/relationships/image" Target="../media/image919.png"/><Relationship Id="rId475" Type="http://schemas.openxmlformats.org/officeDocument/2006/relationships/image" Target="../media/image1032.png"/><Relationship Id="rId32" Type="http://schemas.openxmlformats.org/officeDocument/2006/relationships/image" Target="../media/image31.png"/><Relationship Id="rId74" Type="http://schemas.openxmlformats.org/officeDocument/2006/relationships/image" Target="../media/image73.png"/><Relationship Id="rId128" Type="http://schemas.openxmlformats.org/officeDocument/2006/relationships/image" Target="../media/image129.png"/><Relationship Id="rId335" Type="http://schemas.openxmlformats.org/officeDocument/2006/relationships/image" Target="../media/image340.png"/><Relationship Id="rId377" Type="http://schemas.openxmlformats.org/officeDocument/2006/relationships/image" Target="../media/image382.png"/><Relationship Id="rId500" Type="http://schemas.openxmlformats.org/officeDocument/2006/relationships/image" Target="../media/image505.png"/><Relationship Id="rId5" Type="http://schemas.openxmlformats.org/officeDocument/2006/relationships/image" Target="../media/image763.png"/><Relationship Id="rId181" Type="http://schemas.openxmlformats.org/officeDocument/2006/relationships/image" Target="../media/image186.png"/><Relationship Id="rId237" Type="http://schemas.openxmlformats.org/officeDocument/2006/relationships/image" Target="../media/image893.png"/><Relationship Id="rId402" Type="http://schemas.openxmlformats.org/officeDocument/2006/relationships/image" Target="../media/image991.png"/><Relationship Id="rId279" Type="http://schemas.openxmlformats.org/officeDocument/2006/relationships/image" Target="../media/image929.png"/><Relationship Id="rId444" Type="http://schemas.openxmlformats.org/officeDocument/2006/relationships/image" Target="../media/image449.png"/><Relationship Id="rId486" Type="http://schemas.openxmlformats.org/officeDocument/2006/relationships/image" Target="../media/image1042.png"/><Relationship Id="rId43" Type="http://schemas.openxmlformats.org/officeDocument/2006/relationships/image" Target="../media/image792.png"/><Relationship Id="rId139" Type="http://schemas.openxmlformats.org/officeDocument/2006/relationships/image" Target="../media/image142.png"/><Relationship Id="rId290" Type="http://schemas.openxmlformats.org/officeDocument/2006/relationships/image" Target="../media/image295.png"/><Relationship Id="rId304" Type="http://schemas.openxmlformats.org/officeDocument/2006/relationships/image" Target="../media/image945.png"/><Relationship Id="rId346" Type="http://schemas.openxmlformats.org/officeDocument/2006/relationships/image" Target="../media/image969.png"/><Relationship Id="rId388" Type="http://schemas.openxmlformats.org/officeDocument/2006/relationships/image" Target="../media/image393.png"/><Relationship Id="rId85" Type="http://schemas.openxmlformats.org/officeDocument/2006/relationships/image" Target="../media/image84.png"/><Relationship Id="rId150" Type="http://schemas.openxmlformats.org/officeDocument/2006/relationships/image" Target="../media/image837.png"/><Relationship Id="rId192" Type="http://schemas.openxmlformats.org/officeDocument/2006/relationships/image" Target="../media/image858.png"/><Relationship Id="rId206" Type="http://schemas.openxmlformats.org/officeDocument/2006/relationships/image" Target="../media/image211.png"/><Relationship Id="rId413" Type="http://schemas.openxmlformats.org/officeDocument/2006/relationships/image" Target="../media/image997.png"/><Relationship Id="rId248" Type="http://schemas.openxmlformats.org/officeDocument/2006/relationships/image" Target="../media/image902.png"/><Relationship Id="rId455" Type="http://schemas.openxmlformats.org/officeDocument/2006/relationships/image" Target="../media/image1019.png"/><Relationship Id="rId497" Type="http://schemas.openxmlformats.org/officeDocument/2006/relationships/image" Target="../media/image1053.png"/><Relationship Id="rId12" Type="http://schemas.openxmlformats.org/officeDocument/2006/relationships/image" Target="../media/image769.png"/><Relationship Id="rId108" Type="http://schemas.openxmlformats.org/officeDocument/2006/relationships/image" Target="../media/image108.png"/><Relationship Id="rId315" Type="http://schemas.openxmlformats.org/officeDocument/2006/relationships/image" Target="../media/image320.png"/><Relationship Id="rId357" Type="http://schemas.openxmlformats.org/officeDocument/2006/relationships/image" Target="../media/image362.png"/><Relationship Id="rId54" Type="http://schemas.openxmlformats.org/officeDocument/2006/relationships/image" Target="../media/image796.png"/><Relationship Id="rId96" Type="http://schemas.openxmlformats.org/officeDocument/2006/relationships/image" Target="../media/image95.png"/><Relationship Id="rId161" Type="http://schemas.openxmlformats.org/officeDocument/2006/relationships/image" Target="../media/image842.png"/><Relationship Id="rId217" Type="http://schemas.openxmlformats.org/officeDocument/2006/relationships/image" Target="../media/image877.png"/><Relationship Id="rId399" Type="http://schemas.openxmlformats.org/officeDocument/2006/relationships/image" Target="../media/image403.png"/><Relationship Id="rId259" Type="http://schemas.openxmlformats.org/officeDocument/2006/relationships/image" Target="../media/image911.png"/><Relationship Id="rId424" Type="http://schemas.openxmlformats.org/officeDocument/2006/relationships/image" Target="../media/image1002.png"/><Relationship Id="rId466" Type="http://schemas.openxmlformats.org/officeDocument/2006/relationships/image" Target="../media/image1028.png"/><Relationship Id="rId23" Type="http://schemas.openxmlformats.org/officeDocument/2006/relationships/image" Target="../media/image780.png"/><Relationship Id="rId119" Type="http://schemas.openxmlformats.org/officeDocument/2006/relationships/image" Target="../media/image118.png"/><Relationship Id="rId270" Type="http://schemas.openxmlformats.org/officeDocument/2006/relationships/image" Target="../media/image921.png"/><Relationship Id="rId326" Type="http://schemas.openxmlformats.org/officeDocument/2006/relationships/image" Target="../media/image331.png"/><Relationship Id="rId65" Type="http://schemas.openxmlformats.org/officeDocument/2006/relationships/image" Target="../media/image64.png"/><Relationship Id="rId130" Type="http://schemas.openxmlformats.org/officeDocument/2006/relationships/image" Target="../media/image827.png"/><Relationship Id="rId368" Type="http://schemas.openxmlformats.org/officeDocument/2006/relationships/image" Target="../media/image977.png"/><Relationship Id="rId172" Type="http://schemas.openxmlformats.org/officeDocument/2006/relationships/image" Target="../media/image177.png"/><Relationship Id="rId228" Type="http://schemas.openxmlformats.org/officeDocument/2006/relationships/image" Target="../media/image885.png"/><Relationship Id="rId435" Type="http://schemas.openxmlformats.org/officeDocument/2006/relationships/image" Target="../media/image440.png"/><Relationship Id="rId477" Type="http://schemas.openxmlformats.org/officeDocument/2006/relationships/image" Target="../media/image1034.png"/><Relationship Id="rId281" Type="http://schemas.openxmlformats.org/officeDocument/2006/relationships/image" Target="../media/image285.png"/><Relationship Id="rId337" Type="http://schemas.openxmlformats.org/officeDocument/2006/relationships/image" Target="../media/image965.png"/><Relationship Id="rId502" Type="http://schemas.openxmlformats.org/officeDocument/2006/relationships/image" Target="../media/image1057.png"/><Relationship Id="rId34" Type="http://schemas.openxmlformats.org/officeDocument/2006/relationships/image" Target="../media/image33.png"/><Relationship Id="rId76" Type="http://schemas.openxmlformats.org/officeDocument/2006/relationships/image" Target="../media/image75.png"/><Relationship Id="rId141" Type="http://schemas.openxmlformats.org/officeDocument/2006/relationships/image" Target="../media/image144.png"/><Relationship Id="rId379" Type="http://schemas.openxmlformats.org/officeDocument/2006/relationships/image" Target="../media/image384.png"/><Relationship Id="rId7" Type="http://schemas.openxmlformats.org/officeDocument/2006/relationships/image" Target="../media/image765.png"/><Relationship Id="rId183" Type="http://schemas.openxmlformats.org/officeDocument/2006/relationships/image" Target="../media/image853.png"/><Relationship Id="rId239" Type="http://schemas.openxmlformats.org/officeDocument/2006/relationships/image" Target="../media/image895.png"/><Relationship Id="rId390" Type="http://schemas.openxmlformats.org/officeDocument/2006/relationships/image" Target="../media/image395.png"/><Relationship Id="rId404" Type="http://schemas.openxmlformats.org/officeDocument/2006/relationships/image" Target="../media/image992.png"/><Relationship Id="rId446" Type="http://schemas.openxmlformats.org/officeDocument/2006/relationships/image" Target="../media/image450.png"/><Relationship Id="rId250" Type="http://schemas.openxmlformats.org/officeDocument/2006/relationships/image" Target="../media/image904.png"/><Relationship Id="rId292" Type="http://schemas.openxmlformats.org/officeDocument/2006/relationships/image" Target="../media/image936.png"/><Relationship Id="rId306" Type="http://schemas.openxmlformats.org/officeDocument/2006/relationships/image" Target="../media/image311.png"/><Relationship Id="rId488" Type="http://schemas.openxmlformats.org/officeDocument/2006/relationships/image" Target="../media/image1044.png"/><Relationship Id="rId45" Type="http://schemas.openxmlformats.org/officeDocument/2006/relationships/image" Target="../media/image45.png"/><Relationship Id="rId87" Type="http://schemas.openxmlformats.org/officeDocument/2006/relationships/image" Target="../media/image86.png"/><Relationship Id="rId110" Type="http://schemas.openxmlformats.org/officeDocument/2006/relationships/image" Target="../media/image109.png"/><Relationship Id="rId348" Type="http://schemas.openxmlformats.org/officeDocument/2006/relationships/image" Target="../media/image970.png"/><Relationship Id="rId152" Type="http://schemas.openxmlformats.org/officeDocument/2006/relationships/image" Target="../media/image155.png"/><Relationship Id="rId194" Type="http://schemas.openxmlformats.org/officeDocument/2006/relationships/image" Target="../media/image859.png"/><Relationship Id="rId208" Type="http://schemas.openxmlformats.org/officeDocument/2006/relationships/image" Target="../media/image870.png"/><Relationship Id="rId415" Type="http://schemas.openxmlformats.org/officeDocument/2006/relationships/image" Target="../media/image998.png"/><Relationship Id="rId457" Type="http://schemas.openxmlformats.org/officeDocument/2006/relationships/image" Target="../media/image1021.png"/><Relationship Id="rId261" Type="http://schemas.openxmlformats.org/officeDocument/2006/relationships/image" Target="../media/image913.png"/><Relationship Id="rId499" Type="http://schemas.openxmlformats.org/officeDocument/2006/relationships/image" Target="../media/image1055.png"/><Relationship Id="rId14" Type="http://schemas.openxmlformats.org/officeDocument/2006/relationships/image" Target="../media/image771.png"/><Relationship Id="rId56" Type="http://schemas.openxmlformats.org/officeDocument/2006/relationships/image" Target="../media/image798.png"/><Relationship Id="rId317" Type="http://schemas.openxmlformats.org/officeDocument/2006/relationships/image" Target="../media/image322.png"/><Relationship Id="rId359" Type="http://schemas.openxmlformats.org/officeDocument/2006/relationships/image" Target="../media/image364.png"/><Relationship Id="rId98" Type="http://schemas.openxmlformats.org/officeDocument/2006/relationships/image" Target="../media/image814.png"/><Relationship Id="rId121" Type="http://schemas.openxmlformats.org/officeDocument/2006/relationships/image" Target="../media/image823.png"/><Relationship Id="rId163" Type="http://schemas.openxmlformats.org/officeDocument/2006/relationships/image" Target="../media/image844.png"/><Relationship Id="rId219" Type="http://schemas.openxmlformats.org/officeDocument/2006/relationships/image" Target="../media/image878.png"/><Relationship Id="rId370" Type="http://schemas.openxmlformats.org/officeDocument/2006/relationships/image" Target="../media/image375.png"/><Relationship Id="rId426" Type="http://schemas.openxmlformats.org/officeDocument/2006/relationships/image" Target="../media/image431.png"/><Relationship Id="rId230" Type="http://schemas.openxmlformats.org/officeDocument/2006/relationships/image" Target="../media/image887.png"/><Relationship Id="rId468" Type="http://schemas.openxmlformats.org/officeDocument/2006/relationships/image" Target="../media/image1030.png"/><Relationship Id="rId25" Type="http://schemas.openxmlformats.org/officeDocument/2006/relationships/image" Target="../media/image782.png"/><Relationship Id="rId67" Type="http://schemas.openxmlformats.org/officeDocument/2006/relationships/image" Target="../media/image66.png"/><Relationship Id="rId272" Type="http://schemas.openxmlformats.org/officeDocument/2006/relationships/image" Target="../media/image923.png"/><Relationship Id="rId328" Type="http://schemas.openxmlformats.org/officeDocument/2006/relationships/image" Target="../media/image333.png"/><Relationship Id="rId132" Type="http://schemas.openxmlformats.org/officeDocument/2006/relationships/image" Target="../media/image829.png"/><Relationship Id="rId174" Type="http://schemas.openxmlformats.org/officeDocument/2006/relationships/image" Target="../media/image850.png"/><Relationship Id="rId381" Type="http://schemas.openxmlformats.org/officeDocument/2006/relationships/image" Target="../media/image386.png"/><Relationship Id="rId241" Type="http://schemas.openxmlformats.org/officeDocument/2006/relationships/image" Target="../media/image246.png"/><Relationship Id="rId437" Type="http://schemas.openxmlformats.org/officeDocument/2006/relationships/image" Target="../media/image1010.png"/><Relationship Id="rId479" Type="http://schemas.openxmlformats.org/officeDocument/2006/relationships/image" Target="../media/image1036.png"/><Relationship Id="rId36" Type="http://schemas.openxmlformats.org/officeDocument/2006/relationships/image" Target="../media/image35.png"/><Relationship Id="rId283" Type="http://schemas.openxmlformats.org/officeDocument/2006/relationships/image" Target="../media/image931.png"/><Relationship Id="rId339" Type="http://schemas.openxmlformats.org/officeDocument/2006/relationships/image" Target="../media/image967.png"/><Relationship Id="rId490" Type="http://schemas.openxmlformats.org/officeDocument/2006/relationships/image" Target="../media/image1046.png"/><Relationship Id="rId504" Type="http://schemas.openxmlformats.org/officeDocument/2006/relationships/image" Target="../media/image1059.png"/><Relationship Id="rId78" Type="http://schemas.openxmlformats.org/officeDocument/2006/relationships/image" Target="../media/image77.png"/><Relationship Id="rId101" Type="http://schemas.openxmlformats.org/officeDocument/2006/relationships/image" Target="../media/image100.png"/><Relationship Id="rId143" Type="http://schemas.openxmlformats.org/officeDocument/2006/relationships/image" Target="../media/image146.png"/><Relationship Id="rId185" Type="http://schemas.openxmlformats.org/officeDocument/2006/relationships/image" Target="../media/image190.png"/><Relationship Id="rId350" Type="http://schemas.openxmlformats.org/officeDocument/2006/relationships/image" Target="../media/image355.png"/><Relationship Id="rId406" Type="http://schemas.openxmlformats.org/officeDocument/2006/relationships/image" Target="../media/image993.png"/><Relationship Id="rId9" Type="http://schemas.openxmlformats.org/officeDocument/2006/relationships/image" Target="../media/image8.png"/><Relationship Id="rId210" Type="http://schemas.openxmlformats.org/officeDocument/2006/relationships/image" Target="../media/image215.png"/><Relationship Id="rId392" Type="http://schemas.openxmlformats.org/officeDocument/2006/relationships/image" Target="../media/image985.png"/><Relationship Id="rId448" Type="http://schemas.openxmlformats.org/officeDocument/2006/relationships/image" Target="../media/image1016.png"/><Relationship Id="rId252" Type="http://schemas.openxmlformats.org/officeDocument/2006/relationships/image" Target="../media/image906.png"/><Relationship Id="rId294" Type="http://schemas.openxmlformats.org/officeDocument/2006/relationships/image" Target="../media/image938.png"/><Relationship Id="rId308" Type="http://schemas.openxmlformats.org/officeDocument/2006/relationships/image" Target="../media/image947.png"/><Relationship Id="rId47" Type="http://schemas.openxmlformats.org/officeDocument/2006/relationships/image" Target="../media/image794.png"/><Relationship Id="rId89" Type="http://schemas.openxmlformats.org/officeDocument/2006/relationships/image" Target="../media/image88.png"/><Relationship Id="rId112" Type="http://schemas.openxmlformats.org/officeDocument/2006/relationships/image" Target="../media/image111.png"/><Relationship Id="rId154" Type="http://schemas.openxmlformats.org/officeDocument/2006/relationships/image" Target="../media/image157.png"/><Relationship Id="rId361" Type="http://schemas.openxmlformats.org/officeDocument/2006/relationships/image" Target="../media/image366.png"/><Relationship Id="rId196" Type="http://schemas.openxmlformats.org/officeDocument/2006/relationships/image" Target="../media/image861.png"/><Relationship Id="rId417" Type="http://schemas.openxmlformats.org/officeDocument/2006/relationships/image" Target="../media/image999.png"/><Relationship Id="rId459" Type="http://schemas.openxmlformats.org/officeDocument/2006/relationships/image" Target="../media/image1022.png"/><Relationship Id="rId16" Type="http://schemas.openxmlformats.org/officeDocument/2006/relationships/image" Target="../media/image773.png"/><Relationship Id="rId221" Type="http://schemas.openxmlformats.org/officeDocument/2006/relationships/image" Target="../media/image880.png"/><Relationship Id="rId263" Type="http://schemas.openxmlformats.org/officeDocument/2006/relationships/image" Target="../media/image915.png"/><Relationship Id="rId319" Type="http://schemas.openxmlformats.org/officeDocument/2006/relationships/image" Target="../media/image954.png"/><Relationship Id="rId470" Type="http://schemas.openxmlformats.org/officeDocument/2006/relationships/image" Target="../media/image1031.png"/><Relationship Id="rId58" Type="http://schemas.openxmlformats.org/officeDocument/2006/relationships/image" Target="../media/image56.png"/><Relationship Id="rId123" Type="http://schemas.openxmlformats.org/officeDocument/2006/relationships/image" Target="../media/image123.png"/><Relationship Id="rId330" Type="http://schemas.openxmlformats.org/officeDocument/2006/relationships/image" Target="../media/image962.png"/><Relationship Id="rId165" Type="http://schemas.openxmlformats.org/officeDocument/2006/relationships/image" Target="../media/image845.png"/><Relationship Id="rId372" Type="http://schemas.openxmlformats.org/officeDocument/2006/relationships/image" Target="../media/image979.png"/><Relationship Id="rId428" Type="http://schemas.openxmlformats.org/officeDocument/2006/relationships/image" Target="../media/image1003.png"/><Relationship Id="rId232" Type="http://schemas.openxmlformats.org/officeDocument/2006/relationships/image" Target="../media/image237.png"/><Relationship Id="rId274" Type="http://schemas.openxmlformats.org/officeDocument/2006/relationships/image" Target="../media/image924.png"/><Relationship Id="rId481" Type="http://schemas.openxmlformats.org/officeDocument/2006/relationships/image" Target="../media/image1038.png"/><Relationship Id="rId27" Type="http://schemas.openxmlformats.org/officeDocument/2006/relationships/image" Target="../media/image26.png"/><Relationship Id="rId69" Type="http://schemas.openxmlformats.org/officeDocument/2006/relationships/image" Target="../media/image68.png"/><Relationship Id="rId134" Type="http://schemas.openxmlformats.org/officeDocument/2006/relationships/image" Target="../media/image830.png"/><Relationship Id="rId80" Type="http://schemas.openxmlformats.org/officeDocument/2006/relationships/image" Target="../media/image79.png"/><Relationship Id="rId176" Type="http://schemas.openxmlformats.org/officeDocument/2006/relationships/image" Target="../media/image181.png"/><Relationship Id="rId341" Type="http://schemas.openxmlformats.org/officeDocument/2006/relationships/image" Target="../media/image968.png"/><Relationship Id="rId383" Type="http://schemas.openxmlformats.org/officeDocument/2006/relationships/image" Target="../media/image388.png"/><Relationship Id="rId439" Type="http://schemas.openxmlformats.org/officeDocument/2006/relationships/image" Target="../media/image1011.png"/><Relationship Id="rId201" Type="http://schemas.openxmlformats.org/officeDocument/2006/relationships/image" Target="../media/image865.png"/><Relationship Id="rId243" Type="http://schemas.openxmlformats.org/officeDocument/2006/relationships/image" Target="../media/image898.png"/><Relationship Id="rId285" Type="http://schemas.openxmlformats.org/officeDocument/2006/relationships/image" Target="../media/image933.png"/><Relationship Id="rId450" Type="http://schemas.openxmlformats.org/officeDocument/2006/relationships/image" Target="../media/image1017.png"/><Relationship Id="rId38" Type="http://schemas.openxmlformats.org/officeDocument/2006/relationships/image" Target="../media/image788.png"/><Relationship Id="rId103" Type="http://schemas.openxmlformats.org/officeDocument/2006/relationships/image" Target="../media/image102.png"/><Relationship Id="rId310" Type="http://schemas.openxmlformats.org/officeDocument/2006/relationships/image" Target="../media/image949.png"/><Relationship Id="rId492" Type="http://schemas.openxmlformats.org/officeDocument/2006/relationships/image" Target="../media/image1048.png"/><Relationship Id="rId91" Type="http://schemas.openxmlformats.org/officeDocument/2006/relationships/image" Target="../media/image811.png"/><Relationship Id="rId145" Type="http://schemas.openxmlformats.org/officeDocument/2006/relationships/image" Target="../media/image835.png"/><Relationship Id="rId187" Type="http://schemas.openxmlformats.org/officeDocument/2006/relationships/image" Target="../media/image192.png"/><Relationship Id="rId352" Type="http://schemas.openxmlformats.org/officeDocument/2006/relationships/image" Target="../media/image358.png"/><Relationship Id="rId394" Type="http://schemas.openxmlformats.org/officeDocument/2006/relationships/image" Target="../media/image987.png"/><Relationship Id="rId408" Type="http://schemas.openxmlformats.org/officeDocument/2006/relationships/image" Target="../media/image413.png"/><Relationship Id="rId212" Type="http://schemas.openxmlformats.org/officeDocument/2006/relationships/image" Target="../media/image217.png"/><Relationship Id="rId254" Type="http://schemas.openxmlformats.org/officeDocument/2006/relationships/image" Target="../media/image908.png"/><Relationship Id="rId49" Type="http://schemas.openxmlformats.org/officeDocument/2006/relationships/image" Target="../media/image48.png"/><Relationship Id="rId114" Type="http://schemas.openxmlformats.org/officeDocument/2006/relationships/image" Target="../media/image113.png"/><Relationship Id="rId296" Type="http://schemas.openxmlformats.org/officeDocument/2006/relationships/image" Target="../media/image301.png"/><Relationship Id="rId461" Type="http://schemas.openxmlformats.org/officeDocument/2006/relationships/image" Target="../media/image1024.png"/><Relationship Id="rId60" Type="http://schemas.openxmlformats.org/officeDocument/2006/relationships/image" Target="../media/image58.png"/><Relationship Id="rId156" Type="http://schemas.openxmlformats.org/officeDocument/2006/relationships/image" Target="../media/image840.png"/><Relationship Id="rId198" Type="http://schemas.openxmlformats.org/officeDocument/2006/relationships/image" Target="../media/image863.png"/><Relationship Id="rId321" Type="http://schemas.openxmlformats.org/officeDocument/2006/relationships/image" Target="../media/image956.png"/><Relationship Id="rId363" Type="http://schemas.openxmlformats.org/officeDocument/2006/relationships/image" Target="../media/image620.png"/><Relationship Id="rId419" Type="http://schemas.openxmlformats.org/officeDocument/2006/relationships/image" Target="../media/image1000.png"/><Relationship Id="rId223" Type="http://schemas.openxmlformats.org/officeDocument/2006/relationships/image" Target="../media/image881.png"/><Relationship Id="rId430" Type="http://schemas.openxmlformats.org/officeDocument/2006/relationships/image" Target="../media/image1005.png"/><Relationship Id="rId18" Type="http://schemas.openxmlformats.org/officeDocument/2006/relationships/image" Target="../media/image775.png"/><Relationship Id="rId265" Type="http://schemas.openxmlformats.org/officeDocument/2006/relationships/image" Target="../media/image917.png"/><Relationship Id="rId472" Type="http://schemas.openxmlformats.org/officeDocument/2006/relationships/image" Target="../media/image477.png"/><Relationship Id="rId125" Type="http://schemas.openxmlformats.org/officeDocument/2006/relationships/image" Target="../media/image126.png"/><Relationship Id="rId167" Type="http://schemas.openxmlformats.org/officeDocument/2006/relationships/image" Target="../media/image172.png"/><Relationship Id="rId332" Type="http://schemas.openxmlformats.org/officeDocument/2006/relationships/image" Target="../media/image337.png"/><Relationship Id="rId374" Type="http://schemas.openxmlformats.org/officeDocument/2006/relationships/image" Target="../media/image980.png"/><Relationship Id="rId71" Type="http://schemas.openxmlformats.org/officeDocument/2006/relationships/image" Target="../media/image802.png"/><Relationship Id="rId234" Type="http://schemas.openxmlformats.org/officeDocument/2006/relationships/image" Target="../media/image890.png"/><Relationship Id="rId2" Type="http://schemas.openxmlformats.org/officeDocument/2006/relationships/image" Target="../media/image1.png"/><Relationship Id="rId29" Type="http://schemas.openxmlformats.org/officeDocument/2006/relationships/image" Target="../media/image783.png"/><Relationship Id="rId276" Type="http://schemas.openxmlformats.org/officeDocument/2006/relationships/image" Target="../media/image926.png"/><Relationship Id="rId441" Type="http://schemas.openxmlformats.org/officeDocument/2006/relationships/image" Target="../media/image1012.png"/><Relationship Id="rId483" Type="http://schemas.openxmlformats.org/officeDocument/2006/relationships/image" Target="../media/image1039.png"/><Relationship Id="rId40" Type="http://schemas.openxmlformats.org/officeDocument/2006/relationships/image" Target="../media/image790.png"/><Relationship Id="rId136" Type="http://schemas.openxmlformats.org/officeDocument/2006/relationships/image" Target="../media/image138.png"/><Relationship Id="rId178" Type="http://schemas.openxmlformats.org/officeDocument/2006/relationships/image" Target="../media/image183.png"/><Relationship Id="rId301" Type="http://schemas.openxmlformats.org/officeDocument/2006/relationships/image" Target="../media/image943.png"/><Relationship Id="rId343" Type="http://schemas.openxmlformats.org/officeDocument/2006/relationships/image" Target="../media/image348.png"/><Relationship Id="rId82" Type="http://schemas.openxmlformats.org/officeDocument/2006/relationships/image" Target="../media/image81.png"/><Relationship Id="rId203" Type="http://schemas.openxmlformats.org/officeDocument/2006/relationships/image" Target="../media/image867.png"/><Relationship Id="rId385" Type="http://schemas.openxmlformats.org/officeDocument/2006/relationships/image" Target="../media/image390.png"/><Relationship Id="rId245" Type="http://schemas.openxmlformats.org/officeDocument/2006/relationships/image" Target="../media/image250.png"/><Relationship Id="rId287" Type="http://schemas.openxmlformats.org/officeDocument/2006/relationships/image" Target="../media/image293.png"/><Relationship Id="rId410" Type="http://schemas.openxmlformats.org/officeDocument/2006/relationships/image" Target="../media/image995.png"/><Relationship Id="rId452" Type="http://schemas.openxmlformats.org/officeDocument/2006/relationships/image" Target="../media/image457.png"/><Relationship Id="rId494" Type="http://schemas.openxmlformats.org/officeDocument/2006/relationships/image" Target="../media/image1050.png"/><Relationship Id="rId105" Type="http://schemas.openxmlformats.org/officeDocument/2006/relationships/image" Target="../media/image818.png"/><Relationship Id="rId147" Type="http://schemas.openxmlformats.org/officeDocument/2006/relationships/image" Target="../media/image836.png"/><Relationship Id="rId312" Type="http://schemas.openxmlformats.org/officeDocument/2006/relationships/image" Target="../media/image950.png"/><Relationship Id="rId354" Type="http://schemas.openxmlformats.org/officeDocument/2006/relationships/image" Target="../media/image359.png"/><Relationship Id="rId51" Type="http://schemas.openxmlformats.org/officeDocument/2006/relationships/image" Target="../media/image50.png"/><Relationship Id="rId93" Type="http://schemas.openxmlformats.org/officeDocument/2006/relationships/image" Target="../media/image92.png"/><Relationship Id="rId189" Type="http://schemas.openxmlformats.org/officeDocument/2006/relationships/image" Target="../media/image856.png"/><Relationship Id="rId396" Type="http://schemas.openxmlformats.org/officeDocument/2006/relationships/image" Target="../media/image401.png"/><Relationship Id="rId214" Type="http://schemas.openxmlformats.org/officeDocument/2006/relationships/image" Target="../media/image874.png"/><Relationship Id="rId256" Type="http://schemas.openxmlformats.org/officeDocument/2006/relationships/image" Target="../media/image261.png"/><Relationship Id="rId298" Type="http://schemas.openxmlformats.org/officeDocument/2006/relationships/image" Target="../media/image303.png"/><Relationship Id="rId421" Type="http://schemas.openxmlformats.org/officeDocument/2006/relationships/image" Target="../media/image1001.png"/><Relationship Id="rId463" Type="http://schemas.openxmlformats.org/officeDocument/2006/relationships/image" Target="../media/image468.png"/><Relationship Id="rId116" Type="http://schemas.openxmlformats.org/officeDocument/2006/relationships/image" Target="../media/image822.png"/><Relationship Id="rId158" Type="http://schemas.openxmlformats.org/officeDocument/2006/relationships/image" Target="../media/image162.png"/><Relationship Id="rId323" Type="http://schemas.openxmlformats.org/officeDocument/2006/relationships/image" Target="../media/image957.png"/><Relationship Id="rId20" Type="http://schemas.openxmlformats.org/officeDocument/2006/relationships/image" Target="../media/image777.png"/><Relationship Id="rId62" Type="http://schemas.openxmlformats.org/officeDocument/2006/relationships/image" Target="../media/image61.png"/><Relationship Id="rId365" Type="http://schemas.openxmlformats.org/officeDocument/2006/relationships/image" Target="../media/image976.png"/><Relationship Id="rId225" Type="http://schemas.openxmlformats.org/officeDocument/2006/relationships/image" Target="../media/image882.png"/><Relationship Id="rId267" Type="http://schemas.openxmlformats.org/officeDocument/2006/relationships/image" Target="../media/image918.png"/><Relationship Id="rId432" Type="http://schemas.openxmlformats.org/officeDocument/2006/relationships/image" Target="../media/image1007.png"/><Relationship Id="rId474" Type="http://schemas.openxmlformats.org/officeDocument/2006/relationships/image" Target="../media/image479.png"/><Relationship Id="rId127" Type="http://schemas.openxmlformats.org/officeDocument/2006/relationships/image" Target="../media/image826.png"/><Relationship Id="rId31" Type="http://schemas.openxmlformats.org/officeDocument/2006/relationships/image" Target="../media/image785.png"/><Relationship Id="rId73" Type="http://schemas.openxmlformats.org/officeDocument/2006/relationships/image" Target="../media/image804.png"/><Relationship Id="rId169" Type="http://schemas.openxmlformats.org/officeDocument/2006/relationships/image" Target="../media/image846.png"/><Relationship Id="rId334" Type="http://schemas.openxmlformats.org/officeDocument/2006/relationships/image" Target="../media/image339.png"/><Relationship Id="rId376" Type="http://schemas.openxmlformats.org/officeDocument/2006/relationships/image" Target="../media/image981.png"/><Relationship Id="rId4" Type="http://schemas.openxmlformats.org/officeDocument/2006/relationships/image" Target="../media/image3.jpg"/><Relationship Id="rId180" Type="http://schemas.openxmlformats.org/officeDocument/2006/relationships/image" Target="../media/image185.png"/><Relationship Id="rId215" Type="http://schemas.openxmlformats.org/officeDocument/2006/relationships/image" Target="../media/image875.png"/><Relationship Id="rId236" Type="http://schemas.openxmlformats.org/officeDocument/2006/relationships/image" Target="../media/image892.png"/><Relationship Id="rId257" Type="http://schemas.openxmlformats.org/officeDocument/2006/relationships/image" Target="../media/image516.png"/><Relationship Id="rId278" Type="http://schemas.openxmlformats.org/officeDocument/2006/relationships/image" Target="../media/image928.png"/><Relationship Id="rId401" Type="http://schemas.openxmlformats.org/officeDocument/2006/relationships/image" Target="../media/image990.png"/><Relationship Id="rId422" Type="http://schemas.openxmlformats.org/officeDocument/2006/relationships/image" Target="../media/image426.png"/><Relationship Id="rId443" Type="http://schemas.openxmlformats.org/officeDocument/2006/relationships/image" Target="../media/image1014.png"/><Relationship Id="rId464" Type="http://schemas.openxmlformats.org/officeDocument/2006/relationships/image" Target="../media/image1026.png"/><Relationship Id="rId303" Type="http://schemas.openxmlformats.org/officeDocument/2006/relationships/image" Target="../media/image944.png"/><Relationship Id="rId485" Type="http://schemas.openxmlformats.org/officeDocument/2006/relationships/image" Target="../media/image1041.png"/><Relationship Id="rId42" Type="http://schemas.openxmlformats.org/officeDocument/2006/relationships/image" Target="../media/image791.png"/><Relationship Id="rId84" Type="http://schemas.openxmlformats.org/officeDocument/2006/relationships/image" Target="../media/image808.png"/><Relationship Id="rId138" Type="http://schemas.openxmlformats.org/officeDocument/2006/relationships/image" Target="../media/image140.png"/><Relationship Id="rId345" Type="http://schemas.openxmlformats.org/officeDocument/2006/relationships/image" Target="../media/image350.png"/><Relationship Id="rId387" Type="http://schemas.openxmlformats.org/officeDocument/2006/relationships/image" Target="../media/image392.png"/><Relationship Id="rId191" Type="http://schemas.openxmlformats.org/officeDocument/2006/relationships/image" Target="../media/image857.png"/><Relationship Id="rId205" Type="http://schemas.openxmlformats.org/officeDocument/2006/relationships/image" Target="../media/image869.png"/><Relationship Id="rId247" Type="http://schemas.openxmlformats.org/officeDocument/2006/relationships/image" Target="../media/image901.png"/><Relationship Id="rId412" Type="http://schemas.openxmlformats.org/officeDocument/2006/relationships/image" Target="../media/image996.png"/><Relationship Id="rId107" Type="http://schemas.openxmlformats.org/officeDocument/2006/relationships/image" Target="../media/image106.png"/><Relationship Id="rId289" Type="http://schemas.openxmlformats.org/officeDocument/2006/relationships/image" Target="../media/image294.png"/><Relationship Id="rId454" Type="http://schemas.openxmlformats.org/officeDocument/2006/relationships/image" Target="../media/image1018.png"/><Relationship Id="rId496" Type="http://schemas.openxmlformats.org/officeDocument/2006/relationships/image" Target="../media/image1052.png"/><Relationship Id="rId11" Type="http://schemas.openxmlformats.org/officeDocument/2006/relationships/image" Target="../media/image768.png"/><Relationship Id="rId53" Type="http://schemas.openxmlformats.org/officeDocument/2006/relationships/image" Target="../media/image52.png"/><Relationship Id="rId149" Type="http://schemas.openxmlformats.org/officeDocument/2006/relationships/image" Target="../media/image152.png"/><Relationship Id="rId314" Type="http://schemas.openxmlformats.org/officeDocument/2006/relationships/image" Target="../media/image951.png"/><Relationship Id="rId356" Type="http://schemas.openxmlformats.org/officeDocument/2006/relationships/image" Target="../media/image972.png"/><Relationship Id="rId398" Type="http://schemas.openxmlformats.org/officeDocument/2006/relationships/image" Target="../media/image404.png"/><Relationship Id="rId95" Type="http://schemas.openxmlformats.org/officeDocument/2006/relationships/image" Target="../media/image812.png"/><Relationship Id="rId160" Type="http://schemas.openxmlformats.org/officeDocument/2006/relationships/image" Target="../media/image164.png"/><Relationship Id="rId216" Type="http://schemas.openxmlformats.org/officeDocument/2006/relationships/image" Target="../media/image876.png"/><Relationship Id="rId423" Type="http://schemas.openxmlformats.org/officeDocument/2006/relationships/image" Target="../media/image429.png"/><Relationship Id="rId258" Type="http://schemas.openxmlformats.org/officeDocument/2006/relationships/image" Target="../media/image910.png"/><Relationship Id="rId465" Type="http://schemas.openxmlformats.org/officeDocument/2006/relationships/image" Target="../media/image1027.png"/><Relationship Id="rId22" Type="http://schemas.openxmlformats.org/officeDocument/2006/relationships/image" Target="../media/image779.png"/><Relationship Id="rId64" Type="http://schemas.openxmlformats.org/officeDocument/2006/relationships/image" Target="../media/image63.png"/><Relationship Id="rId118" Type="http://schemas.openxmlformats.org/officeDocument/2006/relationships/image" Target="../media/image117.png"/><Relationship Id="rId325" Type="http://schemas.openxmlformats.org/officeDocument/2006/relationships/image" Target="../media/image959.png"/><Relationship Id="rId367" Type="http://schemas.openxmlformats.org/officeDocument/2006/relationships/image" Target="../media/image372.png"/><Relationship Id="rId171" Type="http://schemas.openxmlformats.org/officeDocument/2006/relationships/image" Target="../media/image848.png"/><Relationship Id="rId227" Type="http://schemas.openxmlformats.org/officeDocument/2006/relationships/image" Target="../media/image884.png"/><Relationship Id="rId269" Type="http://schemas.openxmlformats.org/officeDocument/2006/relationships/image" Target="../media/image920.png"/><Relationship Id="rId434" Type="http://schemas.openxmlformats.org/officeDocument/2006/relationships/image" Target="../media/image1008.png"/><Relationship Id="rId476" Type="http://schemas.openxmlformats.org/officeDocument/2006/relationships/image" Target="../media/image1033.png"/><Relationship Id="rId33" Type="http://schemas.openxmlformats.org/officeDocument/2006/relationships/image" Target="../media/image786.png"/><Relationship Id="rId129" Type="http://schemas.openxmlformats.org/officeDocument/2006/relationships/image" Target="../media/image130.png"/><Relationship Id="rId280" Type="http://schemas.openxmlformats.org/officeDocument/2006/relationships/image" Target="../media/image286.png"/><Relationship Id="rId336" Type="http://schemas.openxmlformats.org/officeDocument/2006/relationships/image" Target="../media/image964.png"/><Relationship Id="rId501" Type="http://schemas.openxmlformats.org/officeDocument/2006/relationships/image" Target="../media/image1056.png"/><Relationship Id="rId75" Type="http://schemas.openxmlformats.org/officeDocument/2006/relationships/image" Target="../media/image805.png"/><Relationship Id="rId140" Type="http://schemas.openxmlformats.org/officeDocument/2006/relationships/image" Target="../media/image832.png"/><Relationship Id="rId182" Type="http://schemas.openxmlformats.org/officeDocument/2006/relationships/image" Target="../media/image852.png"/><Relationship Id="rId378" Type="http://schemas.openxmlformats.org/officeDocument/2006/relationships/image" Target="../media/image383.png"/><Relationship Id="rId403" Type="http://schemas.openxmlformats.org/officeDocument/2006/relationships/image" Target="../media/image408.png"/><Relationship Id="rId6" Type="http://schemas.openxmlformats.org/officeDocument/2006/relationships/image" Target="../media/image764.png"/><Relationship Id="rId238" Type="http://schemas.openxmlformats.org/officeDocument/2006/relationships/image" Target="../media/image894.png"/><Relationship Id="rId445" Type="http://schemas.openxmlformats.org/officeDocument/2006/relationships/image" Target="../media/image1015.png"/><Relationship Id="rId487" Type="http://schemas.openxmlformats.org/officeDocument/2006/relationships/image" Target="../media/image1043.png"/><Relationship Id="rId291" Type="http://schemas.openxmlformats.org/officeDocument/2006/relationships/image" Target="../media/image935.png"/><Relationship Id="rId305" Type="http://schemas.openxmlformats.org/officeDocument/2006/relationships/image" Target="../media/image946.png"/><Relationship Id="rId347" Type="http://schemas.openxmlformats.org/officeDocument/2006/relationships/image" Target="../media/image352.png"/><Relationship Id="rId44" Type="http://schemas.openxmlformats.org/officeDocument/2006/relationships/image" Target="../media/image793.png"/><Relationship Id="rId86" Type="http://schemas.openxmlformats.org/officeDocument/2006/relationships/image" Target="../media/image809.png"/><Relationship Id="rId151" Type="http://schemas.openxmlformats.org/officeDocument/2006/relationships/image" Target="../media/image154.png"/><Relationship Id="rId389" Type="http://schemas.openxmlformats.org/officeDocument/2006/relationships/image" Target="../media/image984.png"/><Relationship Id="rId193" Type="http://schemas.openxmlformats.org/officeDocument/2006/relationships/image" Target="../media/image198.png"/><Relationship Id="rId207" Type="http://schemas.openxmlformats.org/officeDocument/2006/relationships/image" Target="../media/image212.png"/><Relationship Id="rId249" Type="http://schemas.openxmlformats.org/officeDocument/2006/relationships/image" Target="../media/image903.png"/><Relationship Id="rId414" Type="http://schemas.openxmlformats.org/officeDocument/2006/relationships/image" Target="../media/image419.png"/><Relationship Id="rId456" Type="http://schemas.openxmlformats.org/officeDocument/2006/relationships/image" Target="../media/image1020.png"/><Relationship Id="rId498" Type="http://schemas.openxmlformats.org/officeDocument/2006/relationships/image" Target="../media/image1054.png"/><Relationship Id="rId13" Type="http://schemas.openxmlformats.org/officeDocument/2006/relationships/image" Target="../media/image770.png"/><Relationship Id="rId109" Type="http://schemas.openxmlformats.org/officeDocument/2006/relationships/image" Target="../media/image107.png"/><Relationship Id="rId260" Type="http://schemas.openxmlformats.org/officeDocument/2006/relationships/image" Target="../media/image912.png"/><Relationship Id="rId316" Type="http://schemas.openxmlformats.org/officeDocument/2006/relationships/image" Target="../media/image952.png"/><Relationship Id="rId55" Type="http://schemas.openxmlformats.org/officeDocument/2006/relationships/image" Target="../media/image797.png"/><Relationship Id="rId97" Type="http://schemas.openxmlformats.org/officeDocument/2006/relationships/image" Target="../media/image813.png"/><Relationship Id="rId120" Type="http://schemas.openxmlformats.org/officeDocument/2006/relationships/image" Target="../media/image120.png"/><Relationship Id="rId358" Type="http://schemas.openxmlformats.org/officeDocument/2006/relationships/image" Target="../media/image973.png"/><Relationship Id="rId162" Type="http://schemas.openxmlformats.org/officeDocument/2006/relationships/image" Target="../media/image843.png"/><Relationship Id="rId218" Type="http://schemas.openxmlformats.org/officeDocument/2006/relationships/image" Target="../media/image223.png"/><Relationship Id="rId425" Type="http://schemas.openxmlformats.org/officeDocument/2006/relationships/image" Target="../media/image430.png"/><Relationship Id="rId467" Type="http://schemas.openxmlformats.org/officeDocument/2006/relationships/image" Target="../media/image1029.png"/><Relationship Id="rId271" Type="http://schemas.openxmlformats.org/officeDocument/2006/relationships/image" Target="../media/image922.png"/><Relationship Id="rId24" Type="http://schemas.openxmlformats.org/officeDocument/2006/relationships/image" Target="../media/image781.png"/><Relationship Id="rId66" Type="http://schemas.openxmlformats.org/officeDocument/2006/relationships/image" Target="../media/image65.png"/><Relationship Id="rId131" Type="http://schemas.openxmlformats.org/officeDocument/2006/relationships/image" Target="../media/image828.png"/><Relationship Id="rId327" Type="http://schemas.openxmlformats.org/officeDocument/2006/relationships/image" Target="../media/image960.png"/><Relationship Id="rId369" Type="http://schemas.openxmlformats.org/officeDocument/2006/relationships/image" Target="../media/image978.png"/><Relationship Id="rId173" Type="http://schemas.openxmlformats.org/officeDocument/2006/relationships/image" Target="../media/image849.png"/><Relationship Id="rId229" Type="http://schemas.openxmlformats.org/officeDocument/2006/relationships/image" Target="../media/image886.png"/><Relationship Id="rId380" Type="http://schemas.openxmlformats.org/officeDocument/2006/relationships/image" Target="../media/image385.png"/><Relationship Id="rId436" Type="http://schemas.openxmlformats.org/officeDocument/2006/relationships/image" Target="../media/image1009.png"/><Relationship Id="rId240" Type="http://schemas.openxmlformats.org/officeDocument/2006/relationships/image" Target="../media/image896.png"/><Relationship Id="rId478" Type="http://schemas.openxmlformats.org/officeDocument/2006/relationships/image" Target="../media/image1035.png"/><Relationship Id="rId35" Type="http://schemas.openxmlformats.org/officeDocument/2006/relationships/image" Target="../media/image787.png"/><Relationship Id="rId77" Type="http://schemas.openxmlformats.org/officeDocument/2006/relationships/image" Target="../media/image76.png"/><Relationship Id="rId100" Type="http://schemas.openxmlformats.org/officeDocument/2006/relationships/image" Target="../media/image815.png"/><Relationship Id="rId282" Type="http://schemas.openxmlformats.org/officeDocument/2006/relationships/image" Target="../media/image930.png"/><Relationship Id="rId338" Type="http://schemas.openxmlformats.org/officeDocument/2006/relationships/image" Target="../media/image966.png"/><Relationship Id="rId503" Type="http://schemas.openxmlformats.org/officeDocument/2006/relationships/image" Target="../media/image1058.png"/><Relationship Id="rId8" Type="http://schemas.openxmlformats.org/officeDocument/2006/relationships/image" Target="../media/image766.png"/><Relationship Id="rId142" Type="http://schemas.openxmlformats.org/officeDocument/2006/relationships/image" Target="../media/image833.png"/><Relationship Id="rId184" Type="http://schemas.openxmlformats.org/officeDocument/2006/relationships/image" Target="../media/image854.png"/><Relationship Id="rId391" Type="http://schemas.openxmlformats.org/officeDocument/2006/relationships/image" Target="../media/image396.png"/><Relationship Id="rId405" Type="http://schemas.openxmlformats.org/officeDocument/2006/relationships/image" Target="../media/image410.png"/><Relationship Id="rId447" Type="http://schemas.openxmlformats.org/officeDocument/2006/relationships/image" Target="../media/image453.png"/><Relationship Id="rId251" Type="http://schemas.openxmlformats.org/officeDocument/2006/relationships/image" Target="../media/image905.png"/><Relationship Id="rId489" Type="http://schemas.openxmlformats.org/officeDocument/2006/relationships/image" Target="../media/image1045.png"/><Relationship Id="rId46" Type="http://schemas.openxmlformats.org/officeDocument/2006/relationships/image" Target="../media/image44.png"/><Relationship Id="rId293" Type="http://schemas.openxmlformats.org/officeDocument/2006/relationships/image" Target="../media/image937.png"/><Relationship Id="rId307" Type="http://schemas.openxmlformats.org/officeDocument/2006/relationships/image" Target="../media/image312.png"/><Relationship Id="rId349" Type="http://schemas.openxmlformats.org/officeDocument/2006/relationships/image" Target="../media/image971.png"/><Relationship Id="rId88" Type="http://schemas.openxmlformats.org/officeDocument/2006/relationships/image" Target="../media/image87.png"/><Relationship Id="rId111" Type="http://schemas.openxmlformats.org/officeDocument/2006/relationships/image" Target="../media/image819.png"/><Relationship Id="rId153" Type="http://schemas.openxmlformats.org/officeDocument/2006/relationships/image" Target="../media/image838.png"/><Relationship Id="rId195" Type="http://schemas.openxmlformats.org/officeDocument/2006/relationships/image" Target="../media/image860.png"/><Relationship Id="rId209" Type="http://schemas.openxmlformats.org/officeDocument/2006/relationships/image" Target="../media/image871.png"/><Relationship Id="rId360" Type="http://schemas.openxmlformats.org/officeDocument/2006/relationships/image" Target="../media/image365.png"/><Relationship Id="rId416" Type="http://schemas.openxmlformats.org/officeDocument/2006/relationships/image" Target="../media/image421.png"/><Relationship Id="rId220" Type="http://schemas.openxmlformats.org/officeDocument/2006/relationships/image" Target="../media/image879.png"/><Relationship Id="rId458" Type="http://schemas.openxmlformats.org/officeDocument/2006/relationships/image" Target="../media/image463.png"/><Relationship Id="rId15" Type="http://schemas.openxmlformats.org/officeDocument/2006/relationships/image" Target="../media/image772.png"/><Relationship Id="rId57" Type="http://schemas.openxmlformats.org/officeDocument/2006/relationships/image" Target="../media/image799.png"/><Relationship Id="rId262" Type="http://schemas.openxmlformats.org/officeDocument/2006/relationships/image" Target="../media/image914.png"/><Relationship Id="rId318" Type="http://schemas.openxmlformats.org/officeDocument/2006/relationships/image" Target="../media/image953.png"/><Relationship Id="rId99" Type="http://schemas.openxmlformats.org/officeDocument/2006/relationships/image" Target="../media/image98.png"/><Relationship Id="rId122" Type="http://schemas.openxmlformats.org/officeDocument/2006/relationships/image" Target="../media/image824.png"/><Relationship Id="rId164" Type="http://schemas.openxmlformats.org/officeDocument/2006/relationships/image" Target="../media/image168.png"/><Relationship Id="rId371" Type="http://schemas.openxmlformats.org/officeDocument/2006/relationships/image" Target="../media/image376.png"/><Relationship Id="rId427" Type="http://schemas.openxmlformats.org/officeDocument/2006/relationships/image" Target="../media/image432.png"/><Relationship Id="rId469" Type="http://schemas.openxmlformats.org/officeDocument/2006/relationships/image" Target="../media/image474.png"/><Relationship Id="rId26" Type="http://schemas.openxmlformats.org/officeDocument/2006/relationships/image" Target="../media/image25.png"/><Relationship Id="rId231" Type="http://schemas.openxmlformats.org/officeDocument/2006/relationships/image" Target="../media/image888.png"/><Relationship Id="rId273" Type="http://schemas.openxmlformats.org/officeDocument/2006/relationships/image" Target="../media/image278.png"/><Relationship Id="rId329" Type="http://schemas.openxmlformats.org/officeDocument/2006/relationships/image" Target="../media/image961.png"/><Relationship Id="rId480" Type="http://schemas.openxmlformats.org/officeDocument/2006/relationships/image" Target="../media/image1037.png"/><Relationship Id="rId68" Type="http://schemas.openxmlformats.org/officeDocument/2006/relationships/image" Target="../media/image67.png"/><Relationship Id="rId133" Type="http://schemas.openxmlformats.org/officeDocument/2006/relationships/image" Target="../media/image135.png"/><Relationship Id="rId175" Type="http://schemas.openxmlformats.org/officeDocument/2006/relationships/image" Target="../media/image851.png"/><Relationship Id="rId340" Type="http://schemas.openxmlformats.org/officeDocument/2006/relationships/image" Target="../media/image345.png"/><Relationship Id="rId200" Type="http://schemas.openxmlformats.org/officeDocument/2006/relationships/image" Target="../media/image864.png"/><Relationship Id="rId382" Type="http://schemas.openxmlformats.org/officeDocument/2006/relationships/image" Target="../media/image982.png"/><Relationship Id="rId438" Type="http://schemas.openxmlformats.org/officeDocument/2006/relationships/image" Target="../media/image441.png"/><Relationship Id="rId242" Type="http://schemas.openxmlformats.org/officeDocument/2006/relationships/image" Target="../media/image897.png"/><Relationship Id="rId284" Type="http://schemas.openxmlformats.org/officeDocument/2006/relationships/image" Target="../media/image932.png"/><Relationship Id="rId491" Type="http://schemas.openxmlformats.org/officeDocument/2006/relationships/image" Target="../media/image1047.png"/><Relationship Id="rId505" Type="http://schemas.openxmlformats.org/officeDocument/2006/relationships/image" Target="../media/image1060.png"/><Relationship Id="rId37" Type="http://schemas.openxmlformats.org/officeDocument/2006/relationships/image" Target="../media/image36.png"/><Relationship Id="rId79" Type="http://schemas.openxmlformats.org/officeDocument/2006/relationships/image" Target="../media/image806.png"/><Relationship Id="rId102" Type="http://schemas.openxmlformats.org/officeDocument/2006/relationships/image" Target="../media/image816.png"/><Relationship Id="rId144" Type="http://schemas.openxmlformats.org/officeDocument/2006/relationships/image" Target="../media/image834.png"/><Relationship Id="rId90" Type="http://schemas.openxmlformats.org/officeDocument/2006/relationships/image" Target="../media/image810.png"/><Relationship Id="rId186" Type="http://schemas.openxmlformats.org/officeDocument/2006/relationships/image" Target="../media/image855.png"/><Relationship Id="rId351" Type="http://schemas.openxmlformats.org/officeDocument/2006/relationships/image" Target="../media/image356.png"/><Relationship Id="rId393" Type="http://schemas.openxmlformats.org/officeDocument/2006/relationships/image" Target="../media/image986.png"/><Relationship Id="rId407" Type="http://schemas.openxmlformats.org/officeDocument/2006/relationships/image" Target="../media/image412.png"/><Relationship Id="rId449" Type="http://schemas.openxmlformats.org/officeDocument/2006/relationships/image" Target="../media/image452.png"/><Relationship Id="rId211" Type="http://schemas.openxmlformats.org/officeDocument/2006/relationships/image" Target="../media/image872.png"/><Relationship Id="rId253" Type="http://schemas.openxmlformats.org/officeDocument/2006/relationships/image" Target="../media/image907.png"/><Relationship Id="rId295" Type="http://schemas.openxmlformats.org/officeDocument/2006/relationships/image" Target="../media/image939.png"/><Relationship Id="rId309" Type="http://schemas.openxmlformats.org/officeDocument/2006/relationships/image" Target="../media/image948.png"/><Relationship Id="rId460" Type="http://schemas.openxmlformats.org/officeDocument/2006/relationships/image" Target="../media/image1023.png"/><Relationship Id="rId48" Type="http://schemas.openxmlformats.org/officeDocument/2006/relationships/image" Target="../media/image47.png"/><Relationship Id="rId113" Type="http://schemas.openxmlformats.org/officeDocument/2006/relationships/image" Target="../media/image820.png"/><Relationship Id="rId320" Type="http://schemas.openxmlformats.org/officeDocument/2006/relationships/image" Target="../media/image955.png"/><Relationship Id="rId155" Type="http://schemas.openxmlformats.org/officeDocument/2006/relationships/image" Target="../media/image839.png"/><Relationship Id="rId197" Type="http://schemas.openxmlformats.org/officeDocument/2006/relationships/image" Target="../media/image862.png"/><Relationship Id="rId362" Type="http://schemas.openxmlformats.org/officeDocument/2006/relationships/image" Target="../media/image974.png"/><Relationship Id="rId418" Type="http://schemas.openxmlformats.org/officeDocument/2006/relationships/image" Target="../media/image423.png"/><Relationship Id="rId222" Type="http://schemas.openxmlformats.org/officeDocument/2006/relationships/image" Target="../media/image226.png"/><Relationship Id="rId264" Type="http://schemas.openxmlformats.org/officeDocument/2006/relationships/image" Target="../media/image916.png"/><Relationship Id="rId471" Type="http://schemas.openxmlformats.org/officeDocument/2006/relationships/image" Target="../media/image476.png"/><Relationship Id="rId17" Type="http://schemas.openxmlformats.org/officeDocument/2006/relationships/image" Target="../media/image774.png"/><Relationship Id="rId59" Type="http://schemas.openxmlformats.org/officeDocument/2006/relationships/image" Target="../media/image800.png"/><Relationship Id="rId124" Type="http://schemas.openxmlformats.org/officeDocument/2006/relationships/image" Target="../media/image825.png"/><Relationship Id="rId70" Type="http://schemas.openxmlformats.org/officeDocument/2006/relationships/image" Target="../media/image801.png"/><Relationship Id="rId166" Type="http://schemas.openxmlformats.org/officeDocument/2006/relationships/image" Target="../media/image171.png"/><Relationship Id="rId331" Type="http://schemas.openxmlformats.org/officeDocument/2006/relationships/image" Target="../media/image336.png"/><Relationship Id="rId373" Type="http://schemas.openxmlformats.org/officeDocument/2006/relationships/image" Target="../media/image377.png"/><Relationship Id="rId429" Type="http://schemas.openxmlformats.org/officeDocument/2006/relationships/image" Target="../media/image1004.png"/><Relationship Id="rId1" Type="http://schemas.openxmlformats.org/officeDocument/2006/relationships/slideLayout" Target="../slideLayouts/slideLayout2.xml"/><Relationship Id="rId233" Type="http://schemas.openxmlformats.org/officeDocument/2006/relationships/image" Target="../media/image889.png"/><Relationship Id="rId440" Type="http://schemas.openxmlformats.org/officeDocument/2006/relationships/image" Target="../media/image445.png"/><Relationship Id="rId28" Type="http://schemas.openxmlformats.org/officeDocument/2006/relationships/image" Target="../media/image27.png"/><Relationship Id="rId275" Type="http://schemas.openxmlformats.org/officeDocument/2006/relationships/image" Target="../media/image925.png"/><Relationship Id="rId300" Type="http://schemas.openxmlformats.org/officeDocument/2006/relationships/image" Target="../media/image942.png"/><Relationship Id="rId482" Type="http://schemas.openxmlformats.org/officeDocument/2006/relationships/image" Target="../media/image487.png"/><Relationship Id="rId81" Type="http://schemas.openxmlformats.org/officeDocument/2006/relationships/image" Target="../media/image807.png"/><Relationship Id="rId135" Type="http://schemas.openxmlformats.org/officeDocument/2006/relationships/image" Target="../media/image831.png"/><Relationship Id="rId177" Type="http://schemas.openxmlformats.org/officeDocument/2006/relationships/image" Target="../media/image182.png"/><Relationship Id="rId342" Type="http://schemas.openxmlformats.org/officeDocument/2006/relationships/image" Target="../media/image347.png"/><Relationship Id="rId384" Type="http://schemas.openxmlformats.org/officeDocument/2006/relationships/image" Target="../media/image389.png"/><Relationship Id="rId202" Type="http://schemas.openxmlformats.org/officeDocument/2006/relationships/image" Target="../media/image866.png"/><Relationship Id="rId244" Type="http://schemas.openxmlformats.org/officeDocument/2006/relationships/image" Target="../media/image899.png"/><Relationship Id="rId39" Type="http://schemas.openxmlformats.org/officeDocument/2006/relationships/image" Target="../media/image789.png"/><Relationship Id="rId286" Type="http://schemas.openxmlformats.org/officeDocument/2006/relationships/image" Target="../media/image934.png"/><Relationship Id="rId451" Type="http://schemas.openxmlformats.org/officeDocument/2006/relationships/image" Target="../media/image456.png"/><Relationship Id="rId493" Type="http://schemas.openxmlformats.org/officeDocument/2006/relationships/image" Target="../media/image1049.png"/><Relationship Id="rId50" Type="http://schemas.openxmlformats.org/officeDocument/2006/relationships/image" Target="../media/image795.png"/><Relationship Id="rId104" Type="http://schemas.openxmlformats.org/officeDocument/2006/relationships/image" Target="../media/image817.png"/><Relationship Id="rId146" Type="http://schemas.openxmlformats.org/officeDocument/2006/relationships/image" Target="../media/image149.png"/><Relationship Id="rId188" Type="http://schemas.openxmlformats.org/officeDocument/2006/relationships/image" Target="../media/image193.png"/><Relationship Id="rId311" Type="http://schemas.openxmlformats.org/officeDocument/2006/relationships/image" Target="../media/image316.png"/><Relationship Id="rId353" Type="http://schemas.openxmlformats.org/officeDocument/2006/relationships/image" Target="../media/image357.png"/><Relationship Id="rId395" Type="http://schemas.openxmlformats.org/officeDocument/2006/relationships/image" Target="../media/image400.png"/><Relationship Id="rId409" Type="http://schemas.openxmlformats.org/officeDocument/2006/relationships/image" Target="../media/image994.png"/><Relationship Id="rId92" Type="http://schemas.openxmlformats.org/officeDocument/2006/relationships/image" Target="../media/image91.png"/><Relationship Id="rId213" Type="http://schemas.openxmlformats.org/officeDocument/2006/relationships/image" Target="../media/image873.png"/><Relationship Id="rId420" Type="http://schemas.openxmlformats.org/officeDocument/2006/relationships/image" Target="../media/image425.png"/><Relationship Id="rId255" Type="http://schemas.openxmlformats.org/officeDocument/2006/relationships/image" Target="../media/image909.png"/><Relationship Id="rId297" Type="http://schemas.openxmlformats.org/officeDocument/2006/relationships/image" Target="../media/image940.png"/><Relationship Id="rId462" Type="http://schemas.openxmlformats.org/officeDocument/2006/relationships/image" Target="../media/image1025.png"/><Relationship Id="rId115" Type="http://schemas.openxmlformats.org/officeDocument/2006/relationships/image" Target="../media/image821.png"/><Relationship Id="rId157" Type="http://schemas.openxmlformats.org/officeDocument/2006/relationships/image" Target="../media/image841.png"/><Relationship Id="rId322" Type="http://schemas.openxmlformats.org/officeDocument/2006/relationships/image" Target="../media/image327.png"/><Relationship Id="rId364" Type="http://schemas.openxmlformats.org/officeDocument/2006/relationships/image" Target="../media/image975.png"/><Relationship Id="rId61" Type="http://schemas.openxmlformats.org/officeDocument/2006/relationships/image" Target="../media/image59.png"/><Relationship Id="rId199" Type="http://schemas.openxmlformats.org/officeDocument/2006/relationships/image" Target="../media/image204.png"/><Relationship Id="rId19" Type="http://schemas.openxmlformats.org/officeDocument/2006/relationships/image" Target="../media/image776.png"/><Relationship Id="rId224" Type="http://schemas.openxmlformats.org/officeDocument/2006/relationships/image" Target="../media/image229.png"/><Relationship Id="rId266" Type="http://schemas.openxmlformats.org/officeDocument/2006/relationships/image" Target="../media/image271.png"/><Relationship Id="rId431" Type="http://schemas.openxmlformats.org/officeDocument/2006/relationships/image" Target="../media/image1006.png"/><Relationship Id="rId473" Type="http://schemas.openxmlformats.org/officeDocument/2006/relationships/image" Target="../media/image478.png"/><Relationship Id="rId30" Type="http://schemas.openxmlformats.org/officeDocument/2006/relationships/image" Target="../media/image784.png"/><Relationship Id="rId126" Type="http://schemas.openxmlformats.org/officeDocument/2006/relationships/image" Target="../media/image127.png"/><Relationship Id="rId168" Type="http://schemas.openxmlformats.org/officeDocument/2006/relationships/image" Target="../media/image173.png"/><Relationship Id="rId333" Type="http://schemas.openxmlformats.org/officeDocument/2006/relationships/image" Target="../media/image963.png"/><Relationship Id="rId72" Type="http://schemas.openxmlformats.org/officeDocument/2006/relationships/image" Target="../media/image803.png"/><Relationship Id="rId375" Type="http://schemas.openxmlformats.org/officeDocument/2006/relationships/image" Target="../media/image380.png"/><Relationship Id="rId3" Type="http://schemas.openxmlformats.org/officeDocument/2006/relationships/image" Target="../media/image2.png"/><Relationship Id="rId235" Type="http://schemas.openxmlformats.org/officeDocument/2006/relationships/image" Target="../media/image891.png"/><Relationship Id="rId277" Type="http://schemas.openxmlformats.org/officeDocument/2006/relationships/image" Target="../media/image927.png"/><Relationship Id="rId400" Type="http://schemas.openxmlformats.org/officeDocument/2006/relationships/image" Target="../media/image989.png"/><Relationship Id="rId442" Type="http://schemas.openxmlformats.org/officeDocument/2006/relationships/image" Target="../media/image1013.png"/><Relationship Id="rId484" Type="http://schemas.openxmlformats.org/officeDocument/2006/relationships/image" Target="../media/image1040.png"/><Relationship Id="rId137" Type="http://schemas.openxmlformats.org/officeDocument/2006/relationships/image" Target="../media/image139.png"/><Relationship Id="rId302" Type="http://schemas.openxmlformats.org/officeDocument/2006/relationships/image" Target="../media/image307.png"/><Relationship Id="rId344" Type="http://schemas.openxmlformats.org/officeDocument/2006/relationships/image" Target="../media/image349.png"/><Relationship Id="rId41" Type="http://schemas.openxmlformats.org/officeDocument/2006/relationships/image" Target="../media/image40.png"/><Relationship Id="rId83" Type="http://schemas.openxmlformats.org/officeDocument/2006/relationships/image" Target="../media/image82.png"/><Relationship Id="rId179" Type="http://schemas.openxmlformats.org/officeDocument/2006/relationships/image" Target="../media/image184.png"/><Relationship Id="rId386" Type="http://schemas.openxmlformats.org/officeDocument/2006/relationships/image" Target="../media/image983.png"/><Relationship Id="rId190" Type="http://schemas.openxmlformats.org/officeDocument/2006/relationships/image" Target="../media/image195.png"/><Relationship Id="rId204" Type="http://schemas.openxmlformats.org/officeDocument/2006/relationships/image" Target="../media/image868.png"/><Relationship Id="rId246" Type="http://schemas.openxmlformats.org/officeDocument/2006/relationships/image" Target="../media/image900.png"/><Relationship Id="rId288" Type="http://schemas.openxmlformats.org/officeDocument/2006/relationships/image" Target="../media/image292.png"/><Relationship Id="rId411" Type="http://schemas.openxmlformats.org/officeDocument/2006/relationships/image" Target="../media/image416.png"/><Relationship Id="rId453" Type="http://schemas.openxmlformats.org/officeDocument/2006/relationships/image" Target="../media/image458.png"/><Relationship Id="rId106" Type="http://schemas.openxmlformats.org/officeDocument/2006/relationships/image" Target="../media/image105.png"/><Relationship Id="rId313" Type="http://schemas.openxmlformats.org/officeDocument/2006/relationships/image" Target="../media/image319.png"/><Relationship Id="rId495" Type="http://schemas.openxmlformats.org/officeDocument/2006/relationships/image" Target="../media/image1051.png"/><Relationship Id="rId10" Type="http://schemas.openxmlformats.org/officeDocument/2006/relationships/image" Target="../media/image767.png"/><Relationship Id="rId52" Type="http://schemas.openxmlformats.org/officeDocument/2006/relationships/image" Target="../media/image51.png"/><Relationship Id="rId94" Type="http://schemas.openxmlformats.org/officeDocument/2006/relationships/image" Target="../media/image93.png"/><Relationship Id="rId148" Type="http://schemas.openxmlformats.org/officeDocument/2006/relationships/image" Target="../media/image151.png"/><Relationship Id="rId355" Type="http://schemas.openxmlformats.org/officeDocument/2006/relationships/image" Target="../media/image360.png"/><Relationship Id="rId397" Type="http://schemas.openxmlformats.org/officeDocument/2006/relationships/image" Target="../media/image98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6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6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63.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064.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65.jp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066.jp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067.jp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068.jp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069.jp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070.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071.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1072.jp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073.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074.jp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075.jp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076.jp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26407" y="295402"/>
            <a:ext cx="9988550" cy="939800"/>
          </a:xfrm>
          <a:prstGeom prst="rect">
            <a:avLst/>
          </a:prstGeom>
        </p:spPr>
        <p:txBody>
          <a:bodyPr vert="horz" wrap="square" lIns="0" tIns="12700" rIns="0" bIns="0" rtlCol="0">
            <a:spAutoFit/>
          </a:bodyPr>
          <a:lstStyle/>
          <a:p>
            <a:pPr marL="12700">
              <a:lnSpc>
                <a:spcPct val="100000"/>
              </a:lnSpc>
              <a:spcBef>
                <a:spcPts val="100"/>
              </a:spcBef>
            </a:pPr>
            <a:r>
              <a:rPr sz="6000" spc="-190" dirty="0"/>
              <a:t>Detecting</a:t>
            </a:r>
            <a:r>
              <a:rPr sz="6000" spc="-740" dirty="0"/>
              <a:t> </a:t>
            </a:r>
            <a:r>
              <a:rPr sz="6000" dirty="0"/>
              <a:t>the</a:t>
            </a:r>
            <a:r>
              <a:rPr sz="6000" spc="-735" dirty="0"/>
              <a:t> </a:t>
            </a:r>
            <a:r>
              <a:rPr sz="6000" spc="-330" dirty="0"/>
              <a:t>Anomaly</a:t>
            </a:r>
            <a:r>
              <a:rPr sz="6000" spc="-755" dirty="0"/>
              <a:t> </a:t>
            </a:r>
            <a:r>
              <a:rPr sz="6000" spc="-190" dirty="0"/>
              <a:t>on</a:t>
            </a:r>
            <a:r>
              <a:rPr sz="6000" spc="-735" dirty="0"/>
              <a:t> </a:t>
            </a:r>
            <a:r>
              <a:rPr sz="6000" spc="-1155" dirty="0"/>
              <a:t>ECG</a:t>
            </a:r>
            <a:endParaRPr sz="6000"/>
          </a:p>
        </p:txBody>
      </p:sp>
      <p:sp>
        <p:nvSpPr>
          <p:cNvPr id="3" name="object 3"/>
          <p:cNvSpPr txBox="1"/>
          <p:nvPr/>
        </p:nvSpPr>
        <p:spPr>
          <a:xfrm>
            <a:off x="5794375" y="1641475"/>
            <a:ext cx="8525510" cy="6540252"/>
          </a:xfrm>
          <a:prstGeom prst="rect">
            <a:avLst/>
          </a:prstGeom>
        </p:spPr>
        <p:txBody>
          <a:bodyPr vert="horz" wrap="square" lIns="0" tIns="12700" rIns="0" bIns="0" rtlCol="0">
            <a:spAutoFit/>
          </a:bodyPr>
          <a:lstStyle/>
          <a:p>
            <a:pPr marL="2498090">
              <a:lnSpc>
                <a:spcPts val="6984"/>
              </a:lnSpc>
              <a:spcBef>
                <a:spcPts val="100"/>
              </a:spcBef>
            </a:pPr>
            <a:r>
              <a:rPr sz="6000" b="1" spc="-655" dirty="0">
                <a:solidFill>
                  <a:srgbClr val="D6FCFF"/>
                </a:solidFill>
                <a:latin typeface="Arial"/>
                <a:cs typeface="Arial"/>
              </a:rPr>
              <a:t>SIGNALS</a:t>
            </a:r>
            <a:endParaRPr sz="6000" dirty="0">
              <a:latin typeface="Arial"/>
              <a:cs typeface="Arial"/>
            </a:endParaRPr>
          </a:p>
          <a:p>
            <a:pPr marR="903605" algn="ctr">
              <a:lnSpc>
                <a:spcPts val="5470"/>
              </a:lnSpc>
            </a:pPr>
            <a:r>
              <a:rPr sz="4800" b="1" dirty="0">
                <a:solidFill>
                  <a:srgbClr val="D6FCFF"/>
                </a:solidFill>
                <a:latin typeface="Times New Roman"/>
                <a:cs typeface="Times New Roman"/>
              </a:rPr>
              <a:t>PROJECT</a:t>
            </a:r>
            <a:r>
              <a:rPr sz="4800" b="1" spc="-85" dirty="0">
                <a:solidFill>
                  <a:srgbClr val="D6FCFF"/>
                </a:solidFill>
                <a:latin typeface="Times New Roman"/>
                <a:cs typeface="Times New Roman"/>
              </a:rPr>
              <a:t> </a:t>
            </a:r>
            <a:r>
              <a:rPr sz="4800" b="1" dirty="0">
                <a:solidFill>
                  <a:srgbClr val="D6FCFF"/>
                </a:solidFill>
                <a:latin typeface="Times New Roman"/>
                <a:cs typeface="Times New Roman"/>
              </a:rPr>
              <a:t>ID:BDE</a:t>
            </a:r>
            <a:r>
              <a:rPr sz="4800" b="1" spc="-25" dirty="0">
                <a:solidFill>
                  <a:srgbClr val="D6FCFF"/>
                </a:solidFill>
                <a:latin typeface="Times New Roman"/>
                <a:cs typeface="Times New Roman"/>
              </a:rPr>
              <a:t> </a:t>
            </a:r>
            <a:r>
              <a:rPr sz="4800" b="1" spc="-50" dirty="0">
                <a:solidFill>
                  <a:srgbClr val="D6FCFF"/>
                </a:solidFill>
                <a:latin typeface="Times New Roman"/>
                <a:cs typeface="Times New Roman"/>
              </a:rPr>
              <a:t>4</a:t>
            </a:r>
            <a:endParaRPr sz="4800" dirty="0">
              <a:latin typeface="Times New Roman"/>
              <a:cs typeface="Times New Roman"/>
            </a:endParaRPr>
          </a:p>
          <a:p>
            <a:pPr marL="766445" marR="1669414" indent="-1905" algn="ctr">
              <a:lnSpc>
                <a:spcPts val="5590"/>
              </a:lnSpc>
              <a:spcBef>
                <a:spcPts val="250"/>
              </a:spcBef>
              <a:tabLst>
                <a:tab pos="2350135" algn="l"/>
              </a:tabLst>
            </a:pPr>
            <a:r>
              <a:rPr sz="4800" b="1" spc="-20" dirty="0">
                <a:solidFill>
                  <a:srgbClr val="D6FCFF"/>
                </a:solidFill>
                <a:latin typeface="Times New Roman"/>
                <a:cs typeface="Times New Roman"/>
              </a:rPr>
              <a:t>Team</a:t>
            </a:r>
            <a:r>
              <a:rPr sz="4800" b="1" dirty="0">
                <a:solidFill>
                  <a:srgbClr val="D6FCFF"/>
                </a:solidFill>
                <a:latin typeface="Times New Roman"/>
                <a:cs typeface="Times New Roman"/>
              </a:rPr>
              <a:t>	</a:t>
            </a:r>
            <a:r>
              <a:rPr sz="4800" b="1" spc="-10" dirty="0">
                <a:solidFill>
                  <a:srgbClr val="D6FCFF"/>
                </a:solidFill>
                <a:latin typeface="Times New Roman"/>
                <a:cs typeface="Times New Roman"/>
              </a:rPr>
              <a:t>Members: </a:t>
            </a:r>
            <a:r>
              <a:rPr sz="4800" b="1" dirty="0">
                <a:solidFill>
                  <a:srgbClr val="D6FCFF"/>
                </a:solidFill>
                <a:latin typeface="Times New Roman"/>
                <a:cs typeface="Times New Roman"/>
              </a:rPr>
              <a:t>Harish</a:t>
            </a:r>
            <a:r>
              <a:rPr sz="4800" b="1" spc="-10" dirty="0">
                <a:solidFill>
                  <a:srgbClr val="D6FCFF"/>
                </a:solidFill>
                <a:latin typeface="Times New Roman"/>
                <a:cs typeface="Times New Roman"/>
              </a:rPr>
              <a:t> </a:t>
            </a:r>
            <a:r>
              <a:rPr sz="4800" b="1" dirty="0">
                <a:solidFill>
                  <a:srgbClr val="D6FCFF"/>
                </a:solidFill>
                <a:latin typeface="Times New Roman"/>
                <a:cs typeface="Times New Roman"/>
              </a:rPr>
              <a:t>M</a:t>
            </a:r>
            <a:r>
              <a:rPr sz="4800" b="1" spc="-25" dirty="0">
                <a:solidFill>
                  <a:srgbClr val="D6FCFF"/>
                </a:solidFill>
                <a:latin typeface="Times New Roman"/>
                <a:cs typeface="Times New Roman"/>
              </a:rPr>
              <a:t> </a:t>
            </a:r>
            <a:r>
              <a:rPr sz="4800" b="1" dirty="0">
                <a:solidFill>
                  <a:srgbClr val="D6FCFF"/>
                </a:solidFill>
                <a:latin typeface="Times New Roman"/>
                <a:cs typeface="Times New Roman"/>
              </a:rPr>
              <a:t>-</a:t>
            </a:r>
            <a:r>
              <a:rPr sz="4800" b="1" spc="5" dirty="0">
                <a:solidFill>
                  <a:srgbClr val="D6FCFF"/>
                </a:solidFill>
                <a:latin typeface="Times New Roman"/>
                <a:cs typeface="Times New Roman"/>
              </a:rPr>
              <a:t> </a:t>
            </a:r>
            <a:r>
              <a:rPr sz="4800" b="1" spc="-35" dirty="0">
                <a:solidFill>
                  <a:srgbClr val="D6FCFF"/>
                </a:solidFill>
                <a:latin typeface="Times New Roman"/>
                <a:cs typeface="Times New Roman"/>
              </a:rPr>
              <a:t>21BEC1142</a:t>
            </a:r>
            <a:endParaRPr sz="4800" dirty="0">
              <a:latin typeface="Times New Roman"/>
              <a:cs typeface="Times New Roman"/>
            </a:endParaRPr>
          </a:p>
          <a:p>
            <a:pPr marL="55880" marR="808355" indent="1270" algn="ctr">
              <a:lnSpc>
                <a:spcPts val="5600"/>
              </a:lnSpc>
              <a:spcBef>
                <a:spcPts val="10"/>
              </a:spcBef>
              <a:tabLst>
                <a:tab pos="2140585" algn="l"/>
                <a:tab pos="3545840" algn="l"/>
              </a:tabLst>
            </a:pPr>
            <a:r>
              <a:rPr sz="4800" b="1" dirty="0">
                <a:solidFill>
                  <a:srgbClr val="D6FCFF"/>
                </a:solidFill>
                <a:latin typeface="Times New Roman"/>
                <a:cs typeface="Times New Roman"/>
              </a:rPr>
              <a:t>Srikrishna</a:t>
            </a:r>
            <a:r>
              <a:rPr sz="4800" b="1" spc="-114" dirty="0">
                <a:solidFill>
                  <a:srgbClr val="D6FCFF"/>
                </a:solidFill>
                <a:latin typeface="Times New Roman"/>
                <a:cs typeface="Times New Roman"/>
              </a:rPr>
              <a:t> </a:t>
            </a:r>
            <a:r>
              <a:rPr sz="4800" b="1" dirty="0">
                <a:solidFill>
                  <a:srgbClr val="D6FCFF"/>
                </a:solidFill>
                <a:latin typeface="Times New Roman"/>
                <a:cs typeface="Times New Roman"/>
              </a:rPr>
              <a:t>B-</a:t>
            </a:r>
            <a:r>
              <a:rPr sz="4800" b="1" spc="-114" dirty="0">
                <a:solidFill>
                  <a:srgbClr val="D6FCFF"/>
                </a:solidFill>
                <a:latin typeface="Times New Roman"/>
                <a:cs typeface="Times New Roman"/>
              </a:rPr>
              <a:t> </a:t>
            </a:r>
            <a:r>
              <a:rPr sz="4800" b="1" spc="-10" dirty="0">
                <a:solidFill>
                  <a:srgbClr val="D6FCFF"/>
                </a:solidFill>
                <a:latin typeface="Times New Roman"/>
                <a:cs typeface="Times New Roman"/>
              </a:rPr>
              <a:t>21BEC1518 Rakesh</a:t>
            </a:r>
            <a:r>
              <a:rPr sz="4800" b="1" dirty="0">
                <a:solidFill>
                  <a:srgbClr val="D6FCFF"/>
                </a:solidFill>
                <a:latin typeface="Times New Roman"/>
                <a:cs typeface="Times New Roman"/>
              </a:rPr>
              <a:t>	</a:t>
            </a:r>
            <a:r>
              <a:rPr sz="4800" b="1" spc="-25" dirty="0">
                <a:solidFill>
                  <a:srgbClr val="D6FCFF"/>
                </a:solidFill>
                <a:latin typeface="Times New Roman"/>
                <a:cs typeface="Times New Roman"/>
              </a:rPr>
              <a:t>Ram</a:t>
            </a:r>
            <a:r>
              <a:rPr sz="4800" b="1" dirty="0">
                <a:solidFill>
                  <a:srgbClr val="D6FCFF"/>
                </a:solidFill>
                <a:latin typeface="Times New Roman"/>
                <a:cs typeface="Times New Roman"/>
              </a:rPr>
              <a:t>	M</a:t>
            </a:r>
            <a:r>
              <a:rPr sz="4800" b="1" spc="-30" dirty="0">
                <a:solidFill>
                  <a:srgbClr val="D6FCFF"/>
                </a:solidFill>
                <a:latin typeface="Times New Roman"/>
                <a:cs typeface="Times New Roman"/>
              </a:rPr>
              <a:t> </a:t>
            </a:r>
            <a:r>
              <a:rPr sz="4800" b="1" dirty="0">
                <a:solidFill>
                  <a:srgbClr val="D6FCFF"/>
                </a:solidFill>
                <a:latin typeface="Times New Roman"/>
                <a:cs typeface="Times New Roman"/>
              </a:rPr>
              <a:t>-</a:t>
            </a:r>
            <a:r>
              <a:rPr sz="4800" b="1" spc="-15" dirty="0">
                <a:solidFill>
                  <a:srgbClr val="D6FCFF"/>
                </a:solidFill>
                <a:latin typeface="Times New Roman"/>
                <a:cs typeface="Times New Roman"/>
              </a:rPr>
              <a:t> </a:t>
            </a:r>
            <a:r>
              <a:rPr sz="4800" b="1" spc="-10" dirty="0">
                <a:solidFill>
                  <a:srgbClr val="D6FCFF"/>
                </a:solidFill>
                <a:latin typeface="Times New Roman"/>
                <a:cs typeface="Times New Roman"/>
              </a:rPr>
              <a:t>21BEC1836</a:t>
            </a:r>
            <a:endParaRPr sz="4800" dirty="0">
              <a:latin typeface="Times New Roman"/>
              <a:cs typeface="Times New Roman"/>
            </a:endParaRPr>
          </a:p>
          <a:p>
            <a:pPr marL="12700">
              <a:lnSpc>
                <a:spcPts val="5685"/>
              </a:lnSpc>
              <a:spcBef>
                <a:spcPts val="4295"/>
              </a:spcBef>
            </a:pPr>
            <a:r>
              <a:rPr sz="4800" dirty="0">
                <a:solidFill>
                  <a:srgbClr val="D6FCFF"/>
                </a:solidFill>
                <a:latin typeface="Times New Roman"/>
                <a:cs typeface="Times New Roman"/>
              </a:rPr>
              <a:t>Guide:</a:t>
            </a:r>
            <a:r>
              <a:rPr sz="4800" spc="-120" dirty="0">
                <a:solidFill>
                  <a:srgbClr val="D6FCFF"/>
                </a:solidFill>
                <a:latin typeface="Times New Roman"/>
                <a:cs typeface="Times New Roman"/>
              </a:rPr>
              <a:t> </a:t>
            </a:r>
            <a:r>
              <a:rPr sz="4800" dirty="0">
                <a:solidFill>
                  <a:srgbClr val="D6FCFF"/>
                </a:solidFill>
                <a:latin typeface="Times New Roman"/>
                <a:cs typeface="Times New Roman"/>
              </a:rPr>
              <a:t>Prof.</a:t>
            </a:r>
            <a:r>
              <a:rPr sz="4800" spc="-135" dirty="0">
                <a:solidFill>
                  <a:srgbClr val="D6FCFF"/>
                </a:solidFill>
                <a:latin typeface="Times New Roman"/>
                <a:cs typeface="Times New Roman"/>
              </a:rPr>
              <a:t> </a:t>
            </a:r>
            <a:r>
              <a:rPr sz="4800" dirty="0">
                <a:solidFill>
                  <a:srgbClr val="D6FCFF"/>
                </a:solidFill>
                <a:latin typeface="Times New Roman"/>
                <a:cs typeface="Times New Roman"/>
              </a:rPr>
              <a:t>Dr.</a:t>
            </a:r>
            <a:r>
              <a:rPr sz="4800" spc="-120" dirty="0">
                <a:solidFill>
                  <a:srgbClr val="D6FCFF"/>
                </a:solidFill>
                <a:latin typeface="Times New Roman"/>
                <a:cs typeface="Times New Roman"/>
              </a:rPr>
              <a:t> </a:t>
            </a:r>
            <a:r>
              <a:rPr sz="4800" dirty="0">
                <a:solidFill>
                  <a:srgbClr val="D6FCFF"/>
                </a:solidFill>
                <a:latin typeface="Times New Roman"/>
                <a:cs typeface="Times New Roman"/>
              </a:rPr>
              <a:t>Sridhar</a:t>
            </a:r>
            <a:r>
              <a:rPr sz="4800" spc="-120" dirty="0">
                <a:solidFill>
                  <a:srgbClr val="D6FCFF"/>
                </a:solidFill>
                <a:latin typeface="Times New Roman"/>
                <a:cs typeface="Times New Roman"/>
              </a:rPr>
              <a:t> </a:t>
            </a:r>
            <a:r>
              <a:rPr sz="4800" spc="-50" dirty="0">
                <a:solidFill>
                  <a:srgbClr val="D6FCFF"/>
                </a:solidFill>
                <a:latin typeface="Times New Roman"/>
                <a:cs typeface="Times New Roman"/>
              </a:rPr>
              <a:t>C</a:t>
            </a:r>
            <a:endParaRPr sz="4800" dirty="0">
              <a:latin typeface="Times New Roman"/>
              <a:cs typeface="Times New Roman"/>
            </a:endParaRPr>
          </a:p>
          <a:p>
            <a:pPr marL="678815" algn="ctr">
              <a:lnSpc>
                <a:spcPts val="5685"/>
              </a:lnSpc>
            </a:pPr>
            <a:r>
              <a:rPr sz="4800" spc="45" dirty="0">
                <a:solidFill>
                  <a:srgbClr val="D6FCFF"/>
                </a:solidFill>
                <a:latin typeface="Times New Roman"/>
                <a:cs typeface="Times New Roman"/>
              </a:rPr>
              <a:t>SIGN</a:t>
            </a:r>
            <a:r>
              <a:rPr sz="4800" spc="-484" dirty="0">
                <a:solidFill>
                  <a:srgbClr val="D6FCFF"/>
                </a:solidFill>
                <a:latin typeface="Times New Roman"/>
                <a:cs typeface="Times New Roman"/>
              </a:rPr>
              <a:t>A</a:t>
            </a:r>
            <a:r>
              <a:rPr sz="4800" spc="45" dirty="0">
                <a:solidFill>
                  <a:srgbClr val="D6FCFF"/>
                </a:solidFill>
                <a:latin typeface="Times New Roman"/>
                <a:cs typeface="Times New Roman"/>
              </a:rPr>
              <a:t>TURE</a:t>
            </a:r>
            <a:endParaRPr sz="4800" dirty="0">
              <a:latin typeface="Times New Roman"/>
              <a:cs typeface="Times New Roman"/>
            </a:endParaRPr>
          </a:p>
        </p:txBody>
      </p:sp>
      <p:grpSp>
        <p:nvGrpSpPr>
          <p:cNvPr id="4" name="object 4"/>
          <p:cNvGrpSpPr/>
          <p:nvPr/>
        </p:nvGrpSpPr>
        <p:grpSpPr>
          <a:xfrm>
            <a:off x="8678862" y="8302828"/>
            <a:ext cx="3749675" cy="1544955"/>
            <a:chOff x="8678862" y="8302828"/>
            <a:chExt cx="3749675" cy="1544955"/>
          </a:xfrm>
        </p:grpSpPr>
        <p:sp>
          <p:nvSpPr>
            <p:cNvPr id="5" name="object 5"/>
            <p:cNvSpPr/>
            <p:nvPr/>
          </p:nvSpPr>
          <p:spPr>
            <a:xfrm>
              <a:off x="8686800" y="8310765"/>
              <a:ext cx="3733800" cy="1529080"/>
            </a:xfrm>
            <a:custGeom>
              <a:avLst/>
              <a:gdLst/>
              <a:ahLst/>
              <a:cxnLst/>
              <a:rect l="l" t="t" r="r" b="b"/>
              <a:pathLst>
                <a:path w="3733800" h="1529079">
                  <a:moveTo>
                    <a:pt x="3733800" y="0"/>
                  </a:moveTo>
                  <a:lnTo>
                    <a:pt x="0" y="0"/>
                  </a:lnTo>
                  <a:lnTo>
                    <a:pt x="0" y="1528572"/>
                  </a:lnTo>
                  <a:lnTo>
                    <a:pt x="3733800" y="1528572"/>
                  </a:lnTo>
                  <a:lnTo>
                    <a:pt x="3733800" y="0"/>
                  </a:lnTo>
                  <a:close/>
                </a:path>
              </a:pathLst>
            </a:custGeom>
            <a:solidFill>
              <a:srgbClr val="FFFFFF"/>
            </a:solidFill>
          </p:spPr>
          <p:txBody>
            <a:bodyPr wrap="square" lIns="0" tIns="0" rIns="0" bIns="0" rtlCol="0"/>
            <a:lstStyle/>
            <a:p>
              <a:endParaRPr/>
            </a:p>
          </p:txBody>
        </p:sp>
        <p:sp>
          <p:nvSpPr>
            <p:cNvPr id="6" name="object 6"/>
            <p:cNvSpPr/>
            <p:nvPr/>
          </p:nvSpPr>
          <p:spPr>
            <a:xfrm>
              <a:off x="8686800" y="8310765"/>
              <a:ext cx="3733800" cy="1529080"/>
            </a:xfrm>
            <a:custGeom>
              <a:avLst/>
              <a:gdLst/>
              <a:ahLst/>
              <a:cxnLst/>
              <a:rect l="l" t="t" r="r" b="b"/>
              <a:pathLst>
                <a:path w="3733800" h="1529079">
                  <a:moveTo>
                    <a:pt x="0" y="1528572"/>
                  </a:moveTo>
                  <a:lnTo>
                    <a:pt x="3733800" y="1528572"/>
                  </a:lnTo>
                  <a:lnTo>
                    <a:pt x="3733800" y="0"/>
                  </a:lnTo>
                  <a:lnTo>
                    <a:pt x="0" y="0"/>
                  </a:lnTo>
                  <a:lnTo>
                    <a:pt x="0" y="1528572"/>
                  </a:lnTo>
                  <a:close/>
                </a:path>
              </a:pathLst>
            </a:custGeom>
            <a:ln w="15875">
              <a:solidFill>
                <a:srgbClr val="05BEDE"/>
              </a:solidFill>
            </a:ln>
          </p:spPr>
          <p:txBody>
            <a:bodyPr wrap="square" lIns="0" tIns="0" rIns="0" bIns="0" rtlCol="0"/>
            <a:lstStyle/>
            <a:p>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31F50-2A28-8149-DB72-E3A81CCE3D0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56C5B84-CD77-181C-7632-4E5C16230D9D}"/>
              </a:ext>
            </a:extLst>
          </p:cNvPr>
          <p:cNvSpPr txBox="1">
            <a:spLocks noGrp="1"/>
          </p:cNvSpPr>
          <p:nvPr>
            <p:ph type="title"/>
          </p:nvPr>
        </p:nvSpPr>
        <p:spPr>
          <a:xfrm>
            <a:off x="6214617" y="-161798"/>
            <a:ext cx="5689600" cy="1177925"/>
          </a:xfrm>
          <a:prstGeom prst="rect">
            <a:avLst/>
          </a:prstGeom>
        </p:spPr>
        <p:txBody>
          <a:bodyPr vert="horz" wrap="square" lIns="0" tIns="13970" rIns="0" bIns="0" rtlCol="0">
            <a:spAutoFit/>
          </a:bodyPr>
          <a:lstStyle/>
          <a:p>
            <a:pPr marL="12700">
              <a:lnSpc>
                <a:spcPct val="100000"/>
              </a:lnSpc>
              <a:spcBef>
                <a:spcPts val="110"/>
              </a:spcBef>
            </a:pPr>
            <a:r>
              <a:rPr spc="-10" dirty="0"/>
              <a:t>Introduction</a:t>
            </a:r>
          </a:p>
        </p:txBody>
      </p:sp>
      <p:sp>
        <p:nvSpPr>
          <p:cNvPr id="3" name="object 3">
            <a:extLst>
              <a:ext uri="{FF2B5EF4-FFF2-40B4-BE49-F238E27FC236}">
                <a16:creationId xmlns:a16="http://schemas.microsoft.com/office/drawing/2014/main" id="{D438730B-E34A-9CA0-B956-EC79813B7300}"/>
              </a:ext>
            </a:extLst>
          </p:cNvPr>
          <p:cNvSpPr txBox="1"/>
          <p:nvPr/>
        </p:nvSpPr>
        <p:spPr>
          <a:xfrm>
            <a:off x="246379" y="979093"/>
            <a:ext cx="18021300" cy="7495540"/>
          </a:xfrm>
          <a:prstGeom prst="rect">
            <a:avLst/>
          </a:prstGeom>
        </p:spPr>
        <p:txBody>
          <a:bodyPr vert="horz" wrap="square" lIns="0" tIns="13335" rIns="0" bIns="0" rtlCol="0">
            <a:spAutoFit/>
          </a:bodyPr>
          <a:lstStyle/>
          <a:p>
            <a:pPr marL="12700" marR="5080">
              <a:lnSpc>
                <a:spcPct val="114999"/>
              </a:lnSpc>
              <a:spcBef>
                <a:spcPts val="105"/>
              </a:spcBef>
            </a:pPr>
            <a:r>
              <a:rPr sz="3550" dirty="0">
                <a:solidFill>
                  <a:srgbClr val="D6FCFF"/>
                </a:solidFill>
                <a:latin typeface="Times New Roman"/>
                <a:cs typeface="Times New Roman"/>
              </a:rPr>
              <a:t>The</a:t>
            </a:r>
            <a:r>
              <a:rPr sz="3550" spc="-40" dirty="0">
                <a:solidFill>
                  <a:srgbClr val="D6FCFF"/>
                </a:solidFill>
                <a:latin typeface="Times New Roman"/>
                <a:cs typeface="Times New Roman"/>
              </a:rPr>
              <a:t> </a:t>
            </a:r>
            <a:r>
              <a:rPr sz="3550" dirty="0">
                <a:solidFill>
                  <a:srgbClr val="D6FCFF"/>
                </a:solidFill>
                <a:latin typeface="Times New Roman"/>
                <a:cs typeface="Times New Roman"/>
              </a:rPr>
              <a:t>electrocardiogram</a:t>
            </a:r>
            <a:r>
              <a:rPr sz="3550" spc="-25" dirty="0">
                <a:solidFill>
                  <a:srgbClr val="D6FCFF"/>
                </a:solidFill>
                <a:latin typeface="Times New Roman"/>
                <a:cs typeface="Times New Roman"/>
              </a:rPr>
              <a:t> </a:t>
            </a:r>
            <a:r>
              <a:rPr sz="3550" dirty="0">
                <a:solidFill>
                  <a:srgbClr val="D6FCFF"/>
                </a:solidFill>
                <a:latin typeface="Times New Roman"/>
                <a:cs typeface="Times New Roman"/>
              </a:rPr>
              <a:t>(ECG)</a:t>
            </a:r>
            <a:r>
              <a:rPr sz="3550" spc="-20" dirty="0">
                <a:solidFill>
                  <a:srgbClr val="D6FCFF"/>
                </a:solidFill>
                <a:latin typeface="Times New Roman"/>
                <a:cs typeface="Times New Roman"/>
              </a:rPr>
              <a:t> </a:t>
            </a:r>
            <a:r>
              <a:rPr sz="3550" dirty="0">
                <a:solidFill>
                  <a:srgbClr val="D6FCFF"/>
                </a:solidFill>
                <a:latin typeface="Times New Roman"/>
                <a:cs typeface="Times New Roman"/>
              </a:rPr>
              <a:t>is</a:t>
            </a:r>
            <a:r>
              <a:rPr sz="3550" spc="-40" dirty="0">
                <a:solidFill>
                  <a:srgbClr val="D6FCFF"/>
                </a:solidFill>
                <a:latin typeface="Times New Roman"/>
                <a:cs typeface="Times New Roman"/>
              </a:rPr>
              <a:t> </a:t>
            </a:r>
            <a:r>
              <a:rPr sz="3550" dirty="0">
                <a:solidFill>
                  <a:srgbClr val="D6FCFF"/>
                </a:solidFill>
                <a:latin typeface="Times New Roman"/>
                <a:cs typeface="Times New Roman"/>
              </a:rPr>
              <a:t>a</a:t>
            </a:r>
            <a:r>
              <a:rPr sz="3550" spc="-35" dirty="0">
                <a:solidFill>
                  <a:srgbClr val="D6FCFF"/>
                </a:solidFill>
                <a:latin typeface="Times New Roman"/>
                <a:cs typeface="Times New Roman"/>
              </a:rPr>
              <a:t> </a:t>
            </a:r>
            <a:r>
              <a:rPr sz="3550" dirty="0">
                <a:solidFill>
                  <a:srgbClr val="D6FCFF"/>
                </a:solidFill>
                <a:latin typeface="Times New Roman"/>
                <a:cs typeface="Times New Roman"/>
              </a:rPr>
              <a:t>critical</a:t>
            </a:r>
            <a:r>
              <a:rPr sz="3550" spc="-30" dirty="0">
                <a:solidFill>
                  <a:srgbClr val="D6FCFF"/>
                </a:solidFill>
                <a:latin typeface="Times New Roman"/>
                <a:cs typeface="Times New Roman"/>
              </a:rPr>
              <a:t> </a:t>
            </a:r>
            <a:r>
              <a:rPr sz="3550" dirty="0">
                <a:solidFill>
                  <a:srgbClr val="D6FCFF"/>
                </a:solidFill>
                <a:latin typeface="Times New Roman"/>
                <a:cs typeface="Times New Roman"/>
              </a:rPr>
              <a:t>tool</a:t>
            </a:r>
            <a:r>
              <a:rPr sz="3550" spc="-35" dirty="0">
                <a:solidFill>
                  <a:srgbClr val="D6FCFF"/>
                </a:solidFill>
                <a:latin typeface="Times New Roman"/>
                <a:cs typeface="Times New Roman"/>
              </a:rPr>
              <a:t> </a:t>
            </a:r>
            <a:r>
              <a:rPr sz="3550" dirty="0">
                <a:solidFill>
                  <a:srgbClr val="D6FCFF"/>
                </a:solidFill>
                <a:latin typeface="Times New Roman"/>
                <a:cs typeface="Times New Roman"/>
              </a:rPr>
              <a:t>in</a:t>
            </a:r>
            <a:r>
              <a:rPr sz="3550" spc="-40" dirty="0">
                <a:solidFill>
                  <a:srgbClr val="D6FCFF"/>
                </a:solidFill>
                <a:latin typeface="Times New Roman"/>
                <a:cs typeface="Times New Roman"/>
              </a:rPr>
              <a:t> </a:t>
            </a:r>
            <a:r>
              <a:rPr sz="3550" dirty="0">
                <a:solidFill>
                  <a:srgbClr val="D6FCFF"/>
                </a:solidFill>
                <a:latin typeface="Times New Roman"/>
                <a:cs typeface="Times New Roman"/>
              </a:rPr>
              <a:t>the</a:t>
            </a:r>
            <a:r>
              <a:rPr sz="3550" spc="-35" dirty="0">
                <a:solidFill>
                  <a:srgbClr val="D6FCFF"/>
                </a:solidFill>
                <a:latin typeface="Times New Roman"/>
                <a:cs typeface="Times New Roman"/>
              </a:rPr>
              <a:t> </a:t>
            </a:r>
            <a:r>
              <a:rPr sz="3550" dirty="0">
                <a:solidFill>
                  <a:srgbClr val="D6FCFF"/>
                </a:solidFill>
                <a:latin typeface="Times New Roman"/>
                <a:cs typeface="Times New Roman"/>
              </a:rPr>
              <a:t>field</a:t>
            </a:r>
            <a:r>
              <a:rPr sz="3550" spc="-35" dirty="0">
                <a:solidFill>
                  <a:srgbClr val="D6FCFF"/>
                </a:solidFill>
                <a:latin typeface="Times New Roman"/>
                <a:cs typeface="Times New Roman"/>
              </a:rPr>
              <a:t> </a:t>
            </a:r>
            <a:r>
              <a:rPr sz="3550" dirty="0">
                <a:solidFill>
                  <a:srgbClr val="D6FCFF"/>
                </a:solidFill>
                <a:latin typeface="Times New Roman"/>
                <a:cs typeface="Times New Roman"/>
              </a:rPr>
              <a:t>of</a:t>
            </a:r>
            <a:r>
              <a:rPr sz="3550" spc="-35" dirty="0">
                <a:solidFill>
                  <a:srgbClr val="D6FCFF"/>
                </a:solidFill>
                <a:latin typeface="Times New Roman"/>
                <a:cs typeface="Times New Roman"/>
              </a:rPr>
              <a:t> </a:t>
            </a:r>
            <a:r>
              <a:rPr sz="3550" dirty="0">
                <a:solidFill>
                  <a:srgbClr val="D6FCFF"/>
                </a:solidFill>
                <a:latin typeface="Times New Roman"/>
                <a:cs typeface="Times New Roman"/>
              </a:rPr>
              <a:t>medical</a:t>
            </a:r>
            <a:r>
              <a:rPr sz="3550" spc="-25" dirty="0">
                <a:solidFill>
                  <a:srgbClr val="D6FCFF"/>
                </a:solidFill>
                <a:latin typeface="Times New Roman"/>
                <a:cs typeface="Times New Roman"/>
              </a:rPr>
              <a:t> </a:t>
            </a:r>
            <a:r>
              <a:rPr sz="3550" dirty="0">
                <a:solidFill>
                  <a:srgbClr val="D6FCFF"/>
                </a:solidFill>
                <a:latin typeface="Times New Roman"/>
                <a:cs typeface="Times New Roman"/>
              </a:rPr>
              <a:t>diagnostics,</a:t>
            </a:r>
            <a:r>
              <a:rPr sz="3550" spc="-30" dirty="0">
                <a:solidFill>
                  <a:srgbClr val="D6FCFF"/>
                </a:solidFill>
                <a:latin typeface="Times New Roman"/>
                <a:cs typeface="Times New Roman"/>
              </a:rPr>
              <a:t> </a:t>
            </a:r>
            <a:r>
              <a:rPr sz="3550" dirty="0">
                <a:solidFill>
                  <a:srgbClr val="D6FCFF"/>
                </a:solidFill>
                <a:latin typeface="Times New Roman"/>
                <a:cs typeface="Times New Roman"/>
              </a:rPr>
              <a:t>providing</a:t>
            </a:r>
            <a:r>
              <a:rPr sz="3550" spc="-35" dirty="0">
                <a:solidFill>
                  <a:srgbClr val="D6FCFF"/>
                </a:solidFill>
                <a:latin typeface="Times New Roman"/>
                <a:cs typeface="Times New Roman"/>
              </a:rPr>
              <a:t> </a:t>
            </a:r>
            <a:r>
              <a:rPr sz="3550" spc="-20" dirty="0">
                <a:solidFill>
                  <a:srgbClr val="D6FCFF"/>
                </a:solidFill>
                <a:latin typeface="Times New Roman"/>
                <a:cs typeface="Times New Roman"/>
              </a:rPr>
              <a:t>vital </a:t>
            </a:r>
            <a:r>
              <a:rPr sz="3550" dirty="0">
                <a:solidFill>
                  <a:srgbClr val="D6FCFF"/>
                </a:solidFill>
                <a:latin typeface="Times New Roman"/>
                <a:cs typeface="Times New Roman"/>
              </a:rPr>
              <a:t>insights</a:t>
            </a:r>
            <a:r>
              <a:rPr sz="3550" spc="-15" dirty="0">
                <a:solidFill>
                  <a:srgbClr val="D6FCFF"/>
                </a:solidFill>
                <a:latin typeface="Times New Roman"/>
                <a:cs typeface="Times New Roman"/>
              </a:rPr>
              <a:t> </a:t>
            </a:r>
            <a:r>
              <a:rPr sz="3550" dirty="0">
                <a:solidFill>
                  <a:srgbClr val="D6FCFF"/>
                </a:solidFill>
                <a:latin typeface="Times New Roman"/>
                <a:cs typeface="Times New Roman"/>
              </a:rPr>
              <a:t>into</a:t>
            </a:r>
            <a:r>
              <a:rPr sz="3550" spc="-25" dirty="0">
                <a:solidFill>
                  <a:srgbClr val="D6FCFF"/>
                </a:solidFill>
                <a:latin typeface="Times New Roman"/>
                <a:cs typeface="Times New Roman"/>
              </a:rPr>
              <a:t> </a:t>
            </a:r>
            <a:r>
              <a:rPr sz="3550" dirty="0">
                <a:solidFill>
                  <a:srgbClr val="D6FCFF"/>
                </a:solidFill>
                <a:latin typeface="Times New Roman"/>
                <a:cs typeface="Times New Roman"/>
              </a:rPr>
              <a:t>the</a:t>
            </a:r>
            <a:r>
              <a:rPr sz="3550" spc="-40" dirty="0">
                <a:solidFill>
                  <a:srgbClr val="D6FCFF"/>
                </a:solidFill>
                <a:latin typeface="Times New Roman"/>
                <a:cs typeface="Times New Roman"/>
              </a:rPr>
              <a:t> </a:t>
            </a:r>
            <a:r>
              <a:rPr sz="3550" dirty="0">
                <a:solidFill>
                  <a:srgbClr val="D6FCFF"/>
                </a:solidFill>
                <a:latin typeface="Times New Roman"/>
                <a:cs typeface="Times New Roman"/>
              </a:rPr>
              <a:t>electrical</a:t>
            </a:r>
            <a:r>
              <a:rPr sz="3550" spc="-15" dirty="0">
                <a:solidFill>
                  <a:srgbClr val="D6FCFF"/>
                </a:solidFill>
                <a:latin typeface="Times New Roman"/>
                <a:cs typeface="Times New Roman"/>
              </a:rPr>
              <a:t> </a:t>
            </a:r>
            <a:r>
              <a:rPr sz="3550" dirty="0">
                <a:solidFill>
                  <a:srgbClr val="D6FCFF"/>
                </a:solidFill>
                <a:latin typeface="Times New Roman"/>
                <a:cs typeface="Times New Roman"/>
              </a:rPr>
              <a:t>activity</a:t>
            </a:r>
            <a:r>
              <a:rPr sz="3550" spc="-25" dirty="0">
                <a:solidFill>
                  <a:srgbClr val="D6FCFF"/>
                </a:solidFill>
                <a:latin typeface="Times New Roman"/>
                <a:cs typeface="Times New Roman"/>
              </a:rPr>
              <a:t> </a:t>
            </a:r>
            <a:r>
              <a:rPr sz="3550" dirty="0">
                <a:solidFill>
                  <a:srgbClr val="D6FCFF"/>
                </a:solidFill>
                <a:latin typeface="Times New Roman"/>
                <a:cs typeface="Times New Roman"/>
              </a:rPr>
              <a:t>of</a:t>
            </a:r>
            <a:r>
              <a:rPr sz="3550" spc="-30" dirty="0">
                <a:solidFill>
                  <a:srgbClr val="D6FCFF"/>
                </a:solidFill>
                <a:latin typeface="Times New Roman"/>
                <a:cs typeface="Times New Roman"/>
              </a:rPr>
              <a:t> </a:t>
            </a:r>
            <a:r>
              <a:rPr sz="3550" dirty="0">
                <a:solidFill>
                  <a:srgbClr val="D6FCFF"/>
                </a:solidFill>
                <a:latin typeface="Times New Roman"/>
                <a:cs typeface="Times New Roman"/>
              </a:rPr>
              <a:t>the</a:t>
            </a:r>
            <a:r>
              <a:rPr sz="3550" spc="-25" dirty="0">
                <a:solidFill>
                  <a:srgbClr val="D6FCFF"/>
                </a:solidFill>
                <a:latin typeface="Times New Roman"/>
                <a:cs typeface="Times New Roman"/>
              </a:rPr>
              <a:t> </a:t>
            </a:r>
            <a:r>
              <a:rPr sz="3550" dirty="0">
                <a:solidFill>
                  <a:srgbClr val="D6FCFF"/>
                </a:solidFill>
                <a:latin typeface="Times New Roman"/>
                <a:cs typeface="Times New Roman"/>
              </a:rPr>
              <a:t>heart.</a:t>
            </a:r>
            <a:r>
              <a:rPr sz="3550" spc="-25" dirty="0">
                <a:solidFill>
                  <a:srgbClr val="D6FCFF"/>
                </a:solidFill>
                <a:latin typeface="Times New Roman"/>
                <a:cs typeface="Times New Roman"/>
              </a:rPr>
              <a:t> </a:t>
            </a:r>
            <a:r>
              <a:rPr sz="3550" dirty="0">
                <a:solidFill>
                  <a:srgbClr val="D6FCFF"/>
                </a:solidFill>
                <a:latin typeface="Times New Roman"/>
                <a:cs typeface="Times New Roman"/>
              </a:rPr>
              <a:t>By</a:t>
            </a:r>
            <a:r>
              <a:rPr sz="3550" spc="-30" dirty="0">
                <a:solidFill>
                  <a:srgbClr val="D6FCFF"/>
                </a:solidFill>
                <a:latin typeface="Times New Roman"/>
                <a:cs typeface="Times New Roman"/>
              </a:rPr>
              <a:t> </a:t>
            </a:r>
            <a:r>
              <a:rPr sz="3550" dirty="0">
                <a:solidFill>
                  <a:srgbClr val="D6FCFF"/>
                </a:solidFill>
                <a:latin typeface="Times New Roman"/>
                <a:cs typeface="Times New Roman"/>
              </a:rPr>
              <a:t>capturing</a:t>
            </a:r>
            <a:r>
              <a:rPr sz="3550" spc="-25" dirty="0">
                <a:solidFill>
                  <a:srgbClr val="D6FCFF"/>
                </a:solidFill>
                <a:latin typeface="Times New Roman"/>
                <a:cs typeface="Times New Roman"/>
              </a:rPr>
              <a:t> </a:t>
            </a:r>
            <a:r>
              <a:rPr sz="3550" dirty="0">
                <a:solidFill>
                  <a:srgbClr val="D6FCFF"/>
                </a:solidFill>
                <a:latin typeface="Times New Roman"/>
                <a:cs typeface="Times New Roman"/>
              </a:rPr>
              <a:t>the</a:t>
            </a:r>
            <a:r>
              <a:rPr sz="3550" spc="-25" dirty="0">
                <a:solidFill>
                  <a:srgbClr val="D6FCFF"/>
                </a:solidFill>
                <a:latin typeface="Times New Roman"/>
                <a:cs typeface="Times New Roman"/>
              </a:rPr>
              <a:t> </a:t>
            </a:r>
            <a:r>
              <a:rPr sz="3550" dirty="0">
                <a:solidFill>
                  <a:srgbClr val="D6FCFF"/>
                </a:solidFill>
                <a:latin typeface="Times New Roman"/>
                <a:cs typeface="Times New Roman"/>
              </a:rPr>
              <a:t>heart's</a:t>
            </a:r>
            <a:r>
              <a:rPr sz="3550" spc="-15" dirty="0">
                <a:solidFill>
                  <a:srgbClr val="D6FCFF"/>
                </a:solidFill>
                <a:latin typeface="Times New Roman"/>
                <a:cs typeface="Times New Roman"/>
              </a:rPr>
              <a:t> </a:t>
            </a:r>
            <a:r>
              <a:rPr sz="3550" dirty="0">
                <a:solidFill>
                  <a:srgbClr val="D6FCFF"/>
                </a:solidFill>
                <a:latin typeface="Times New Roman"/>
                <a:cs typeface="Times New Roman"/>
              </a:rPr>
              <a:t>rhythmic</a:t>
            </a:r>
            <a:r>
              <a:rPr sz="3550" spc="-25" dirty="0">
                <a:solidFill>
                  <a:srgbClr val="D6FCFF"/>
                </a:solidFill>
                <a:latin typeface="Times New Roman"/>
                <a:cs typeface="Times New Roman"/>
              </a:rPr>
              <a:t> </a:t>
            </a:r>
            <a:r>
              <a:rPr sz="3550" dirty="0">
                <a:solidFill>
                  <a:srgbClr val="D6FCFF"/>
                </a:solidFill>
                <a:latin typeface="Times New Roman"/>
                <a:cs typeface="Times New Roman"/>
              </a:rPr>
              <a:t>patterns, </a:t>
            </a:r>
            <a:r>
              <a:rPr sz="3550" spc="-25" dirty="0">
                <a:solidFill>
                  <a:srgbClr val="D6FCFF"/>
                </a:solidFill>
                <a:latin typeface="Times New Roman"/>
                <a:cs typeface="Times New Roman"/>
              </a:rPr>
              <a:t>ECG </a:t>
            </a:r>
            <a:r>
              <a:rPr sz="3550" dirty="0">
                <a:solidFill>
                  <a:srgbClr val="D6FCFF"/>
                </a:solidFill>
                <a:latin typeface="Times New Roman"/>
                <a:cs typeface="Times New Roman"/>
              </a:rPr>
              <a:t>signals</a:t>
            </a:r>
            <a:r>
              <a:rPr sz="3550" spc="-45" dirty="0">
                <a:solidFill>
                  <a:srgbClr val="D6FCFF"/>
                </a:solidFill>
                <a:latin typeface="Times New Roman"/>
                <a:cs typeface="Times New Roman"/>
              </a:rPr>
              <a:t> </a:t>
            </a:r>
            <a:r>
              <a:rPr sz="3550" dirty="0">
                <a:solidFill>
                  <a:srgbClr val="D6FCFF"/>
                </a:solidFill>
                <a:latin typeface="Times New Roman"/>
                <a:cs typeface="Times New Roman"/>
              </a:rPr>
              <a:t>play</a:t>
            </a:r>
            <a:r>
              <a:rPr sz="3550" spc="-55" dirty="0">
                <a:solidFill>
                  <a:srgbClr val="D6FCFF"/>
                </a:solidFill>
                <a:latin typeface="Times New Roman"/>
                <a:cs typeface="Times New Roman"/>
              </a:rPr>
              <a:t> </a:t>
            </a:r>
            <a:r>
              <a:rPr sz="3550" dirty="0">
                <a:solidFill>
                  <a:srgbClr val="D6FCFF"/>
                </a:solidFill>
                <a:latin typeface="Times New Roman"/>
                <a:cs typeface="Times New Roman"/>
              </a:rPr>
              <a:t>an</a:t>
            </a:r>
            <a:r>
              <a:rPr sz="3550" spc="-55" dirty="0">
                <a:solidFill>
                  <a:srgbClr val="D6FCFF"/>
                </a:solidFill>
                <a:latin typeface="Times New Roman"/>
                <a:cs typeface="Times New Roman"/>
              </a:rPr>
              <a:t> </a:t>
            </a:r>
            <a:r>
              <a:rPr sz="3550" dirty="0">
                <a:solidFill>
                  <a:srgbClr val="D6FCFF"/>
                </a:solidFill>
                <a:latin typeface="Times New Roman"/>
                <a:cs typeface="Times New Roman"/>
              </a:rPr>
              <a:t>indispensable</a:t>
            </a:r>
            <a:r>
              <a:rPr sz="3550" spc="-50" dirty="0">
                <a:solidFill>
                  <a:srgbClr val="D6FCFF"/>
                </a:solidFill>
                <a:latin typeface="Times New Roman"/>
                <a:cs typeface="Times New Roman"/>
              </a:rPr>
              <a:t> </a:t>
            </a:r>
            <a:r>
              <a:rPr sz="3550" dirty="0">
                <a:solidFill>
                  <a:srgbClr val="D6FCFF"/>
                </a:solidFill>
                <a:latin typeface="Times New Roman"/>
                <a:cs typeface="Times New Roman"/>
              </a:rPr>
              <a:t>role</a:t>
            </a:r>
            <a:r>
              <a:rPr sz="3550" spc="-55" dirty="0">
                <a:solidFill>
                  <a:srgbClr val="D6FCFF"/>
                </a:solidFill>
                <a:latin typeface="Times New Roman"/>
                <a:cs typeface="Times New Roman"/>
              </a:rPr>
              <a:t> </a:t>
            </a:r>
            <a:r>
              <a:rPr sz="3550" dirty="0">
                <a:solidFill>
                  <a:srgbClr val="D6FCFF"/>
                </a:solidFill>
                <a:latin typeface="Times New Roman"/>
                <a:cs typeface="Times New Roman"/>
              </a:rPr>
              <a:t>in</a:t>
            </a:r>
            <a:r>
              <a:rPr sz="3550" spc="-55" dirty="0">
                <a:solidFill>
                  <a:srgbClr val="D6FCFF"/>
                </a:solidFill>
                <a:latin typeface="Times New Roman"/>
                <a:cs typeface="Times New Roman"/>
              </a:rPr>
              <a:t> </a:t>
            </a:r>
            <a:r>
              <a:rPr sz="3550" dirty="0">
                <a:solidFill>
                  <a:srgbClr val="D6FCFF"/>
                </a:solidFill>
                <a:latin typeface="Times New Roman"/>
                <a:cs typeface="Times New Roman"/>
              </a:rPr>
              <a:t>monitoring</a:t>
            </a:r>
            <a:r>
              <a:rPr sz="3550" spc="-55" dirty="0">
                <a:solidFill>
                  <a:srgbClr val="D6FCFF"/>
                </a:solidFill>
                <a:latin typeface="Times New Roman"/>
                <a:cs typeface="Times New Roman"/>
              </a:rPr>
              <a:t> </a:t>
            </a:r>
            <a:r>
              <a:rPr sz="3550" dirty="0">
                <a:solidFill>
                  <a:srgbClr val="D6FCFF"/>
                </a:solidFill>
                <a:latin typeface="Times New Roman"/>
                <a:cs typeface="Times New Roman"/>
              </a:rPr>
              <a:t>cardiac</a:t>
            </a:r>
            <a:r>
              <a:rPr sz="3550" spc="-60" dirty="0">
                <a:solidFill>
                  <a:srgbClr val="D6FCFF"/>
                </a:solidFill>
                <a:latin typeface="Times New Roman"/>
                <a:cs typeface="Times New Roman"/>
              </a:rPr>
              <a:t> </a:t>
            </a:r>
            <a:r>
              <a:rPr sz="3550" dirty="0">
                <a:solidFill>
                  <a:srgbClr val="D6FCFF"/>
                </a:solidFill>
                <a:latin typeface="Times New Roman"/>
                <a:cs typeface="Times New Roman"/>
              </a:rPr>
              <a:t>health</a:t>
            </a:r>
            <a:r>
              <a:rPr sz="3550" spc="-50" dirty="0">
                <a:solidFill>
                  <a:srgbClr val="D6FCFF"/>
                </a:solidFill>
                <a:latin typeface="Times New Roman"/>
                <a:cs typeface="Times New Roman"/>
              </a:rPr>
              <a:t> </a:t>
            </a:r>
            <a:r>
              <a:rPr sz="3550" dirty="0">
                <a:solidFill>
                  <a:srgbClr val="D6FCFF"/>
                </a:solidFill>
                <a:latin typeface="Times New Roman"/>
                <a:cs typeface="Times New Roman"/>
              </a:rPr>
              <a:t>and</a:t>
            </a:r>
            <a:r>
              <a:rPr sz="3550" spc="-55" dirty="0">
                <a:solidFill>
                  <a:srgbClr val="D6FCFF"/>
                </a:solidFill>
                <a:latin typeface="Times New Roman"/>
                <a:cs typeface="Times New Roman"/>
              </a:rPr>
              <a:t> </a:t>
            </a:r>
            <a:r>
              <a:rPr sz="3550" dirty="0">
                <a:solidFill>
                  <a:srgbClr val="D6FCFF"/>
                </a:solidFill>
                <a:latin typeface="Times New Roman"/>
                <a:cs typeface="Times New Roman"/>
              </a:rPr>
              <a:t>ensuring</a:t>
            </a:r>
            <a:r>
              <a:rPr sz="3550" spc="-45" dirty="0">
                <a:solidFill>
                  <a:srgbClr val="D6FCFF"/>
                </a:solidFill>
                <a:latin typeface="Times New Roman"/>
                <a:cs typeface="Times New Roman"/>
              </a:rPr>
              <a:t> </a:t>
            </a:r>
            <a:r>
              <a:rPr sz="3550" dirty="0">
                <a:solidFill>
                  <a:srgbClr val="D6FCFF"/>
                </a:solidFill>
                <a:latin typeface="Times New Roman"/>
                <a:cs typeface="Times New Roman"/>
              </a:rPr>
              <a:t>optimal</a:t>
            </a:r>
            <a:r>
              <a:rPr sz="3550" spc="-55" dirty="0">
                <a:solidFill>
                  <a:srgbClr val="D6FCFF"/>
                </a:solidFill>
                <a:latin typeface="Times New Roman"/>
                <a:cs typeface="Times New Roman"/>
              </a:rPr>
              <a:t> </a:t>
            </a:r>
            <a:r>
              <a:rPr sz="3550" spc="-10" dirty="0">
                <a:solidFill>
                  <a:srgbClr val="D6FCFF"/>
                </a:solidFill>
                <a:latin typeface="Times New Roman"/>
                <a:cs typeface="Times New Roman"/>
              </a:rPr>
              <a:t>functionality. </a:t>
            </a:r>
            <a:r>
              <a:rPr sz="3550" dirty="0">
                <a:solidFill>
                  <a:srgbClr val="D6FCFF"/>
                </a:solidFill>
                <a:latin typeface="Times New Roman"/>
                <a:cs typeface="Times New Roman"/>
              </a:rPr>
              <a:t>Any</a:t>
            </a:r>
            <a:r>
              <a:rPr sz="3550" spc="-65" dirty="0">
                <a:solidFill>
                  <a:srgbClr val="D6FCFF"/>
                </a:solidFill>
                <a:latin typeface="Times New Roman"/>
                <a:cs typeface="Times New Roman"/>
              </a:rPr>
              <a:t> </a:t>
            </a:r>
            <a:r>
              <a:rPr sz="3550" dirty="0">
                <a:solidFill>
                  <a:srgbClr val="D6FCFF"/>
                </a:solidFill>
                <a:latin typeface="Times New Roman"/>
                <a:cs typeface="Times New Roman"/>
              </a:rPr>
              <a:t>irregularities</a:t>
            </a:r>
            <a:r>
              <a:rPr sz="3550" spc="-40" dirty="0">
                <a:solidFill>
                  <a:srgbClr val="D6FCFF"/>
                </a:solidFill>
                <a:latin typeface="Times New Roman"/>
                <a:cs typeface="Times New Roman"/>
              </a:rPr>
              <a:t> </a:t>
            </a:r>
            <a:r>
              <a:rPr sz="3550" dirty="0">
                <a:solidFill>
                  <a:srgbClr val="D6FCFF"/>
                </a:solidFill>
                <a:latin typeface="Times New Roman"/>
                <a:cs typeface="Times New Roman"/>
              </a:rPr>
              <a:t>or</a:t>
            </a:r>
            <a:r>
              <a:rPr sz="3550" spc="-65" dirty="0">
                <a:solidFill>
                  <a:srgbClr val="D6FCFF"/>
                </a:solidFill>
                <a:latin typeface="Times New Roman"/>
                <a:cs typeface="Times New Roman"/>
              </a:rPr>
              <a:t> </a:t>
            </a:r>
            <a:r>
              <a:rPr sz="3550" dirty="0">
                <a:solidFill>
                  <a:srgbClr val="D6FCFF"/>
                </a:solidFill>
                <a:latin typeface="Times New Roman"/>
                <a:cs typeface="Times New Roman"/>
              </a:rPr>
              <a:t>abnormalities</a:t>
            </a:r>
            <a:r>
              <a:rPr sz="3550" spc="-50" dirty="0">
                <a:solidFill>
                  <a:srgbClr val="D6FCFF"/>
                </a:solidFill>
                <a:latin typeface="Times New Roman"/>
                <a:cs typeface="Times New Roman"/>
              </a:rPr>
              <a:t> </a:t>
            </a:r>
            <a:r>
              <a:rPr sz="3550" dirty="0">
                <a:solidFill>
                  <a:srgbClr val="D6FCFF"/>
                </a:solidFill>
                <a:latin typeface="Times New Roman"/>
                <a:cs typeface="Times New Roman"/>
              </a:rPr>
              <a:t>in</a:t>
            </a:r>
            <a:r>
              <a:rPr sz="3550" spc="-65" dirty="0">
                <a:solidFill>
                  <a:srgbClr val="D6FCFF"/>
                </a:solidFill>
                <a:latin typeface="Times New Roman"/>
                <a:cs typeface="Times New Roman"/>
              </a:rPr>
              <a:t> </a:t>
            </a:r>
            <a:r>
              <a:rPr sz="3550" dirty="0">
                <a:solidFill>
                  <a:srgbClr val="D6FCFF"/>
                </a:solidFill>
                <a:latin typeface="Times New Roman"/>
                <a:cs typeface="Times New Roman"/>
              </a:rPr>
              <a:t>these</a:t>
            </a:r>
            <a:r>
              <a:rPr sz="3550" spc="-50" dirty="0">
                <a:solidFill>
                  <a:srgbClr val="D6FCFF"/>
                </a:solidFill>
                <a:latin typeface="Times New Roman"/>
                <a:cs typeface="Times New Roman"/>
              </a:rPr>
              <a:t> </a:t>
            </a:r>
            <a:r>
              <a:rPr sz="3550" spc="-20" dirty="0">
                <a:solidFill>
                  <a:srgbClr val="D6FCFF"/>
                </a:solidFill>
                <a:latin typeface="Times New Roman"/>
                <a:cs typeface="Times New Roman"/>
              </a:rPr>
              <a:t>signals—</a:t>
            </a:r>
            <a:r>
              <a:rPr sz="3550" dirty="0">
                <a:solidFill>
                  <a:srgbClr val="D6FCFF"/>
                </a:solidFill>
                <a:latin typeface="Times New Roman"/>
                <a:cs typeface="Times New Roman"/>
              </a:rPr>
              <a:t>such</a:t>
            </a:r>
            <a:r>
              <a:rPr sz="3550" spc="-55" dirty="0">
                <a:solidFill>
                  <a:srgbClr val="D6FCFF"/>
                </a:solidFill>
                <a:latin typeface="Times New Roman"/>
                <a:cs typeface="Times New Roman"/>
              </a:rPr>
              <a:t> </a:t>
            </a:r>
            <a:r>
              <a:rPr sz="3550" dirty="0">
                <a:solidFill>
                  <a:srgbClr val="D6FCFF"/>
                </a:solidFill>
                <a:latin typeface="Times New Roman"/>
                <a:cs typeface="Times New Roman"/>
              </a:rPr>
              <a:t>as</a:t>
            </a:r>
            <a:r>
              <a:rPr sz="3550" spc="-60" dirty="0">
                <a:solidFill>
                  <a:srgbClr val="D6FCFF"/>
                </a:solidFill>
                <a:latin typeface="Times New Roman"/>
                <a:cs typeface="Times New Roman"/>
              </a:rPr>
              <a:t> </a:t>
            </a:r>
            <a:r>
              <a:rPr sz="3550" dirty="0">
                <a:solidFill>
                  <a:srgbClr val="D6FCFF"/>
                </a:solidFill>
                <a:latin typeface="Times New Roman"/>
                <a:cs typeface="Times New Roman"/>
              </a:rPr>
              <a:t>arrhythmias,</a:t>
            </a:r>
            <a:r>
              <a:rPr sz="3550" spc="-60" dirty="0">
                <a:solidFill>
                  <a:srgbClr val="D6FCFF"/>
                </a:solidFill>
                <a:latin typeface="Times New Roman"/>
                <a:cs typeface="Times New Roman"/>
              </a:rPr>
              <a:t> </a:t>
            </a:r>
            <a:r>
              <a:rPr sz="3550" dirty="0">
                <a:solidFill>
                  <a:srgbClr val="D6FCFF"/>
                </a:solidFill>
                <a:latin typeface="Times New Roman"/>
                <a:cs typeface="Times New Roman"/>
              </a:rPr>
              <a:t>ischemia,</a:t>
            </a:r>
            <a:r>
              <a:rPr sz="3550" spc="-55" dirty="0">
                <a:solidFill>
                  <a:srgbClr val="D6FCFF"/>
                </a:solidFill>
                <a:latin typeface="Times New Roman"/>
                <a:cs typeface="Times New Roman"/>
              </a:rPr>
              <a:t> </a:t>
            </a:r>
            <a:r>
              <a:rPr sz="3550" dirty="0">
                <a:solidFill>
                  <a:srgbClr val="D6FCFF"/>
                </a:solidFill>
                <a:latin typeface="Times New Roman"/>
                <a:cs typeface="Times New Roman"/>
              </a:rPr>
              <a:t>or</a:t>
            </a:r>
            <a:r>
              <a:rPr sz="3550" spc="-60" dirty="0">
                <a:solidFill>
                  <a:srgbClr val="D6FCFF"/>
                </a:solidFill>
                <a:latin typeface="Times New Roman"/>
                <a:cs typeface="Times New Roman"/>
              </a:rPr>
              <a:t> </a:t>
            </a:r>
            <a:r>
              <a:rPr sz="3550" spc="-10" dirty="0">
                <a:solidFill>
                  <a:srgbClr val="D6FCFF"/>
                </a:solidFill>
                <a:latin typeface="Times New Roman"/>
                <a:cs typeface="Times New Roman"/>
              </a:rPr>
              <a:t>other deviations—</a:t>
            </a:r>
            <a:r>
              <a:rPr sz="3550" dirty="0">
                <a:solidFill>
                  <a:srgbClr val="D6FCFF"/>
                </a:solidFill>
                <a:latin typeface="Times New Roman"/>
                <a:cs typeface="Times New Roman"/>
              </a:rPr>
              <a:t>can</a:t>
            </a:r>
            <a:r>
              <a:rPr sz="3550" spc="-35" dirty="0">
                <a:solidFill>
                  <a:srgbClr val="D6FCFF"/>
                </a:solidFill>
                <a:latin typeface="Times New Roman"/>
                <a:cs typeface="Times New Roman"/>
              </a:rPr>
              <a:t> </a:t>
            </a:r>
            <a:r>
              <a:rPr sz="3550" dirty="0">
                <a:solidFill>
                  <a:srgbClr val="D6FCFF"/>
                </a:solidFill>
                <a:latin typeface="Times New Roman"/>
                <a:cs typeface="Times New Roman"/>
              </a:rPr>
              <a:t>indicate</a:t>
            </a:r>
            <a:r>
              <a:rPr sz="3550" spc="-50" dirty="0">
                <a:solidFill>
                  <a:srgbClr val="D6FCFF"/>
                </a:solidFill>
                <a:latin typeface="Times New Roman"/>
                <a:cs typeface="Times New Roman"/>
              </a:rPr>
              <a:t> </a:t>
            </a:r>
            <a:r>
              <a:rPr sz="3550" dirty="0">
                <a:solidFill>
                  <a:srgbClr val="D6FCFF"/>
                </a:solidFill>
                <a:latin typeface="Times New Roman"/>
                <a:cs typeface="Times New Roman"/>
              </a:rPr>
              <a:t>serious</a:t>
            </a:r>
            <a:r>
              <a:rPr sz="3550" spc="-30" dirty="0">
                <a:solidFill>
                  <a:srgbClr val="D6FCFF"/>
                </a:solidFill>
                <a:latin typeface="Times New Roman"/>
                <a:cs typeface="Times New Roman"/>
              </a:rPr>
              <a:t> </a:t>
            </a:r>
            <a:r>
              <a:rPr sz="3550" dirty="0">
                <a:solidFill>
                  <a:srgbClr val="D6FCFF"/>
                </a:solidFill>
                <a:latin typeface="Times New Roman"/>
                <a:cs typeface="Times New Roman"/>
              </a:rPr>
              <a:t>underlying</a:t>
            </a:r>
            <a:r>
              <a:rPr sz="3550" spc="-40" dirty="0">
                <a:solidFill>
                  <a:srgbClr val="D6FCFF"/>
                </a:solidFill>
                <a:latin typeface="Times New Roman"/>
                <a:cs typeface="Times New Roman"/>
              </a:rPr>
              <a:t> </a:t>
            </a:r>
            <a:r>
              <a:rPr sz="3550" dirty="0">
                <a:solidFill>
                  <a:srgbClr val="D6FCFF"/>
                </a:solidFill>
                <a:latin typeface="Times New Roman"/>
                <a:cs typeface="Times New Roman"/>
              </a:rPr>
              <a:t>health</a:t>
            </a:r>
            <a:r>
              <a:rPr sz="3550" spc="-35" dirty="0">
                <a:solidFill>
                  <a:srgbClr val="D6FCFF"/>
                </a:solidFill>
                <a:latin typeface="Times New Roman"/>
                <a:cs typeface="Times New Roman"/>
              </a:rPr>
              <a:t> </a:t>
            </a:r>
            <a:r>
              <a:rPr sz="3550" dirty="0">
                <a:solidFill>
                  <a:srgbClr val="D6FCFF"/>
                </a:solidFill>
                <a:latin typeface="Times New Roman"/>
                <a:cs typeface="Times New Roman"/>
              </a:rPr>
              <a:t>conditions.</a:t>
            </a:r>
            <a:r>
              <a:rPr sz="3550" spc="-90" dirty="0">
                <a:solidFill>
                  <a:srgbClr val="D6FCFF"/>
                </a:solidFill>
                <a:latin typeface="Times New Roman"/>
                <a:cs typeface="Times New Roman"/>
              </a:rPr>
              <a:t> </a:t>
            </a:r>
            <a:r>
              <a:rPr sz="3550" dirty="0">
                <a:solidFill>
                  <a:srgbClr val="D6FCFF"/>
                </a:solidFill>
                <a:latin typeface="Times New Roman"/>
                <a:cs typeface="Times New Roman"/>
              </a:rPr>
              <a:t>These</a:t>
            </a:r>
            <a:r>
              <a:rPr sz="3550" spc="-40" dirty="0">
                <a:solidFill>
                  <a:srgbClr val="D6FCFF"/>
                </a:solidFill>
                <a:latin typeface="Times New Roman"/>
                <a:cs typeface="Times New Roman"/>
              </a:rPr>
              <a:t> </a:t>
            </a:r>
            <a:r>
              <a:rPr sz="3550" dirty="0">
                <a:solidFill>
                  <a:srgbClr val="D6FCFF"/>
                </a:solidFill>
                <a:latin typeface="Times New Roman"/>
                <a:cs typeface="Times New Roman"/>
              </a:rPr>
              <a:t>abnormalities</a:t>
            </a:r>
            <a:r>
              <a:rPr sz="3550" spc="-10" dirty="0">
                <a:solidFill>
                  <a:srgbClr val="D6FCFF"/>
                </a:solidFill>
                <a:latin typeface="Times New Roman"/>
                <a:cs typeface="Times New Roman"/>
              </a:rPr>
              <a:t> </a:t>
            </a:r>
            <a:r>
              <a:rPr sz="3550" dirty="0">
                <a:solidFill>
                  <a:srgbClr val="D6FCFF"/>
                </a:solidFill>
                <a:latin typeface="Times New Roman"/>
                <a:cs typeface="Times New Roman"/>
              </a:rPr>
              <a:t>often</a:t>
            </a:r>
            <a:r>
              <a:rPr sz="3550" spc="-40" dirty="0">
                <a:solidFill>
                  <a:srgbClr val="D6FCFF"/>
                </a:solidFill>
                <a:latin typeface="Times New Roman"/>
                <a:cs typeface="Times New Roman"/>
              </a:rPr>
              <a:t> </a:t>
            </a:r>
            <a:r>
              <a:rPr sz="3550" dirty="0">
                <a:solidFill>
                  <a:srgbClr val="D6FCFF"/>
                </a:solidFill>
                <a:latin typeface="Times New Roman"/>
                <a:cs typeface="Times New Roman"/>
              </a:rPr>
              <a:t>serve</a:t>
            </a:r>
            <a:r>
              <a:rPr sz="3550" spc="-40" dirty="0">
                <a:solidFill>
                  <a:srgbClr val="D6FCFF"/>
                </a:solidFill>
                <a:latin typeface="Times New Roman"/>
                <a:cs typeface="Times New Roman"/>
              </a:rPr>
              <a:t> </a:t>
            </a:r>
            <a:r>
              <a:rPr sz="3550" spc="-25" dirty="0">
                <a:solidFill>
                  <a:srgbClr val="D6FCFF"/>
                </a:solidFill>
                <a:latin typeface="Times New Roman"/>
                <a:cs typeface="Times New Roman"/>
              </a:rPr>
              <a:t>as </a:t>
            </a:r>
            <a:r>
              <a:rPr sz="3550" dirty="0">
                <a:solidFill>
                  <a:srgbClr val="D6FCFF"/>
                </a:solidFill>
                <a:latin typeface="Times New Roman"/>
                <a:cs typeface="Times New Roman"/>
              </a:rPr>
              <a:t>early</a:t>
            </a:r>
            <a:r>
              <a:rPr sz="3550" spc="-60" dirty="0">
                <a:solidFill>
                  <a:srgbClr val="D6FCFF"/>
                </a:solidFill>
                <a:latin typeface="Times New Roman"/>
                <a:cs typeface="Times New Roman"/>
              </a:rPr>
              <a:t> </a:t>
            </a:r>
            <a:r>
              <a:rPr sz="3550" dirty="0">
                <a:solidFill>
                  <a:srgbClr val="D6FCFF"/>
                </a:solidFill>
                <a:latin typeface="Times New Roman"/>
                <a:cs typeface="Times New Roman"/>
              </a:rPr>
              <a:t>warning</a:t>
            </a:r>
            <a:r>
              <a:rPr sz="3550" spc="-55" dirty="0">
                <a:solidFill>
                  <a:srgbClr val="D6FCFF"/>
                </a:solidFill>
                <a:latin typeface="Times New Roman"/>
                <a:cs typeface="Times New Roman"/>
              </a:rPr>
              <a:t> </a:t>
            </a:r>
            <a:r>
              <a:rPr sz="3550" dirty="0">
                <a:solidFill>
                  <a:srgbClr val="D6FCFF"/>
                </a:solidFill>
                <a:latin typeface="Times New Roman"/>
                <a:cs typeface="Times New Roman"/>
              </a:rPr>
              <a:t>signs</a:t>
            </a:r>
            <a:r>
              <a:rPr sz="3550" spc="-40" dirty="0">
                <a:solidFill>
                  <a:srgbClr val="D6FCFF"/>
                </a:solidFill>
                <a:latin typeface="Times New Roman"/>
                <a:cs typeface="Times New Roman"/>
              </a:rPr>
              <a:t> </a:t>
            </a:r>
            <a:r>
              <a:rPr sz="3550" dirty="0">
                <a:solidFill>
                  <a:srgbClr val="D6FCFF"/>
                </a:solidFill>
                <a:latin typeface="Times New Roman"/>
                <a:cs typeface="Times New Roman"/>
              </a:rPr>
              <a:t>for</a:t>
            </a:r>
            <a:r>
              <a:rPr sz="3550" spc="-55" dirty="0">
                <a:solidFill>
                  <a:srgbClr val="D6FCFF"/>
                </a:solidFill>
                <a:latin typeface="Times New Roman"/>
                <a:cs typeface="Times New Roman"/>
              </a:rPr>
              <a:t> </a:t>
            </a:r>
            <a:r>
              <a:rPr sz="3550" spc="-10" dirty="0">
                <a:solidFill>
                  <a:srgbClr val="D6FCFF"/>
                </a:solidFill>
                <a:latin typeface="Times New Roman"/>
                <a:cs typeface="Times New Roman"/>
              </a:rPr>
              <a:t>life-</a:t>
            </a:r>
            <a:r>
              <a:rPr sz="3550" dirty="0">
                <a:solidFill>
                  <a:srgbClr val="D6FCFF"/>
                </a:solidFill>
                <a:latin typeface="Times New Roman"/>
                <a:cs typeface="Times New Roman"/>
              </a:rPr>
              <a:t>threatening</a:t>
            </a:r>
            <a:r>
              <a:rPr sz="3550" spc="-60" dirty="0">
                <a:solidFill>
                  <a:srgbClr val="D6FCFF"/>
                </a:solidFill>
                <a:latin typeface="Times New Roman"/>
                <a:cs typeface="Times New Roman"/>
              </a:rPr>
              <a:t> </a:t>
            </a:r>
            <a:r>
              <a:rPr sz="3550" dirty="0">
                <a:solidFill>
                  <a:srgbClr val="D6FCFF"/>
                </a:solidFill>
                <a:latin typeface="Times New Roman"/>
                <a:cs typeface="Times New Roman"/>
              </a:rPr>
              <a:t>issues</a:t>
            </a:r>
            <a:r>
              <a:rPr sz="3550" spc="-35" dirty="0">
                <a:solidFill>
                  <a:srgbClr val="D6FCFF"/>
                </a:solidFill>
                <a:latin typeface="Times New Roman"/>
                <a:cs typeface="Times New Roman"/>
              </a:rPr>
              <a:t> </a:t>
            </a:r>
            <a:r>
              <a:rPr sz="3550" dirty="0">
                <a:solidFill>
                  <a:srgbClr val="D6FCFF"/>
                </a:solidFill>
                <a:latin typeface="Times New Roman"/>
                <a:cs typeface="Times New Roman"/>
              </a:rPr>
              <a:t>like</a:t>
            </a:r>
            <a:r>
              <a:rPr sz="3550" spc="-70" dirty="0">
                <a:solidFill>
                  <a:srgbClr val="D6FCFF"/>
                </a:solidFill>
                <a:latin typeface="Times New Roman"/>
                <a:cs typeface="Times New Roman"/>
              </a:rPr>
              <a:t> </a:t>
            </a:r>
            <a:r>
              <a:rPr sz="3550" dirty="0">
                <a:solidFill>
                  <a:srgbClr val="D6FCFF"/>
                </a:solidFill>
                <a:latin typeface="Times New Roman"/>
                <a:cs typeface="Times New Roman"/>
              </a:rPr>
              <a:t>heart</a:t>
            </a:r>
            <a:r>
              <a:rPr sz="3550" spc="-55" dirty="0">
                <a:solidFill>
                  <a:srgbClr val="D6FCFF"/>
                </a:solidFill>
                <a:latin typeface="Times New Roman"/>
                <a:cs typeface="Times New Roman"/>
              </a:rPr>
              <a:t> </a:t>
            </a:r>
            <a:r>
              <a:rPr sz="3550" dirty="0">
                <a:solidFill>
                  <a:srgbClr val="D6FCFF"/>
                </a:solidFill>
                <a:latin typeface="Times New Roman"/>
                <a:cs typeface="Times New Roman"/>
              </a:rPr>
              <a:t>attacks</a:t>
            </a:r>
            <a:r>
              <a:rPr sz="3550" spc="-50" dirty="0">
                <a:solidFill>
                  <a:srgbClr val="D6FCFF"/>
                </a:solidFill>
                <a:latin typeface="Times New Roman"/>
                <a:cs typeface="Times New Roman"/>
              </a:rPr>
              <a:t> </a:t>
            </a:r>
            <a:r>
              <a:rPr sz="3550" dirty="0">
                <a:solidFill>
                  <a:srgbClr val="D6FCFF"/>
                </a:solidFill>
                <a:latin typeface="Times New Roman"/>
                <a:cs typeface="Times New Roman"/>
              </a:rPr>
              <a:t>or</a:t>
            </a:r>
            <a:r>
              <a:rPr sz="3550" spc="-55" dirty="0">
                <a:solidFill>
                  <a:srgbClr val="D6FCFF"/>
                </a:solidFill>
                <a:latin typeface="Times New Roman"/>
                <a:cs typeface="Times New Roman"/>
              </a:rPr>
              <a:t> </a:t>
            </a:r>
            <a:r>
              <a:rPr sz="3550" dirty="0">
                <a:solidFill>
                  <a:srgbClr val="D6FCFF"/>
                </a:solidFill>
                <a:latin typeface="Times New Roman"/>
                <a:cs typeface="Times New Roman"/>
              </a:rPr>
              <a:t>sudden</a:t>
            </a:r>
            <a:r>
              <a:rPr sz="3550" spc="-55" dirty="0">
                <a:solidFill>
                  <a:srgbClr val="D6FCFF"/>
                </a:solidFill>
                <a:latin typeface="Times New Roman"/>
                <a:cs typeface="Times New Roman"/>
              </a:rPr>
              <a:t> </a:t>
            </a:r>
            <a:r>
              <a:rPr sz="3550" dirty="0">
                <a:solidFill>
                  <a:srgbClr val="D6FCFF"/>
                </a:solidFill>
                <a:latin typeface="Times New Roman"/>
                <a:cs typeface="Times New Roman"/>
              </a:rPr>
              <a:t>cardiac</a:t>
            </a:r>
            <a:r>
              <a:rPr sz="3550" spc="-55" dirty="0">
                <a:solidFill>
                  <a:srgbClr val="D6FCFF"/>
                </a:solidFill>
                <a:latin typeface="Times New Roman"/>
                <a:cs typeface="Times New Roman"/>
              </a:rPr>
              <a:t> </a:t>
            </a:r>
            <a:r>
              <a:rPr sz="3550" dirty="0">
                <a:solidFill>
                  <a:srgbClr val="D6FCFF"/>
                </a:solidFill>
                <a:latin typeface="Times New Roman"/>
                <a:cs typeface="Times New Roman"/>
              </a:rPr>
              <a:t>arrests.</a:t>
            </a:r>
            <a:r>
              <a:rPr sz="3550" spc="-95" dirty="0">
                <a:solidFill>
                  <a:srgbClr val="D6FCFF"/>
                </a:solidFill>
                <a:latin typeface="Times New Roman"/>
                <a:cs typeface="Times New Roman"/>
              </a:rPr>
              <a:t> </a:t>
            </a:r>
            <a:r>
              <a:rPr sz="3550" spc="-25" dirty="0">
                <a:solidFill>
                  <a:srgbClr val="D6FCFF"/>
                </a:solidFill>
                <a:latin typeface="Times New Roman"/>
                <a:cs typeface="Times New Roman"/>
              </a:rPr>
              <a:t>The </a:t>
            </a:r>
            <a:r>
              <a:rPr sz="3550" dirty="0">
                <a:solidFill>
                  <a:srgbClr val="D6FCFF"/>
                </a:solidFill>
                <a:latin typeface="Times New Roman"/>
                <a:cs typeface="Times New Roman"/>
              </a:rPr>
              <a:t>relevance</a:t>
            </a:r>
            <a:r>
              <a:rPr sz="3550" spc="-40" dirty="0">
                <a:solidFill>
                  <a:srgbClr val="D6FCFF"/>
                </a:solidFill>
                <a:latin typeface="Times New Roman"/>
                <a:cs typeface="Times New Roman"/>
              </a:rPr>
              <a:t> </a:t>
            </a:r>
            <a:r>
              <a:rPr sz="3550" dirty="0">
                <a:solidFill>
                  <a:srgbClr val="D6FCFF"/>
                </a:solidFill>
                <a:latin typeface="Times New Roman"/>
                <a:cs typeface="Times New Roman"/>
              </a:rPr>
              <a:t>of</a:t>
            </a:r>
            <a:r>
              <a:rPr sz="3550" spc="-40" dirty="0">
                <a:solidFill>
                  <a:srgbClr val="D6FCFF"/>
                </a:solidFill>
                <a:latin typeface="Times New Roman"/>
                <a:cs typeface="Times New Roman"/>
              </a:rPr>
              <a:t> </a:t>
            </a:r>
            <a:r>
              <a:rPr sz="3550" dirty="0">
                <a:solidFill>
                  <a:srgbClr val="D6FCFF"/>
                </a:solidFill>
                <a:latin typeface="Times New Roman"/>
                <a:cs typeface="Times New Roman"/>
              </a:rPr>
              <a:t>ECG</a:t>
            </a:r>
            <a:r>
              <a:rPr sz="3550" spc="-25" dirty="0">
                <a:solidFill>
                  <a:srgbClr val="D6FCFF"/>
                </a:solidFill>
                <a:latin typeface="Times New Roman"/>
                <a:cs typeface="Times New Roman"/>
              </a:rPr>
              <a:t> </a:t>
            </a:r>
            <a:r>
              <a:rPr sz="3550" dirty="0">
                <a:solidFill>
                  <a:srgbClr val="D6FCFF"/>
                </a:solidFill>
                <a:latin typeface="Times New Roman"/>
                <a:cs typeface="Times New Roman"/>
              </a:rPr>
              <a:t>monitoring</a:t>
            </a:r>
            <a:r>
              <a:rPr sz="3550" spc="-40" dirty="0">
                <a:solidFill>
                  <a:srgbClr val="D6FCFF"/>
                </a:solidFill>
                <a:latin typeface="Times New Roman"/>
                <a:cs typeface="Times New Roman"/>
              </a:rPr>
              <a:t> </a:t>
            </a:r>
            <a:r>
              <a:rPr sz="3550" dirty="0">
                <a:solidFill>
                  <a:srgbClr val="D6FCFF"/>
                </a:solidFill>
                <a:latin typeface="Times New Roman"/>
                <a:cs typeface="Times New Roman"/>
              </a:rPr>
              <a:t>cannot</a:t>
            </a:r>
            <a:r>
              <a:rPr sz="3550" spc="-40" dirty="0">
                <a:solidFill>
                  <a:srgbClr val="D6FCFF"/>
                </a:solidFill>
                <a:latin typeface="Times New Roman"/>
                <a:cs typeface="Times New Roman"/>
              </a:rPr>
              <a:t> </a:t>
            </a:r>
            <a:r>
              <a:rPr sz="3550" dirty="0">
                <a:solidFill>
                  <a:srgbClr val="D6FCFF"/>
                </a:solidFill>
                <a:latin typeface="Times New Roman"/>
                <a:cs typeface="Times New Roman"/>
              </a:rPr>
              <a:t>be</a:t>
            </a:r>
            <a:r>
              <a:rPr sz="3550" spc="-35" dirty="0">
                <a:solidFill>
                  <a:srgbClr val="D6FCFF"/>
                </a:solidFill>
                <a:latin typeface="Times New Roman"/>
                <a:cs typeface="Times New Roman"/>
              </a:rPr>
              <a:t> </a:t>
            </a:r>
            <a:r>
              <a:rPr sz="3550" dirty="0">
                <a:solidFill>
                  <a:srgbClr val="D6FCFF"/>
                </a:solidFill>
                <a:latin typeface="Times New Roman"/>
                <a:cs typeface="Times New Roman"/>
              </a:rPr>
              <a:t>overstated.</a:t>
            </a:r>
            <a:r>
              <a:rPr sz="3550" spc="-100" dirty="0">
                <a:solidFill>
                  <a:srgbClr val="D6FCFF"/>
                </a:solidFill>
                <a:latin typeface="Times New Roman"/>
                <a:cs typeface="Times New Roman"/>
              </a:rPr>
              <a:t> </a:t>
            </a:r>
            <a:r>
              <a:rPr sz="3550" dirty="0">
                <a:solidFill>
                  <a:srgbClr val="D6FCFF"/>
                </a:solidFill>
                <a:latin typeface="Times New Roman"/>
                <a:cs typeface="Times New Roman"/>
              </a:rPr>
              <a:t>With</a:t>
            </a:r>
            <a:r>
              <a:rPr sz="3550" spc="-35" dirty="0">
                <a:solidFill>
                  <a:srgbClr val="D6FCFF"/>
                </a:solidFill>
                <a:latin typeface="Times New Roman"/>
                <a:cs typeface="Times New Roman"/>
              </a:rPr>
              <a:t> </a:t>
            </a:r>
            <a:r>
              <a:rPr sz="3550" dirty="0">
                <a:solidFill>
                  <a:srgbClr val="D6FCFF"/>
                </a:solidFill>
                <a:latin typeface="Times New Roman"/>
                <a:cs typeface="Times New Roman"/>
              </a:rPr>
              <a:t>cardiovascular</a:t>
            </a:r>
            <a:r>
              <a:rPr sz="3550" spc="-25" dirty="0">
                <a:solidFill>
                  <a:srgbClr val="D6FCFF"/>
                </a:solidFill>
                <a:latin typeface="Times New Roman"/>
                <a:cs typeface="Times New Roman"/>
              </a:rPr>
              <a:t> </a:t>
            </a:r>
            <a:r>
              <a:rPr sz="3550" dirty="0">
                <a:solidFill>
                  <a:srgbClr val="D6FCFF"/>
                </a:solidFill>
                <a:latin typeface="Times New Roman"/>
                <a:cs typeface="Times New Roman"/>
              </a:rPr>
              <a:t>diseases</a:t>
            </a:r>
            <a:r>
              <a:rPr sz="3550" spc="-15" dirty="0">
                <a:solidFill>
                  <a:srgbClr val="D6FCFF"/>
                </a:solidFill>
                <a:latin typeface="Times New Roman"/>
                <a:cs typeface="Times New Roman"/>
              </a:rPr>
              <a:t> </a:t>
            </a:r>
            <a:r>
              <a:rPr sz="3550" dirty="0">
                <a:solidFill>
                  <a:srgbClr val="D6FCFF"/>
                </a:solidFill>
                <a:latin typeface="Times New Roman"/>
                <a:cs typeface="Times New Roman"/>
              </a:rPr>
              <a:t>being</a:t>
            </a:r>
            <a:r>
              <a:rPr sz="3550" spc="-40" dirty="0">
                <a:solidFill>
                  <a:srgbClr val="D6FCFF"/>
                </a:solidFill>
                <a:latin typeface="Times New Roman"/>
                <a:cs typeface="Times New Roman"/>
              </a:rPr>
              <a:t> </a:t>
            </a:r>
            <a:r>
              <a:rPr sz="3550" dirty="0">
                <a:solidFill>
                  <a:srgbClr val="D6FCFF"/>
                </a:solidFill>
                <a:latin typeface="Times New Roman"/>
                <a:cs typeface="Times New Roman"/>
              </a:rPr>
              <a:t>a</a:t>
            </a:r>
            <a:r>
              <a:rPr sz="3550" spc="-40" dirty="0">
                <a:solidFill>
                  <a:srgbClr val="D6FCFF"/>
                </a:solidFill>
                <a:latin typeface="Times New Roman"/>
                <a:cs typeface="Times New Roman"/>
              </a:rPr>
              <a:t> </a:t>
            </a:r>
            <a:r>
              <a:rPr sz="3550" spc="-10" dirty="0">
                <a:solidFill>
                  <a:srgbClr val="D6FCFF"/>
                </a:solidFill>
                <a:latin typeface="Times New Roman"/>
                <a:cs typeface="Times New Roman"/>
              </a:rPr>
              <a:t>leading </a:t>
            </a:r>
            <a:r>
              <a:rPr sz="3550" dirty="0">
                <a:solidFill>
                  <a:srgbClr val="D6FCFF"/>
                </a:solidFill>
                <a:latin typeface="Times New Roman"/>
                <a:cs typeface="Times New Roman"/>
              </a:rPr>
              <a:t>cause</a:t>
            </a:r>
            <a:r>
              <a:rPr sz="3550" spc="-35" dirty="0">
                <a:solidFill>
                  <a:srgbClr val="D6FCFF"/>
                </a:solidFill>
                <a:latin typeface="Times New Roman"/>
                <a:cs typeface="Times New Roman"/>
              </a:rPr>
              <a:t> </a:t>
            </a:r>
            <a:r>
              <a:rPr sz="3550" dirty="0">
                <a:solidFill>
                  <a:srgbClr val="D6FCFF"/>
                </a:solidFill>
                <a:latin typeface="Times New Roman"/>
                <a:cs typeface="Times New Roman"/>
              </a:rPr>
              <a:t>of</a:t>
            </a:r>
            <a:r>
              <a:rPr sz="3550" spc="-30" dirty="0">
                <a:solidFill>
                  <a:srgbClr val="D6FCFF"/>
                </a:solidFill>
                <a:latin typeface="Times New Roman"/>
                <a:cs typeface="Times New Roman"/>
              </a:rPr>
              <a:t> </a:t>
            </a:r>
            <a:r>
              <a:rPr sz="3550" dirty="0">
                <a:solidFill>
                  <a:srgbClr val="D6FCFF"/>
                </a:solidFill>
                <a:latin typeface="Times New Roman"/>
                <a:cs typeface="Times New Roman"/>
              </a:rPr>
              <a:t>mortality</a:t>
            </a:r>
            <a:r>
              <a:rPr sz="3550" spc="-35" dirty="0">
                <a:solidFill>
                  <a:srgbClr val="D6FCFF"/>
                </a:solidFill>
                <a:latin typeface="Times New Roman"/>
                <a:cs typeface="Times New Roman"/>
              </a:rPr>
              <a:t> </a:t>
            </a:r>
            <a:r>
              <a:rPr sz="3550" dirty="0">
                <a:solidFill>
                  <a:srgbClr val="D6FCFF"/>
                </a:solidFill>
                <a:latin typeface="Times New Roman"/>
                <a:cs typeface="Times New Roman"/>
              </a:rPr>
              <a:t>worldwide,</a:t>
            </a:r>
            <a:r>
              <a:rPr sz="3550" spc="-35" dirty="0">
                <a:solidFill>
                  <a:srgbClr val="D6FCFF"/>
                </a:solidFill>
                <a:latin typeface="Times New Roman"/>
                <a:cs typeface="Times New Roman"/>
              </a:rPr>
              <a:t> </a:t>
            </a:r>
            <a:r>
              <a:rPr sz="3550" dirty="0">
                <a:solidFill>
                  <a:srgbClr val="D6FCFF"/>
                </a:solidFill>
                <a:latin typeface="Times New Roman"/>
                <a:cs typeface="Times New Roman"/>
              </a:rPr>
              <a:t>the</a:t>
            </a:r>
            <a:r>
              <a:rPr sz="3550" spc="-35" dirty="0">
                <a:solidFill>
                  <a:srgbClr val="D6FCFF"/>
                </a:solidFill>
                <a:latin typeface="Times New Roman"/>
                <a:cs typeface="Times New Roman"/>
              </a:rPr>
              <a:t> </a:t>
            </a:r>
            <a:r>
              <a:rPr sz="3550" dirty="0">
                <a:solidFill>
                  <a:srgbClr val="D6FCFF"/>
                </a:solidFill>
                <a:latin typeface="Times New Roman"/>
                <a:cs typeface="Times New Roman"/>
              </a:rPr>
              <a:t>early</a:t>
            </a:r>
            <a:r>
              <a:rPr sz="3550" spc="-35" dirty="0">
                <a:solidFill>
                  <a:srgbClr val="D6FCFF"/>
                </a:solidFill>
                <a:latin typeface="Times New Roman"/>
                <a:cs typeface="Times New Roman"/>
              </a:rPr>
              <a:t> </a:t>
            </a:r>
            <a:r>
              <a:rPr sz="3550" dirty="0">
                <a:solidFill>
                  <a:srgbClr val="D6FCFF"/>
                </a:solidFill>
                <a:latin typeface="Times New Roman"/>
                <a:cs typeface="Times New Roman"/>
              </a:rPr>
              <a:t>detection</a:t>
            </a:r>
            <a:r>
              <a:rPr sz="3550" spc="-35" dirty="0">
                <a:solidFill>
                  <a:srgbClr val="D6FCFF"/>
                </a:solidFill>
                <a:latin typeface="Times New Roman"/>
                <a:cs typeface="Times New Roman"/>
              </a:rPr>
              <a:t> </a:t>
            </a:r>
            <a:r>
              <a:rPr sz="3550" dirty="0">
                <a:solidFill>
                  <a:srgbClr val="D6FCFF"/>
                </a:solidFill>
                <a:latin typeface="Times New Roman"/>
                <a:cs typeface="Times New Roman"/>
              </a:rPr>
              <a:t>of</a:t>
            </a:r>
            <a:r>
              <a:rPr sz="3550" spc="-25" dirty="0">
                <a:solidFill>
                  <a:srgbClr val="D6FCFF"/>
                </a:solidFill>
                <a:latin typeface="Times New Roman"/>
                <a:cs typeface="Times New Roman"/>
              </a:rPr>
              <a:t> </a:t>
            </a:r>
            <a:r>
              <a:rPr sz="3550" dirty="0">
                <a:solidFill>
                  <a:srgbClr val="D6FCFF"/>
                </a:solidFill>
                <a:latin typeface="Times New Roman"/>
                <a:cs typeface="Times New Roman"/>
              </a:rPr>
              <a:t>ECG</a:t>
            </a:r>
            <a:r>
              <a:rPr sz="3550" spc="-25" dirty="0">
                <a:solidFill>
                  <a:srgbClr val="D6FCFF"/>
                </a:solidFill>
                <a:latin typeface="Times New Roman"/>
                <a:cs typeface="Times New Roman"/>
              </a:rPr>
              <a:t> </a:t>
            </a:r>
            <a:r>
              <a:rPr sz="3550" dirty="0">
                <a:solidFill>
                  <a:srgbClr val="D6FCFF"/>
                </a:solidFill>
                <a:latin typeface="Times New Roman"/>
                <a:cs typeface="Times New Roman"/>
              </a:rPr>
              <a:t>anomalies</a:t>
            </a:r>
            <a:r>
              <a:rPr sz="3550" spc="-20" dirty="0">
                <a:solidFill>
                  <a:srgbClr val="D6FCFF"/>
                </a:solidFill>
                <a:latin typeface="Times New Roman"/>
                <a:cs typeface="Times New Roman"/>
              </a:rPr>
              <a:t> </a:t>
            </a:r>
            <a:r>
              <a:rPr sz="3550" dirty="0">
                <a:solidFill>
                  <a:srgbClr val="D6FCFF"/>
                </a:solidFill>
                <a:latin typeface="Times New Roman"/>
                <a:cs typeface="Times New Roman"/>
              </a:rPr>
              <a:t>can</a:t>
            </a:r>
            <a:r>
              <a:rPr sz="3550" spc="-35" dirty="0">
                <a:solidFill>
                  <a:srgbClr val="D6FCFF"/>
                </a:solidFill>
                <a:latin typeface="Times New Roman"/>
                <a:cs typeface="Times New Roman"/>
              </a:rPr>
              <a:t> </a:t>
            </a:r>
            <a:r>
              <a:rPr sz="3550" dirty="0">
                <a:solidFill>
                  <a:srgbClr val="D6FCFF"/>
                </a:solidFill>
                <a:latin typeface="Times New Roman"/>
                <a:cs typeface="Times New Roman"/>
              </a:rPr>
              <a:t>be</a:t>
            </a:r>
            <a:r>
              <a:rPr sz="3550" spc="-45" dirty="0">
                <a:solidFill>
                  <a:srgbClr val="D6FCFF"/>
                </a:solidFill>
                <a:latin typeface="Times New Roman"/>
                <a:cs typeface="Times New Roman"/>
              </a:rPr>
              <a:t> </a:t>
            </a:r>
            <a:r>
              <a:rPr sz="3550" dirty="0">
                <a:solidFill>
                  <a:srgbClr val="D6FCFF"/>
                </a:solidFill>
                <a:latin typeface="Times New Roman"/>
                <a:cs typeface="Times New Roman"/>
              </a:rPr>
              <a:t>a</a:t>
            </a:r>
            <a:r>
              <a:rPr sz="3550" spc="-35" dirty="0">
                <a:solidFill>
                  <a:srgbClr val="D6FCFF"/>
                </a:solidFill>
                <a:latin typeface="Times New Roman"/>
                <a:cs typeface="Times New Roman"/>
              </a:rPr>
              <a:t> </a:t>
            </a:r>
            <a:r>
              <a:rPr sz="3550" dirty="0">
                <a:solidFill>
                  <a:srgbClr val="D6FCFF"/>
                </a:solidFill>
                <a:latin typeface="Times New Roman"/>
                <a:cs typeface="Times New Roman"/>
              </a:rPr>
              <a:t>game</a:t>
            </a:r>
            <a:r>
              <a:rPr sz="3550" spc="-35" dirty="0">
                <a:solidFill>
                  <a:srgbClr val="D6FCFF"/>
                </a:solidFill>
                <a:latin typeface="Times New Roman"/>
                <a:cs typeface="Times New Roman"/>
              </a:rPr>
              <a:t> </a:t>
            </a:r>
            <a:r>
              <a:rPr sz="3550" spc="-10" dirty="0">
                <a:solidFill>
                  <a:srgbClr val="D6FCFF"/>
                </a:solidFill>
                <a:latin typeface="Times New Roman"/>
                <a:cs typeface="Times New Roman"/>
              </a:rPr>
              <a:t>changer.</a:t>
            </a:r>
            <a:r>
              <a:rPr sz="3550" spc="-95" dirty="0">
                <a:solidFill>
                  <a:srgbClr val="D6FCFF"/>
                </a:solidFill>
                <a:latin typeface="Times New Roman"/>
                <a:cs typeface="Times New Roman"/>
              </a:rPr>
              <a:t> </a:t>
            </a:r>
            <a:r>
              <a:rPr sz="3550" spc="-10" dirty="0">
                <a:solidFill>
                  <a:srgbClr val="D6FCFF"/>
                </a:solidFill>
                <a:latin typeface="Times New Roman"/>
                <a:cs typeface="Times New Roman"/>
              </a:rPr>
              <a:t>Timely </a:t>
            </a:r>
            <a:r>
              <a:rPr sz="3550" dirty="0">
                <a:solidFill>
                  <a:srgbClr val="D6FCFF"/>
                </a:solidFill>
                <a:latin typeface="Times New Roman"/>
                <a:cs typeface="Times New Roman"/>
              </a:rPr>
              <a:t>identification</a:t>
            </a:r>
            <a:r>
              <a:rPr sz="3550" spc="-30" dirty="0">
                <a:solidFill>
                  <a:srgbClr val="D6FCFF"/>
                </a:solidFill>
                <a:latin typeface="Times New Roman"/>
                <a:cs typeface="Times New Roman"/>
              </a:rPr>
              <a:t> </a:t>
            </a:r>
            <a:r>
              <a:rPr sz="3550" dirty="0">
                <a:solidFill>
                  <a:srgbClr val="D6FCFF"/>
                </a:solidFill>
                <a:latin typeface="Times New Roman"/>
                <a:cs typeface="Times New Roman"/>
              </a:rPr>
              <a:t>and</a:t>
            </a:r>
            <a:r>
              <a:rPr sz="3550" spc="-40" dirty="0">
                <a:solidFill>
                  <a:srgbClr val="D6FCFF"/>
                </a:solidFill>
                <a:latin typeface="Times New Roman"/>
                <a:cs typeface="Times New Roman"/>
              </a:rPr>
              <a:t> </a:t>
            </a:r>
            <a:r>
              <a:rPr sz="3550" dirty="0">
                <a:solidFill>
                  <a:srgbClr val="D6FCFF"/>
                </a:solidFill>
                <a:latin typeface="Times New Roman"/>
                <a:cs typeface="Times New Roman"/>
              </a:rPr>
              <a:t>intervention</a:t>
            </a:r>
            <a:r>
              <a:rPr sz="3550" spc="-30" dirty="0">
                <a:solidFill>
                  <a:srgbClr val="D6FCFF"/>
                </a:solidFill>
                <a:latin typeface="Times New Roman"/>
                <a:cs typeface="Times New Roman"/>
              </a:rPr>
              <a:t> </a:t>
            </a:r>
            <a:r>
              <a:rPr sz="3550" dirty="0">
                <a:solidFill>
                  <a:srgbClr val="D6FCFF"/>
                </a:solidFill>
                <a:latin typeface="Times New Roman"/>
                <a:cs typeface="Times New Roman"/>
              </a:rPr>
              <a:t>can</a:t>
            </a:r>
            <a:r>
              <a:rPr sz="3550" spc="-40" dirty="0">
                <a:solidFill>
                  <a:srgbClr val="D6FCFF"/>
                </a:solidFill>
                <a:latin typeface="Times New Roman"/>
                <a:cs typeface="Times New Roman"/>
              </a:rPr>
              <a:t> </a:t>
            </a:r>
            <a:r>
              <a:rPr sz="3550" dirty="0">
                <a:solidFill>
                  <a:srgbClr val="D6FCFF"/>
                </a:solidFill>
                <a:latin typeface="Times New Roman"/>
                <a:cs typeface="Times New Roman"/>
              </a:rPr>
              <a:t>save</a:t>
            </a:r>
            <a:r>
              <a:rPr sz="3550" spc="-40" dirty="0">
                <a:solidFill>
                  <a:srgbClr val="D6FCFF"/>
                </a:solidFill>
                <a:latin typeface="Times New Roman"/>
                <a:cs typeface="Times New Roman"/>
              </a:rPr>
              <a:t> </a:t>
            </a:r>
            <a:r>
              <a:rPr sz="3550" dirty="0">
                <a:solidFill>
                  <a:srgbClr val="D6FCFF"/>
                </a:solidFill>
                <a:latin typeface="Times New Roman"/>
                <a:cs typeface="Times New Roman"/>
              </a:rPr>
              <a:t>lives</a:t>
            </a:r>
            <a:r>
              <a:rPr sz="3550" spc="-40" dirty="0">
                <a:solidFill>
                  <a:srgbClr val="D6FCFF"/>
                </a:solidFill>
                <a:latin typeface="Times New Roman"/>
                <a:cs typeface="Times New Roman"/>
              </a:rPr>
              <a:t> </a:t>
            </a:r>
            <a:r>
              <a:rPr sz="3550" dirty="0">
                <a:solidFill>
                  <a:srgbClr val="D6FCFF"/>
                </a:solidFill>
                <a:latin typeface="Times New Roman"/>
                <a:cs typeface="Times New Roman"/>
              </a:rPr>
              <a:t>by</a:t>
            </a:r>
            <a:r>
              <a:rPr sz="3550" spc="-40" dirty="0">
                <a:solidFill>
                  <a:srgbClr val="D6FCFF"/>
                </a:solidFill>
                <a:latin typeface="Times New Roman"/>
                <a:cs typeface="Times New Roman"/>
              </a:rPr>
              <a:t> </a:t>
            </a:r>
            <a:r>
              <a:rPr sz="3550" dirty="0">
                <a:solidFill>
                  <a:srgbClr val="D6FCFF"/>
                </a:solidFill>
                <a:latin typeface="Times New Roman"/>
                <a:cs typeface="Times New Roman"/>
              </a:rPr>
              <a:t>preventing</a:t>
            </a:r>
            <a:r>
              <a:rPr sz="3550" spc="-35" dirty="0">
                <a:solidFill>
                  <a:srgbClr val="D6FCFF"/>
                </a:solidFill>
                <a:latin typeface="Times New Roman"/>
                <a:cs typeface="Times New Roman"/>
              </a:rPr>
              <a:t> </a:t>
            </a:r>
            <a:r>
              <a:rPr sz="3550" dirty="0">
                <a:solidFill>
                  <a:srgbClr val="D6FCFF"/>
                </a:solidFill>
                <a:latin typeface="Times New Roman"/>
                <a:cs typeface="Times New Roman"/>
              </a:rPr>
              <a:t>complications,</a:t>
            </a:r>
            <a:r>
              <a:rPr sz="3550" spc="-15" dirty="0">
                <a:solidFill>
                  <a:srgbClr val="D6FCFF"/>
                </a:solidFill>
                <a:latin typeface="Times New Roman"/>
                <a:cs typeface="Times New Roman"/>
              </a:rPr>
              <a:t> </a:t>
            </a:r>
            <a:r>
              <a:rPr sz="3550" dirty="0">
                <a:solidFill>
                  <a:srgbClr val="D6FCFF"/>
                </a:solidFill>
                <a:latin typeface="Times New Roman"/>
                <a:cs typeface="Times New Roman"/>
              </a:rPr>
              <a:t>enabling</a:t>
            </a:r>
            <a:r>
              <a:rPr sz="3550" spc="-40" dirty="0">
                <a:solidFill>
                  <a:srgbClr val="D6FCFF"/>
                </a:solidFill>
                <a:latin typeface="Times New Roman"/>
                <a:cs typeface="Times New Roman"/>
              </a:rPr>
              <a:t> </a:t>
            </a:r>
            <a:r>
              <a:rPr sz="3550" spc="-10" dirty="0">
                <a:solidFill>
                  <a:srgbClr val="D6FCFF"/>
                </a:solidFill>
                <a:latin typeface="Times New Roman"/>
                <a:cs typeface="Times New Roman"/>
              </a:rPr>
              <a:t>proactive </a:t>
            </a:r>
            <a:r>
              <a:rPr sz="3550" dirty="0">
                <a:solidFill>
                  <a:srgbClr val="D6FCFF"/>
                </a:solidFill>
                <a:latin typeface="Times New Roman"/>
                <a:cs typeface="Times New Roman"/>
              </a:rPr>
              <a:t>treatment,</a:t>
            </a:r>
            <a:r>
              <a:rPr sz="3550" spc="-45" dirty="0">
                <a:solidFill>
                  <a:srgbClr val="D6FCFF"/>
                </a:solidFill>
                <a:latin typeface="Times New Roman"/>
                <a:cs typeface="Times New Roman"/>
              </a:rPr>
              <a:t> </a:t>
            </a:r>
            <a:r>
              <a:rPr sz="3550" dirty="0">
                <a:solidFill>
                  <a:srgbClr val="D6FCFF"/>
                </a:solidFill>
                <a:latin typeface="Times New Roman"/>
                <a:cs typeface="Times New Roman"/>
              </a:rPr>
              <a:t>and</a:t>
            </a:r>
            <a:r>
              <a:rPr sz="3550" spc="-45" dirty="0">
                <a:solidFill>
                  <a:srgbClr val="D6FCFF"/>
                </a:solidFill>
                <a:latin typeface="Times New Roman"/>
                <a:cs typeface="Times New Roman"/>
              </a:rPr>
              <a:t> </a:t>
            </a:r>
            <a:r>
              <a:rPr sz="3550" dirty="0">
                <a:solidFill>
                  <a:srgbClr val="D6FCFF"/>
                </a:solidFill>
                <a:latin typeface="Times New Roman"/>
                <a:cs typeface="Times New Roman"/>
              </a:rPr>
              <a:t>significantly</a:t>
            </a:r>
            <a:r>
              <a:rPr sz="3550" spc="-30" dirty="0">
                <a:solidFill>
                  <a:srgbClr val="D6FCFF"/>
                </a:solidFill>
                <a:latin typeface="Times New Roman"/>
                <a:cs typeface="Times New Roman"/>
              </a:rPr>
              <a:t> </a:t>
            </a:r>
            <a:r>
              <a:rPr sz="3550" dirty="0">
                <a:solidFill>
                  <a:srgbClr val="D6FCFF"/>
                </a:solidFill>
                <a:latin typeface="Times New Roman"/>
                <a:cs typeface="Times New Roman"/>
              </a:rPr>
              <a:t>improving</a:t>
            </a:r>
            <a:r>
              <a:rPr sz="3550" spc="-45" dirty="0">
                <a:solidFill>
                  <a:srgbClr val="D6FCFF"/>
                </a:solidFill>
                <a:latin typeface="Times New Roman"/>
                <a:cs typeface="Times New Roman"/>
              </a:rPr>
              <a:t> </a:t>
            </a:r>
            <a:r>
              <a:rPr sz="3550" dirty="0">
                <a:solidFill>
                  <a:srgbClr val="D6FCFF"/>
                </a:solidFill>
                <a:latin typeface="Times New Roman"/>
                <a:cs typeface="Times New Roman"/>
              </a:rPr>
              <a:t>patient</a:t>
            </a:r>
            <a:r>
              <a:rPr sz="3550" spc="-50" dirty="0">
                <a:solidFill>
                  <a:srgbClr val="D6FCFF"/>
                </a:solidFill>
                <a:latin typeface="Times New Roman"/>
                <a:cs typeface="Times New Roman"/>
              </a:rPr>
              <a:t> </a:t>
            </a:r>
            <a:r>
              <a:rPr sz="3550" spc="-10" dirty="0">
                <a:solidFill>
                  <a:srgbClr val="D6FCFF"/>
                </a:solidFill>
                <a:latin typeface="Times New Roman"/>
                <a:cs typeface="Times New Roman"/>
              </a:rPr>
              <a:t>outcomes.</a:t>
            </a:r>
            <a:r>
              <a:rPr sz="3550" spc="-210" dirty="0">
                <a:solidFill>
                  <a:srgbClr val="D6FCFF"/>
                </a:solidFill>
                <a:latin typeface="Times New Roman"/>
                <a:cs typeface="Times New Roman"/>
              </a:rPr>
              <a:t> </a:t>
            </a:r>
            <a:r>
              <a:rPr sz="3550" dirty="0">
                <a:solidFill>
                  <a:srgbClr val="D6FCFF"/>
                </a:solidFill>
                <a:latin typeface="Times New Roman"/>
                <a:cs typeface="Times New Roman"/>
              </a:rPr>
              <a:t>As</a:t>
            </a:r>
            <a:r>
              <a:rPr sz="3550" spc="-45" dirty="0">
                <a:solidFill>
                  <a:srgbClr val="D6FCFF"/>
                </a:solidFill>
                <a:latin typeface="Times New Roman"/>
                <a:cs typeface="Times New Roman"/>
              </a:rPr>
              <a:t> </a:t>
            </a:r>
            <a:r>
              <a:rPr sz="3550" dirty="0">
                <a:solidFill>
                  <a:srgbClr val="D6FCFF"/>
                </a:solidFill>
                <a:latin typeface="Times New Roman"/>
                <a:cs typeface="Times New Roman"/>
              </a:rPr>
              <a:t>such,</a:t>
            </a:r>
            <a:r>
              <a:rPr sz="3550" spc="-45" dirty="0">
                <a:solidFill>
                  <a:srgbClr val="D6FCFF"/>
                </a:solidFill>
                <a:latin typeface="Times New Roman"/>
                <a:cs typeface="Times New Roman"/>
              </a:rPr>
              <a:t> </a:t>
            </a:r>
            <a:r>
              <a:rPr sz="3550" dirty="0">
                <a:solidFill>
                  <a:srgbClr val="D6FCFF"/>
                </a:solidFill>
                <a:latin typeface="Times New Roman"/>
                <a:cs typeface="Times New Roman"/>
              </a:rPr>
              <a:t>advancements</a:t>
            </a:r>
            <a:r>
              <a:rPr sz="3550" spc="-35" dirty="0">
                <a:solidFill>
                  <a:srgbClr val="D6FCFF"/>
                </a:solidFill>
                <a:latin typeface="Times New Roman"/>
                <a:cs typeface="Times New Roman"/>
              </a:rPr>
              <a:t> </a:t>
            </a:r>
            <a:r>
              <a:rPr sz="3550" dirty="0">
                <a:solidFill>
                  <a:srgbClr val="D6FCFF"/>
                </a:solidFill>
                <a:latin typeface="Times New Roman"/>
                <a:cs typeface="Times New Roman"/>
              </a:rPr>
              <a:t>in</a:t>
            </a:r>
            <a:r>
              <a:rPr sz="3550" spc="-40" dirty="0">
                <a:solidFill>
                  <a:srgbClr val="D6FCFF"/>
                </a:solidFill>
                <a:latin typeface="Times New Roman"/>
                <a:cs typeface="Times New Roman"/>
              </a:rPr>
              <a:t> </a:t>
            </a:r>
            <a:r>
              <a:rPr sz="3550" spc="-25" dirty="0">
                <a:solidFill>
                  <a:srgbClr val="D6FCFF"/>
                </a:solidFill>
                <a:latin typeface="Times New Roman"/>
                <a:cs typeface="Times New Roman"/>
              </a:rPr>
              <a:t>ECG </a:t>
            </a:r>
            <a:r>
              <a:rPr sz="3550" dirty="0">
                <a:solidFill>
                  <a:srgbClr val="D6FCFF"/>
                </a:solidFill>
                <a:latin typeface="Times New Roman"/>
                <a:cs typeface="Times New Roman"/>
              </a:rPr>
              <a:t>monitoring</a:t>
            </a:r>
            <a:r>
              <a:rPr sz="3550" spc="-50" dirty="0">
                <a:solidFill>
                  <a:srgbClr val="D6FCFF"/>
                </a:solidFill>
                <a:latin typeface="Times New Roman"/>
                <a:cs typeface="Times New Roman"/>
              </a:rPr>
              <a:t> </a:t>
            </a:r>
            <a:r>
              <a:rPr sz="3550" dirty="0">
                <a:solidFill>
                  <a:srgbClr val="D6FCFF"/>
                </a:solidFill>
                <a:latin typeface="Times New Roman"/>
                <a:cs typeface="Times New Roman"/>
              </a:rPr>
              <a:t>and</a:t>
            </a:r>
            <a:r>
              <a:rPr sz="3550" spc="-40" dirty="0">
                <a:solidFill>
                  <a:srgbClr val="D6FCFF"/>
                </a:solidFill>
                <a:latin typeface="Times New Roman"/>
                <a:cs typeface="Times New Roman"/>
              </a:rPr>
              <a:t> </a:t>
            </a:r>
            <a:r>
              <a:rPr sz="3550" dirty="0">
                <a:solidFill>
                  <a:srgbClr val="D6FCFF"/>
                </a:solidFill>
                <a:latin typeface="Times New Roman"/>
                <a:cs typeface="Times New Roman"/>
              </a:rPr>
              <a:t>analysis</a:t>
            </a:r>
            <a:r>
              <a:rPr sz="3550" spc="-30" dirty="0">
                <a:solidFill>
                  <a:srgbClr val="D6FCFF"/>
                </a:solidFill>
                <a:latin typeface="Times New Roman"/>
                <a:cs typeface="Times New Roman"/>
              </a:rPr>
              <a:t> </a:t>
            </a:r>
            <a:r>
              <a:rPr sz="3550" dirty="0">
                <a:solidFill>
                  <a:srgbClr val="D6FCFF"/>
                </a:solidFill>
                <a:latin typeface="Times New Roman"/>
                <a:cs typeface="Times New Roman"/>
              </a:rPr>
              <a:t>are</a:t>
            </a:r>
            <a:r>
              <a:rPr sz="3550" spc="-40" dirty="0">
                <a:solidFill>
                  <a:srgbClr val="D6FCFF"/>
                </a:solidFill>
                <a:latin typeface="Times New Roman"/>
                <a:cs typeface="Times New Roman"/>
              </a:rPr>
              <a:t> </a:t>
            </a:r>
            <a:r>
              <a:rPr sz="3550" dirty="0">
                <a:solidFill>
                  <a:srgbClr val="D6FCFF"/>
                </a:solidFill>
                <a:latin typeface="Times New Roman"/>
                <a:cs typeface="Times New Roman"/>
              </a:rPr>
              <a:t>not</a:t>
            </a:r>
            <a:r>
              <a:rPr sz="3550" spc="-40" dirty="0">
                <a:solidFill>
                  <a:srgbClr val="D6FCFF"/>
                </a:solidFill>
                <a:latin typeface="Times New Roman"/>
                <a:cs typeface="Times New Roman"/>
              </a:rPr>
              <a:t> </a:t>
            </a:r>
            <a:r>
              <a:rPr sz="3550" dirty="0">
                <a:solidFill>
                  <a:srgbClr val="D6FCFF"/>
                </a:solidFill>
                <a:latin typeface="Times New Roman"/>
                <a:cs typeface="Times New Roman"/>
              </a:rPr>
              <a:t>just</a:t>
            </a:r>
            <a:r>
              <a:rPr sz="3550" spc="-40" dirty="0">
                <a:solidFill>
                  <a:srgbClr val="D6FCFF"/>
                </a:solidFill>
                <a:latin typeface="Times New Roman"/>
                <a:cs typeface="Times New Roman"/>
              </a:rPr>
              <a:t> </a:t>
            </a:r>
            <a:r>
              <a:rPr sz="3550" dirty="0">
                <a:solidFill>
                  <a:srgbClr val="D6FCFF"/>
                </a:solidFill>
                <a:latin typeface="Times New Roman"/>
                <a:cs typeface="Times New Roman"/>
              </a:rPr>
              <a:t>technological</a:t>
            </a:r>
            <a:r>
              <a:rPr sz="3550" spc="-35" dirty="0">
                <a:solidFill>
                  <a:srgbClr val="D6FCFF"/>
                </a:solidFill>
                <a:latin typeface="Times New Roman"/>
                <a:cs typeface="Times New Roman"/>
              </a:rPr>
              <a:t> </a:t>
            </a:r>
            <a:r>
              <a:rPr sz="3550" spc="-20" dirty="0">
                <a:solidFill>
                  <a:srgbClr val="D6FCFF"/>
                </a:solidFill>
                <a:latin typeface="Times New Roman"/>
                <a:cs typeface="Times New Roman"/>
              </a:rPr>
              <a:t>progress—</a:t>
            </a:r>
            <a:r>
              <a:rPr sz="3550" dirty="0">
                <a:solidFill>
                  <a:srgbClr val="D6FCFF"/>
                </a:solidFill>
                <a:latin typeface="Times New Roman"/>
                <a:cs typeface="Times New Roman"/>
              </a:rPr>
              <a:t>they</a:t>
            </a:r>
            <a:r>
              <a:rPr sz="3550" spc="-40" dirty="0">
                <a:solidFill>
                  <a:srgbClr val="D6FCFF"/>
                </a:solidFill>
                <a:latin typeface="Times New Roman"/>
                <a:cs typeface="Times New Roman"/>
              </a:rPr>
              <a:t> </a:t>
            </a:r>
            <a:r>
              <a:rPr sz="3550" dirty="0">
                <a:solidFill>
                  <a:srgbClr val="D6FCFF"/>
                </a:solidFill>
                <a:latin typeface="Times New Roman"/>
                <a:cs typeface="Times New Roman"/>
              </a:rPr>
              <a:t>are</a:t>
            </a:r>
            <a:r>
              <a:rPr sz="3550" spc="-40" dirty="0">
                <a:solidFill>
                  <a:srgbClr val="D6FCFF"/>
                </a:solidFill>
                <a:latin typeface="Times New Roman"/>
                <a:cs typeface="Times New Roman"/>
              </a:rPr>
              <a:t> </a:t>
            </a:r>
            <a:r>
              <a:rPr sz="3550" dirty="0">
                <a:solidFill>
                  <a:srgbClr val="D6FCFF"/>
                </a:solidFill>
                <a:latin typeface="Times New Roman"/>
                <a:cs typeface="Times New Roman"/>
              </a:rPr>
              <a:t>a</a:t>
            </a:r>
            <a:r>
              <a:rPr sz="3550" spc="-40" dirty="0">
                <a:solidFill>
                  <a:srgbClr val="D6FCFF"/>
                </a:solidFill>
                <a:latin typeface="Times New Roman"/>
                <a:cs typeface="Times New Roman"/>
              </a:rPr>
              <a:t> </a:t>
            </a:r>
            <a:r>
              <a:rPr sz="3550" dirty="0">
                <a:solidFill>
                  <a:srgbClr val="D6FCFF"/>
                </a:solidFill>
                <a:latin typeface="Times New Roman"/>
                <a:cs typeface="Times New Roman"/>
              </a:rPr>
              <a:t>direct</a:t>
            </a:r>
            <a:r>
              <a:rPr sz="3550" spc="-40" dirty="0">
                <a:solidFill>
                  <a:srgbClr val="D6FCFF"/>
                </a:solidFill>
                <a:latin typeface="Times New Roman"/>
                <a:cs typeface="Times New Roman"/>
              </a:rPr>
              <a:t> </a:t>
            </a:r>
            <a:r>
              <a:rPr sz="3550" dirty="0">
                <a:solidFill>
                  <a:srgbClr val="D6FCFF"/>
                </a:solidFill>
                <a:latin typeface="Times New Roman"/>
                <a:cs typeface="Times New Roman"/>
              </a:rPr>
              <a:t>investment</a:t>
            </a:r>
            <a:r>
              <a:rPr sz="3550" spc="-30" dirty="0">
                <a:solidFill>
                  <a:srgbClr val="D6FCFF"/>
                </a:solidFill>
                <a:latin typeface="Times New Roman"/>
                <a:cs typeface="Times New Roman"/>
              </a:rPr>
              <a:t> </a:t>
            </a:r>
            <a:r>
              <a:rPr sz="3550" dirty="0">
                <a:solidFill>
                  <a:srgbClr val="D6FCFF"/>
                </a:solidFill>
                <a:latin typeface="Times New Roman"/>
                <a:cs typeface="Times New Roman"/>
              </a:rPr>
              <a:t>in</a:t>
            </a:r>
            <a:r>
              <a:rPr sz="3550" spc="-40" dirty="0">
                <a:solidFill>
                  <a:srgbClr val="D6FCFF"/>
                </a:solidFill>
                <a:latin typeface="Times New Roman"/>
                <a:cs typeface="Times New Roman"/>
              </a:rPr>
              <a:t> </a:t>
            </a:r>
            <a:r>
              <a:rPr sz="3550" spc="-10" dirty="0">
                <a:solidFill>
                  <a:srgbClr val="D6FCFF"/>
                </a:solidFill>
                <a:latin typeface="Times New Roman"/>
                <a:cs typeface="Times New Roman"/>
              </a:rPr>
              <a:t>saving lives.</a:t>
            </a:r>
            <a:endParaRPr sz="3550" dirty="0">
              <a:latin typeface="Times New Roman"/>
              <a:cs typeface="Times New Roman"/>
            </a:endParaRPr>
          </a:p>
        </p:txBody>
      </p:sp>
    </p:spTree>
    <p:extLst>
      <p:ext uri="{BB962C8B-B14F-4D97-AF65-F5344CB8AC3E}">
        <p14:creationId xmlns:p14="http://schemas.microsoft.com/office/powerpoint/2010/main" val="2137227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14617" y="-161798"/>
            <a:ext cx="5689600" cy="1177925"/>
          </a:xfrm>
          <a:prstGeom prst="rect">
            <a:avLst/>
          </a:prstGeom>
        </p:spPr>
        <p:txBody>
          <a:bodyPr vert="horz" wrap="square" lIns="0" tIns="13970" rIns="0" bIns="0" rtlCol="0">
            <a:spAutoFit/>
          </a:bodyPr>
          <a:lstStyle/>
          <a:p>
            <a:pPr marL="12700">
              <a:lnSpc>
                <a:spcPct val="100000"/>
              </a:lnSpc>
              <a:spcBef>
                <a:spcPts val="110"/>
              </a:spcBef>
            </a:pPr>
            <a:r>
              <a:rPr spc="-10" dirty="0"/>
              <a:t>Introduction</a:t>
            </a:r>
          </a:p>
        </p:txBody>
      </p:sp>
      <p:sp>
        <p:nvSpPr>
          <p:cNvPr id="3" name="object 3"/>
          <p:cNvSpPr txBox="1"/>
          <p:nvPr/>
        </p:nvSpPr>
        <p:spPr>
          <a:xfrm>
            <a:off x="246379" y="979093"/>
            <a:ext cx="18021300" cy="8130367"/>
          </a:xfrm>
          <a:prstGeom prst="rect">
            <a:avLst/>
          </a:prstGeom>
        </p:spPr>
        <p:txBody>
          <a:bodyPr vert="horz" wrap="square" lIns="0" tIns="13335" rIns="0" bIns="0" rtlCol="0">
            <a:spAutoFit/>
          </a:bodyPr>
          <a:lstStyle/>
          <a:p>
            <a:pPr marL="12700" marR="5080">
              <a:lnSpc>
                <a:spcPct val="114999"/>
              </a:lnSpc>
              <a:spcBef>
                <a:spcPts val="105"/>
              </a:spcBef>
            </a:pPr>
            <a:r>
              <a:rPr lang="en-US" sz="3550" dirty="0">
                <a:solidFill>
                  <a:schemeClr val="accent5">
                    <a:lumMod val="40000"/>
                    <a:lumOff val="60000"/>
                  </a:schemeClr>
                </a:solidFill>
                <a:latin typeface="Times New Roman" panose="02020603050405020304" pitchFamily="18" charset="0"/>
                <a:cs typeface="Times New Roman" panose="02020603050405020304" pitchFamily="18" charset="0"/>
              </a:rPr>
              <a:t>Still the major cause of death globally, cardiovascular diseases (CVDs) depend on early </a:t>
            </a:r>
            <a:r>
              <a:rPr lang="en-US" sz="3550" dirty="0" err="1">
                <a:solidFill>
                  <a:schemeClr val="accent5">
                    <a:lumMod val="40000"/>
                    <a:lumOff val="60000"/>
                  </a:schemeClr>
                </a:solidFill>
                <a:latin typeface="Times New Roman" panose="02020603050405020304" pitchFamily="18" charset="0"/>
                <a:cs typeface="Times New Roman" panose="02020603050405020304" pitchFamily="18" charset="0"/>
              </a:rPr>
              <a:t>diag</a:t>
            </a:r>
            <a:r>
              <a:rPr lang="en-US" sz="3550" dirty="0">
                <a:solidFill>
                  <a:schemeClr val="accent5">
                    <a:lumMod val="40000"/>
                    <a:lumOff val="60000"/>
                  </a:schemeClr>
                </a:solidFill>
                <a:latin typeface="Times New Roman" panose="02020603050405020304" pitchFamily="18" charset="0"/>
                <a:cs typeface="Times New Roman" panose="02020603050405020304" pitchFamily="18" charset="0"/>
              </a:rPr>
              <a:t> </a:t>
            </a:r>
            <a:r>
              <a:rPr lang="en-US" sz="3550" dirty="0" err="1">
                <a:solidFill>
                  <a:schemeClr val="accent5">
                    <a:lumMod val="40000"/>
                    <a:lumOff val="60000"/>
                  </a:schemeClr>
                </a:solidFill>
                <a:latin typeface="Times New Roman" panose="02020603050405020304" pitchFamily="18" charset="0"/>
                <a:cs typeface="Times New Roman" panose="02020603050405020304" pitchFamily="18" charset="0"/>
              </a:rPr>
              <a:t>nosis</a:t>
            </a:r>
            <a:r>
              <a:rPr lang="en-US" sz="3550" dirty="0">
                <a:solidFill>
                  <a:schemeClr val="accent5">
                    <a:lumMod val="40000"/>
                    <a:lumOff val="60000"/>
                  </a:schemeClr>
                </a:solidFill>
                <a:latin typeface="Times New Roman" panose="02020603050405020304" pitchFamily="18" charset="0"/>
                <a:cs typeface="Times New Roman" panose="02020603050405020304" pitchFamily="18" charset="0"/>
              </a:rPr>
              <a:t> and monitoring for efficient treatment. Recording the electrical activity of the heart over time helps one to diagnose cardiac diseases using electrocardiogram (ECG). But spotting ab </a:t>
            </a:r>
            <a:r>
              <a:rPr lang="en-US" sz="3550" dirty="0" err="1">
                <a:solidFill>
                  <a:schemeClr val="accent5">
                    <a:lumMod val="40000"/>
                    <a:lumOff val="60000"/>
                  </a:schemeClr>
                </a:solidFill>
                <a:latin typeface="Times New Roman" panose="02020603050405020304" pitchFamily="18" charset="0"/>
                <a:cs typeface="Times New Roman" panose="02020603050405020304" pitchFamily="18" charset="0"/>
              </a:rPr>
              <a:t>normalities</a:t>
            </a:r>
            <a:r>
              <a:rPr lang="en-US" sz="3550" dirty="0">
                <a:solidFill>
                  <a:schemeClr val="accent5">
                    <a:lumMod val="40000"/>
                    <a:lumOff val="60000"/>
                  </a:schemeClr>
                </a:solidFill>
                <a:latin typeface="Times New Roman" panose="02020603050405020304" pitchFamily="18" charset="0"/>
                <a:cs typeface="Times New Roman" panose="02020603050405020304" pitchFamily="18" charset="0"/>
              </a:rPr>
              <a:t> in ECG signals is a difficult chore requiring knowledge and can be prone to human mistake. Manual inspection by medical personnel is the conventional approach of ECG anal </a:t>
            </a:r>
            <a:r>
              <a:rPr lang="en-US" sz="3550" dirty="0" err="1">
                <a:solidFill>
                  <a:schemeClr val="accent5">
                    <a:lumMod val="40000"/>
                    <a:lumOff val="60000"/>
                  </a:schemeClr>
                </a:solidFill>
                <a:latin typeface="Times New Roman" panose="02020603050405020304" pitchFamily="18" charset="0"/>
                <a:cs typeface="Times New Roman" panose="02020603050405020304" pitchFamily="18" charset="0"/>
              </a:rPr>
              <a:t>ysis</a:t>
            </a:r>
            <a:r>
              <a:rPr lang="en-US" sz="3550" dirty="0">
                <a:solidFill>
                  <a:schemeClr val="accent5">
                    <a:lumMod val="40000"/>
                    <a:lumOff val="60000"/>
                  </a:schemeClr>
                </a:solidFill>
                <a:latin typeface="Times New Roman" panose="02020603050405020304" pitchFamily="18" charset="0"/>
                <a:cs typeface="Times New Roman" panose="02020603050405020304" pitchFamily="18" charset="0"/>
              </a:rPr>
              <a:t>, which may be time-consuming and ineffective particularly in an emergency. Automated ECG abnormality identification has emerged as a potential fix for raising diagnostic accuracy and efficiency with the arrival of artificial intelligence (AI) and machine learning (ML). By use of deep learning approaches, this research aims to create a strong AI-driven system </a:t>
            </a:r>
            <a:r>
              <a:rPr lang="en-US" sz="3550" dirty="0" err="1">
                <a:solidFill>
                  <a:schemeClr val="accent5">
                    <a:lumMod val="40000"/>
                    <a:lumOff val="60000"/>
                  </a:schemeClr>
                </a:solidFill>
                <a:latin typeface="Times New Roman" panose="02020603050405020304" pitchFamily="18" charset="0"/>
                <a:cs typeface="Times New Roman" panose="02020603050405020304" pitchFamily="18" charset="0"/>
              </a:rPr>
              <a:t>capa</a:t>
            </a:r>
            <a:r>
              <a:rPr lang="en-US" sz="3550" dirty="0">
                <a:solidFill>
                  <a:schemeClr val="accent5">
                    <a:lumMod val="40000"/>
                    <a:lumOff val="60000"/>
                  </a:schemeClr>
                </a:solidFill>
                <a:latin typeface="Times New Roman" panose="02020603050405020304" pitchFamily="18" charset="0"/>
                <a:cs typeface="Times New Roman" panose="02020603050405020304" pitchFamily="18" charset="0"/>
              </a:rPr>
              <a:t> </a:t>
            </a:r>
            <a:r>
              <a:rPr lang="en-US" sz="3550" dirty="0" err="1">
                <a:solidFill>
                  <a:schemeClr val="accent5">
                    <a:lumMod val="40000"/>
                    <a:lumOff val="60000"/>
                  </a:schemeClr>
                </a:solidFill>
                <a:latin typeface="Times New Roman" panose="02020603050405020304" pitchFamily="18" charset="0"/>
                <a:cs typeface="Times New Roman" panose="02020603050405020304" pitchFamily="18" charset="0"/>
              </a:rPr>
              <a:t>ble</a:t>
            </a:r>
            <a:r>
              <a:rPr lang="en-US" sz="3550" dirty="0">
                <a:solidFill>
                  <a:schemeClr val="accent5">
                    <a:lumMod val="40000"/>
                    <a:lumOff val="60000"/>
                  </a:schemeClr>
                </a:solidFill>
                <a:latin typeface="Times New Roman" panose="02020603050405020304" pitchFamily="18" charset="0"/>
                <a:cs typeface="Times New Roman" panose="02020603050405020304" pitchFamily="18" charset="0"/>
              </a:rPr>
              <a:t> of automatically detecting abnormalities in ECG readings, including arrhythmias and other irregular cardiac rhythms. The suggested method improves the capacity to categorize normal and aberrant ECG signals by using convolutional neural networks (CNNs) and recurrent neural networks (RNNs), hence enhancing cardiac care and patient outcomes.</a:t>
            </a:r>
            <a:endParaRPr sz="3550" dirty="0">
              <a:solidFill>
                <a:schemeClr val="accent5">
                  <a:lumMod val="40000"/>
                  <a:lumOff val="60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8288000" cy="10287000"/>
            <a:chOff x="0" y="0"/>
            <a:chExt cx="18288000" cy="10287000"/>
          </a:xfrm>
        </p:grpSpPr>
        <p:pic>
          <p:nvPicPr>
            <p:cNvPr id="3" name="object 3"/>
            <p:cNvPicPr/>
            <p:nvPr/>
          </p:nvPicPr>
          <p:blipFill>
            <a:blip r:embed="rId2" cstate="print"/>
            <a:stretch>
              <a:fillRect/>
            </a:stretch>
          </p:blipFill>
          <p:spPr>
            <a:xfrm>
              <a:off x="0" y="0"/>
              <a:ext cx="18288000" cy="10287000"/>
            </a:xfrm>
            <a:prstGeom prst="rect">
              <a:avLst/>
            </a:prstGeom>
          </p:spPr>
        </p:pic>
        <p:pic>
          <p:nvPicPr>
            <p:cNvPr id="4" name="object 4"/>
            <p:cNvPicPr/>
            <p:nvPr/>
          </p:nvPicPr>
          <p:blipFill>
            <a:blip r:embed="rId3" cstate="print"/>
            <a:stretch>
              <a:fillRect/>
            </a:stretch>
          </p:blipFill>
          <p:spPr>
            <a:xfrm>
              <a:off x="0" y="5433466"/>
              <a:ext cx="18288000" cy="3758946"/>
            </a:xfrm>
            <a:prstGeom prst="rect">
              <a:avLst/>
            </a:prstGeom>
          </p:spPr>
        </p:pic>
        <p:pic>
          <p:nvPicPr>
            <p:cNvPr id="5" name="object 5"/>
            <p:cNvPicPr/>
            <p:nvPr/>
          </p:nvPicPr>
          <p:blipFill>
            <a:blip r:embed="rId4" cstate="print"/>
            <a:stretch>
              <a:fillRect/>
            </a:stretch>
          </p:blipFill>
          <p:spPr>
            <a:xfrm>
              <a:off x="0" y="9194010"/>
              <a:ext cx="18287999" cy="1092987"/>
            </a:xfrm>
            <a:prstGeom prst="rect">
              <a:avLst/>
            </a:prstGeom>
          </p:spPr>
        </p:pic>
        <p:sp>
          <p:nvSpPr>
            <p:cNvPr id="6" name="object 6"/>
            <p:cNvSpPr/>
            <p:nvPr/>
          </p:nvSpPr>
          <p:spPr>
            <a:xfrm>
              <a:off x="0" y="9200857"/>
              <a:ext cx="18288000" cy="12700"/>
            </a:xfrm>
            <a:custGeom>
              <a:avLst/>
              <a:gdLst/>
              <a:ahLst/>
              <a:cxnLst/>
              <a:rect l="l" t="t" r="r" b="b"/>
              <a:pathLst>
                <a:path w="18288000" h="12700">
                  <a:moveTo>
                    <a:pt x="0" y="12700"/>
                  </a:moveTo>
                  <a:lnTo>
                    <a:pt x="18288000" y="12700"/>
                  </a:lnTo>
                  <a:lnTo>
                    <a:pt x="18288000" y="0"/>
                  </a:lnTo>
                  <a:lnTo>
                    <a:pt x="0" y="0"/>
                  </a:lnTo>
                  <a:lnTo>
                    <a:pt x="0" y="12700"/>
                  </a:lnTo>
                  <a:close/>
                </a:path>
              </a:pathLst>
            </a:custGeom>
            <a:solidFill>
              <a:srgbClr val="000000"/>
            </a:solidFill>
          </p:spPr>
          <p:txBody>
            <a:bodyPr wrap="square" lIns="0" tIns="0" rIns="0" bIns="0" rtlCol="0"/>
            <a:lstStyle/>
            <a:p>
              <a:endParaRPr/>
            </a:p>
          </p:txBody>
        </p:sp>
      </p:grpSp>
      <p:pic>
        <p:nvPicPr>
          <p:cNvPr id="7" name="object 7"/>
          <p:cNvPicPr/>
          <p:nvPr/>
        </p:nvPicPr>
        <p:blipFill>
          <a:blip r:embed="rId5" cstate="print"/>
          <a:stretch>
            <a:fillRect/>
          </a:stretch>
        </p:blipFill>
        <p:spPr>
          <a:xfrm>
            <a:off x="18010630" y="2508185"/>
            <a:ext cx="218894" cy="216550"/>
          </a:xfrm>
          <a:prstGeom prst="rect">
            <a:avLst/>
          </a:prstGeom>
        </p:spPr>
      </p:pic>
      <p:pic>
        <p:nvPicPr>
          <p:cNvPr id="8" name="object 8"/>
          <p:cNvPicPr/>
          <p:nvPr/>
        </p:nvPicPr>
        <p:blipFill>
          <a:blip r:embed="rId6" cstate="print"/>
          <a:stretch>
            <a:fillRect/>
          </a:stretch>
        </p:blipFill>
        <p:spPr>
          <a:xfrm>
            <a:off x="18014860" y="2214061"/>
            <a:ext cx="208319" cy="211794"/>
          </a:xfrm>
          <a:prstGeom prst="rect">
            <a:avLst/>
          </a:prstGeom>
        </p:spPr>
      </p:pic>
      <p:pic>
        <p:nvPicPr>
          <p:cNvPr id="9" name="object 9"/>
          <p:cNvPicPr/>
          <p:nvPr/>
        </p:nvPicPr>
        <p:blipFill>
          <a:blip r:embed="rId7" cstate="print"/>
          <a:stretch>
            <a:fillRect/>
          </a:stretch>
        </p:blipFill>
        <p:spPr>
          <a:xfrm>
            <a:off x="18016976" y="2797764"/>
            <a:ext cx="207262" cy="205981"/>
          </a:xfrm>
          <a:prstGeom prst="rect">
            <a:avLst/>
          </a:prstGeom>
        </p:spPr>
      </p:pic>
      <p:pic>
        <p:nvPicPr>
          <p:cNvPr id="10" name="object 10"/>
          <p:cNvPicPr/>
          <p:nvPr/>
        </p:nvPicPr>
        <p:blipFill>
          <a:blip r:embed="rId8" cstate="print"/>
          <a:stretch>
            <a:fillRect/>
          </a:stretch>
        </p:blipFill>
        <p:spPr>
          <a:xfrm>
            <a:off x="18016976" y="1930189"/>
            <a:ext cx="207262" cy="206827"/>
          </a:xfrm>
          <a:prstGeom prst="rect">
            <a:avLst/>
          </a:prstGeom>
        </p:spPr>
      </p:pic>
      <p:pic>
        <p:nvPicPr>
          <p:cNvPr id="11" name="object 11"/>
          <p:cNvPicPr/>
          <p:nvPr/>
        </p:nvPicPr>
        <p:blipFill>
          <a:blip r:embed="rId9" cstate="print"/>
          <a:stretch>
            <a:fillRect/>
          </a:stretch>
        </p:blipFill>
        <p:spPr>
          <a:xfrm>
            <a:off x="17733576" y="2513258"/>
            <a:ext cx="207262" cy="206192"/>
          </a:xfrm>
          <a:prstGeom prst="rect">
            <a:avLst/>
          </a:prstGeom>
        </p:spPr>
      </p:pic>
      <p:pic>
        <p:nvPicPr>
          <p:cNvPr id="12" name="object 12"/>
          <p:cNvPicPr/>
          <p:nvPr/>
        </p:nvPicPr>
        <p:blipFill>
          <a:blip r:embed="rId10" cstate="print"/>
          <a:stretch>
            <a:fillRect/>
          </a:stretch>
        </p:blipFill>
        <p:spPr>
          <a:xfrm>
            <a:off x="18016976" y="3086709"/>
            <a:ext cx="206205" cy="206298"/>
          </a:xfrm>
          <a:prstGeom prst="rect">
            <a:avLst/>
          </a:prstGeom>
        </p:spPr>
      </p:pic>
      <p:pic>
        <p:nvPicPr>
          <p:cNvPr id="13" name="object 13"/>
          <p:cNvPicPr/>
          <p:nvPr/>
        </p:nvPicPr>
        <p:blipFill>
          <a:blip r:embed="rId11" cstate="print"/>
          <a:stretch>
            <a:fillRect/>
          </a:stretch>
        </p:blipFill>
        <p:spPr>
          <a:xfrm>
            <a:off x="17732519" y="2797447"/>
            <a:ext cx="209377" cy="206615"/>
          </a:xfrm>
          <a:prstGeom prst="rect">
            <a:avLst/>
          </a:prstGeom>
        </p:spPr>
      </p:pic>
      <p:pic>
        <p:nvPicPr>
          <p:cNvPr id="14" name="object 14"/>
          <p:cNvPicPr/>
          <p:nvPr/>
        </p:nvPicPr>
        <p:blipFill>
          <a:blip r:embed="rId12" cstate="print"/>
          <a:stretch>
            <a:fillRect/>
          </a:stretch>
        </p:blipFill>
        <p:spPr>
          <a:xfrm>
            <a:off x="17732519" y="2219451"/>
            <a:ext cx="206651" cy="201542"/>
          </a:xfrm>
          <a:prstGeom prst="rect">
            <a:avLst/>
          </a:prstGeom>
        </p:spPr>
      </p:pic>
      <p:pic>
        <p:nvPicPr>
          <p:cNvPr id="15" name="object 15"/>
          <p:cNvPicPr/>
          <p:nvPr/>
        </p:nvPicPr>
        <p:blipFill>
          <a:blip r:embed="rId13" cstate="print"/>
          <a:stretch>
            <a:fillRect/>
          </a:stretch>
        </p:blipFill>
        <p:spPr>
          <a:xfrm>
            <a:off x="17733576" y="1930295"/>
            <a:ext cx="200917" cy="206298"/>
          </a:xfrm>
          <a:prstGeom prst="rect">
            <a:avLst/>
          </a:prstGeom>
        </p:spPr>
      </p:pic>
      <p:pic>
        <p:nvPicPr>
          <p:cNvPr id="16" name="object 16"/>
          <p:cNvPicPr/>
          <p:nvPr/>
        </p:nvPicPr>
        <p:blipFill>
          <a:blip r:embed="rId14" cstate="print"/>
          <a:stretch>
            <a:fillRect/>
          </a:stretch>
        </p:blipFill>
        <p:spPr>
          <a:xfrm>
            <a:off x="18015918" y="1645895"/>
            <a:ext cx="207262" cy="206192"/>
          </a:xfrm>
          <a:prstGeom prst="rect">
            <a:avLst/>
          </a:prstGeom>
        </p:spPr>
      </p:pic>
      <p:pic>
        <p:nvPicPr>
          <p:cNvPr id="17" name="object 17"/>
          <p:cNvPicPr/>
          <p:nvPr/>
        </p:nvPicPr>
        <p:blipFill>
          <a:blip r:embed="rId15" cstate="print"/>
          <a:stretch>
            <a:fillRect/>
          </a:stretch>
        </p:blipFill>
        <p:spPr>
          <a:xfrm>
            <a:off x="17732519" y="3086286"/>
            <a:ext cx="203032" cy="201648"/>
          </a:xfrm>
          <a:prstGeom prst="rect">
            <a:avLst/>
          </a:prstGeom>
        </p:spPr>
      </p:pic>
      <p:pic>
        <p:nvPicPr>
          <p:cNvPr id="18" name="object 18"/>
          <p:cNvPicPr/>
          <p:nvPr/>
        </p:nvPicPr>
        <p:blipFill>
          <a:blip r:embed="rId16" cstate="print"/>
          <a:stretch>
            <a:fillRect/>
          </a:stretch>
        </p:blipFill>
        <p:spPr>
          <a:xfrm>
            <a:off x="18016579" y="3370898"/>
            <a:ext cx="206601" cy="205875"/>
          </a:xfrm>
          <a:prstGeom prst="rect">
            <a:avLst/>
          </a:prstGeom>
        </p:spPr>
      </p:pic>
      <p:pic>
        <p:nvPicPr>
          <p:cNvPr id="19" name="object 19"/>
          <p:cNvPicPr/>
          <p:nvPr/>
        </p:nvPicPr>
        <p:blipFill>
          <a:blip r:embed="rId17" cstate="print"/>
          <a:stretch>
            <a:fillRect/>
          </a:stretch>
        </p:blipFill>
        <p:spPr>
          <a:xfrm>
            <a:off x="17448062" y="2513575"/>
            <a:ext cx="201975" cy="206192"/>
          </a:xfrm>
          <a:prstGeom prst="rect">
            <a:avLst/>
          </a:prstGeom>
        </p:spPr>
      </p:pic>
      <p:pic>
        <p:nvPicPr>
          <p:cNvPr id="20" name="object 20"/>
          <p:cNvPicPr/>
          <p:nvPr/>
        </p:nvPicPr>
        <p:blipFill>
          <a:blip r:embed="rId18" cstate="print"/>
          <a:stretch>
            <a:fillRect/>
          </a:stretch>
        </p:blipFill>
        <p:spPr>
          <a:xfrm>
            <a:off x="17448062" y="2802625"/>
            <a:ext cx="201975" cy="201437"/>
          </a:xfrm>
          <a:prstGeom prst="rect">
            <a:avLst/>
          </a:prstGeom>
        </p:spPr>
      </p:pic>
      <p:pic>
        <p:nvPicPr>
          <p:cNvPr id="21" name="object 21"/>
          <p:cNvPicPr/>
          <p:nvPr/>
        </p:nvPicPr>
        <p:blipFill>
          <a:blip r:embed="rId19" cstate="print"/>
          <a:stretch>
            <a:fillRect/>
          </a:stretch>
        </p:blipFill>
        <p:spPr>
          <a:xfrm>
            <a:off x="17448062" y="2219451"/>
            <a:ext cx="201975" cy="201542"/>
          </a:xfrm>
          <a:prstGeom prst="rect">
            <a:avLst/>
          </a:prstGeom>
        </p:spPr>
      </p:pic>
      <p:pic>
        <p:nvPicPr>
          <p:cNvPr id="22" name="object 22"/>
          <p:cNvPicPr/>
          <p:nvPr/>
        </p:nvPicPr>
        <p:blipFill>
          <a:blip r:embed="rId20" cstate="print"/>
          <a:stretch>
            <a:fillRect/>
          </a:stretch>
        </p:blipFill>
        <p:spPr>
          <a:xfrm>
            <a:off x="17732519" y="1646212"/>
            <a:ext cx="202371" cy="201014"/>
          </a:xfrm>
          <a:prstGeom prst="rect">
            <a:avLst/>
          </a:prstGeom>
        </p:spPr>
      </p:pic>
      <p:pic>
        <p:nvPicPr>
          <p:cNvPr id="23" name="object 23"/>
          <p:cNvPicPr/>
          <p:nvPr/>
        </p:nvPicPr>
        <p:blipFill>
          <a:blip r:embed="rId21" cstate="print"/>
          <a:stretch>
            <a:fillRect/>
          </a:stretch>
        </p:blipFill>
        <p:spPr>
          <a:xfrm>
            <a:off x="17730403" y="3375971"/>
            <a:ext cx="205147" cy="196364"/>
          </a:xfrm>
          <a:prstGeom prst="rect">
            <a:avLst/>
          </a:prstGeom>
        </p:spPr>
      </p:pic>
      <p:pic>
        <p:nvPicPr>
          <p:cNvPr id="24" name="object 24"/>
          <p:cNvPicPr/>
          <p:nvPr/>
        </p:nvPicPr>
        <p:blipFill>
          <a:blip r:embed="rId22" cstate="print"/>
          <a:stretch>
            <a:fillRect/>
          </a:stretch>
        </p:blipFill>
        <p:spPr>
          <a:xfrm>
            <a:off x="17444888" y="1935262"/>
            <a:ext cx="203957" cy="196469"/>
          </a:xfrm>
          <a:prstGeom prst="rect">
            <a:avLst/>
          </a:prstGeom>
        </p:spPr>
      </p:pic>
      <p:pic>
        <p:nvPicPr>
          <p:cNvPr id="25" name="object 25"/>
          <p:cNvPicPr/>
          <p:nvPr/>
        </p:nvPicPr>
        <p:blipFill>
          <a:blip r:embed="rId23" cstate="print"/>
          <a:stretch>
            <a:fillRect/>
          </a:stretch>
        </p:blipFill>
        <p:spPr>
          <a:xfrm>
            <a:off x="17447003" y="3086497"/>
            <a:ext cx="204090" cy="202599"/>
          </a:xfrm>
          <a:prstGeom prst="rect">
            <a:avLst/>
          </a:prstGeom>
        </p:spPr>
      </p:pic>
      <p:pic>
        <p:nvPicPr>
          <p:cNvPr id="26" name="object 26"/>
          <p:cNvPicPr/>
          <p:nvPr/>
        </p:nvPicPr>
        <p:blipFill>
          <a:blip r:embed="rId24" cstate="print"/>
          <a:stretch>
            <a:fillRect/>
          </a:stretch>
        </p:blipFill>
        <p:spPr>
          <a:xfrm>
            <a:off x="18025453" y="1356950"/>
            <a:ext cx="188209" cy="191925"/>
          </a:xfrm>
          <a:prstGeom prst="rect">
            <a:avLst/>
          </a:prstGeom>
        </p:spPr>
      </p:pic>
      <p:pic>
        <p:nvPicPr>
          <p:cNvPr id="27" name="object 27"/>
          <p:cNvPicPr/>
          <p:nvPr/>
        </p:nvPicPr>
        <p:blipFill>
          <a:blip r:embed="rId25" cstate="print"/>
          <a:stretch>
            <a:fillRect/>
          </a:stretch>
        </p:blipFill>
        <p:spPr>
          <a:xfrm>
            <a:off x="17156202" y="2523087"/>
            <a:ext cx="191400" cy="186852"/>
          </a:xfrm>
          <a:prstGeom prst="rect">
            <a:avLst/>
          </a:prstGeom>
        </p:spPr>
      </p:pic>
      <p:pic>
        <p:nvPicPr>
          <p:cNvPr id="28" name="object 28"/>
          <p:cNvPicPr/>
          <p:nvPr/>
        </p:nvPicPr>
        <p:blipFill>
          <a:blip r:embed="rId26" cstate="print"/>
          <a:stretch>
            <a:fillRect/>
          </a:stretch>
        </p:blipFill>
        <p:spPr>
          <a:xfrm>
            <a:off x="18026493" y="3674639"/>
            <a:ext cx="188228" cy="186429"/>
          </a:xfrm>
          <a:prstGeom prst="rect">
            <a:avLst/>
          </a:prstGeom>
        </p:spPr>
      </p:pic>
      <p:pic>
        <p:nvPicPr>
          <p:cNvPr id="29" name="object 29"/>
          <p:cNvPicPr/>
          <p:nvPr/>
        </p:nvPicPr>
        <p:blipFill>
          <a:blip r:embed="rId27" cstate="print"/>
          <a:stretch>
            <a:fillRect/>
          </a:stretch>
        </p:blipFill>
        <p:spPr>
          <a:xfrm>
            <a:off x="17453348" y="1656569"/>
            <a:ext cx="187170" cy="186535"/>
          </a:xfrm>
          <a:prstGeom prst="rect">
            <a:avLst/>
          </a:prstGeom>
        </p:spPr>
      </p:pic>
      <p:pic>
        <p:nvPicPr>
          <p:cNvPr id="30" name="object 30"/>
          <p:cNvPicPr/>
          <p:nvPr/>
        </p:nvPicPr>
        <p:blipFill>
          <a:blip r:embed="rId28" cstate="print"/>
          <a:stretch>
            <a:fillRect/>
          </a:stretch>
        </p:blipFill>
        <p:spPr>
          <a:xfrm>
            <a:off x="17159374" y="2224313"/>
            <a:ext cx="188228" cy="191396"/>
          </a:xfrm>
          <a:prstGeom prst="rect">
            <a:avLst/>
          </a:prstGeom>
        </p:spPr>
      </p:pic>
      <p:pic>
        <p:nvPicPr>
          <p:cNvPr id="31" name="object 31"/>
          <p:cNvPicPr/>
          <p:nvPr/>
        </p:nvPicPr>
        <p:blipFill>
          <a:blip r:embed="rId29" cstate="print"/>
          <a:stretch>
            <a:fillRect/>
          </a:stretch>
        </p:blipFill>
        <p:spPr>
          <a:xfrm>
            <a:off x="17159374" y="2807276"/>
            <a:ext cx="187170" cy="186641"/>
          </a:xfrm>
          <a:prstGeom prst="rect">
            <a:avLst/>
          </a:prstGeom>
        </p:spPr>
      </p:pic>
      <p:pic>
        <p:nvPicPr>
          <p:cNvPr id="32" name="object 32"/>
          <p:cNvPicPr/>
          <p:nvPr/>
        </p:nvPicPr>
        <p:blipFill>
          <a:blip r:embed="rId30" cstate="print"/>
          <a:stretch>
            <a:fillRect/>
          </a:stretch>
        </p:blipFill>
        <p:spPr>
          <a:xfrm>
            <a:off x="17453348" y="3380515"/>
            <a:ext cx="186113" cy="186958"/>
          </a:xfrm>
          <a:prstGeom prst="rect">
            <a:avLst/>
          </a:prstGeom>
        </p:spPr>
      </p:pic>
      <p:pic>
        <p:nvPicPr>
          <p:cNvPr id="33" name="object 33"/>
          <p:cNvPicPr/>
          <p:nvPr/>
        </p:nvPicPr>
        <p:blipFill>
          <a:blip r:embed="rId31" cstate="print"/>
          <a:stretch>
            <a:fillRect/>
          </a:stretch>
        </p:blipFill>
        <p:spPr>
          <a:xfrm>
            <a:off x="17742036" y="1362023"/>
            <a:ext cx="186113" cy="181779"/>
          </a:xfrm>
          <a:prstGeom prst="rect">
            <a:avLst/>
          </a:prstGeom>
        </p:spPr>
      </p:pic>
      <p:pic>
        <p:nvPicPr>
          <p:cNvPr id="34" name="object 34"/>
          <p:cNvPicPr/>
          <p:nvPr/>
        </p:nvPicPr>
        <p:blipFill>
          <a:blip r:embed="rId32" cstate="print"/>
          <a:stretch>
            <a:fillRect/>
          </a:stretch>
        </p:blipFill>
        <p:spPr>
          <a:xfrm>
            <a:off x="17743093" y="3674533"/>
            <a:ext cx="185501" cy="186324"/>
          </a:xfrm>
          <a:prstGeom prst="rect">
            <a:avLst/>
          </a:prstGeom>
        </p:spPr>
      </p:pic>
      <p:pic>
        <p:nvPicPr>
          <p:cNvPr id="35" name="object 35"/>
          <p:cNvPicPr/>
          <p:nvPr/>
        </p:nvPicPr>
        <p:blipFill>
          <a:blip r:embed="rId33" cstate="print"/>
          <a:stretch>
            <a:fillRect/>
          </a:stretch>
        </p:blipFill>
        <p:spPr>
          <a:xfrm>
            <a:off x="17159374" y="1940230"/>
            <a:ext cx="187170" cy="186429"/>
          </a:xfrm>
          <a:prstGeom prst="rect">
            <a:avLst/>
          </a:prstGeom>
        </p:spPr>
      </p:pic>
      <p:pic>
        <p:nvPicPr>
          <p:cNvPr id="36" name="object 36"/>
          <p:cNvPicPr/>
          <p:nvPr/>
        </p:nvPicPr>
        <p:blipFill>
          <a:blip r:embed="rId34" cstate="print"/>
          <a:stretch>
            <a:fillRect/>
          </a:stretch>
        </p:blipFill>
        <p:spPr>
          <a:xfrm>
            <a:off x="17159374" y="3096432"/>
            <a:ext cx="188228" cy="181673"/>
          </a:xfrm>
          <a:prstGeom prst="rect">
            <a:avLst/>
          </a:prstGeom>
        </p:spPr>
      </p:pic>
      <p:pic>
        <p:nvPicPr>
          <p:cNvPr id="37" name="object 37"/>
          <p:cNvPicPr/>
          <p:nvPr/>
        </p:nvPicPr>
        <p:blipFill>
          <a:blip r:embed="rId35" cstate="print"/>
          <a:stretch>
            <a:fillRect/>
          </a:stretch>
        </p:blipFill>
        <p:spPr>
          <a:xfrm>
            <a:off x="18026493" y="1072866"/>
            <a:ext cx="187170" cy="186852"/>
          </a:xfrm>
          <a:prstGeom prst="rect">
            <a:avLst/>
          </a:prstGeom>
        </p:spPr>
      </p:pic>
      <p:pic>
        <p:nvPicPr>
          <p:cNvPr id="38" name="object 38"/>
          <p:cNvPicPr/>
          <p:nvPr/>
        </p:nvPicPr>
        <p:blipFill>
          <a:blip r:embed="rId36" cstate="print"/>
          <a:stretch>
            <a:fillRect/>
          </a:stretch>
        </p:blipFill>
        <p:spPr>
          <a:xfrm>
            <a:off x="18026493" y="3963901"/>
            <a:ext cx="188228" cy="186324"/>
          </a:xfrm>
          <a:prstGeom prst="rect">
            <a:avLst/>
          </a:prstGeom>
        </p:spPr>
      </p:pic>
      <p:pic>
        <p:nvPicPr>
          <p:cNvPr id="39" name="object 39"/>
          <p:cNvPicPr/>
          <p:nvPr/>
        </p:nvPicPr>
        <p:blipFill>
          <a:blip r:embed="rId37" cstate="print"/>
          <a:stretch>
            <a:fillRect/>
          </a:stretch>
        </p:blipFill>
        <p:spPr>
          <a:xfrm>
            <a:off x="17158317" y="1656146"/>
            <a:ext cx="188228" cy="186852"/>
          </a:xfrm>
          <a:prstGeom prst="rect">
            <a:avLst/>
          </a:prstGeom>
        </p:spPr>
      </p:pic>
      <p:pic>
        <p:nvPicPr>
          <p:cNvPr id="40" name="object 40"/>
          <p:cNvPicPr/>
          <p:nvPr/>
        </p:nvPicPr>
        <p:blipFill>
          <a:blip r:embed="rId38" cstate="print"/>
          <a:stretch>
            <a:fillRect/>
          </a:stretch>
        </p:blipFill>
        <p:spPr>
          <a:xfrm>
            <a:off x="16874917" y="2523509"/>
            <a:ext cx="181899" cy="186641"/>
          </a:xfrm>
          <a:prstGeom prst="rect">
            <a:avLst/>
          </a:prstGeom>
        </p:spPr>
      </p:pic>
      <p:pic>
        <p:nvPicPr>
          <p:cNvPr id="41" name="object 41"/>
          <p:cNvPicPr/>
          <p:nvPr/>
        </p:nvPicPr>
        <p:blipFill>
          <a:blip r:embed="rId39" cstate="print"/>
          <a:stretch>
            <a:fillRect/>
          </a:stretch>
        </p:blipFill>
        <p:spPr>
          <a:xfrm>
            <a:off x="17159374" y="3380304"/>
            <a:ext cx="187226" cy="187169"/>
          </a:xfrm>
          <a:prstGeom prst="rect">
            <a:avLst/>
          </a:prstGeom>
        </p:spPr>
      </p:pic>
      <p:pic>
        <p:nvPicPr>
          <p:cNvPr id="42" name="object 42"/>
          <p:cNvPicPr/>
          <p:nvPr/>
        </p:nvPicPr>
        <p:blipFill>
          <a:blip r:embed="rId40" cstate="print"/>
          <a:stretch>
            <a:fillRect/>
          </a:stretch>
        </p:blipFill>
        <p:spPr>
          <a:xfrm>
            <a:off x="17451234" y="1361494"/>
            <a:ext cx="189285" cy="181990"/>
          </a:xfrm>
          <a:prstGeom prst="rect">
            <a:avLst/>
          </a:prstGeom>
        </p:spPr>
      </p:pic>
      <p:pic>
        <p:nvPicPr>
          <p:cNvPr id="43" name="object 43"/>
          <p:cNvPicPr/>
          <p:nvPr/>
        </p:nvPicPr>
        <p:blipFill>
          <a:blip r:embed="rId41" cstate="print"/>
          <a:stretch>
            <a:fillRect/>
          </a:stretch>
        </p:blipFill>
        <p:spPr>
          <a:xfrm>
            <a:off x="17458636" y="3679606"/>
            <a:ext cx="181883" cy="181462"/>
          </a:xfrm>
          <a:prstGeom prst="rect">
            <a:avLst/>
          </a:prstGeom>
        </p:spPr>
      </p:pic>
      <p:pic>
        <p:nvPicPr>
          <p:cNvPr id="44" name="object 44"/>
          <p:cNvPicPr/>
          <p:nvPr/>
        </p:nvPicPr>
        <p:blipFill>
          <a:blip r:embed="rId42" cstate="print"/>
          <a:stretch>
            <a:fillRect/>
          </a:stretch>
        </p:blipFill>
        <p:spPr>
          <a:xfrm>
            <a:off x="17740977" y="1073395"/>
            <a:ext cx="182940" cy="186535"/>
          </a:xfrm>
          <a:prstGeom prst="rect">
            <a:avLst/>
          </a:prstGeom>
        </p:spPr>
      </p:pic>
      <p:pic>
        <p:nvPicPr>
          <p:cNvPr id="45" name="object 45"/>
          <p:cNvPicPr/>
          <p:nvPr/>
        </p:nvPicPr>
        <p:blipFill>
          <a:blip r:embed="rId43" cstate="print"/>
          <a:stretch>
            <a:fillRect/>
          </a:stretch>
        </p:blipFill>
        <p:spPr>
          <a:xfrm>
            <a:off x="16874917" y="2229597"/>
            <a:ext cx="181883" cy="181356"/>
          </a:xfrm>
          <a:prstGeom prst="rect">
            <a:avLst/>
          </a:prstGeom>
        </p:spPr>
      </p:pic>
      <p:pic>
        <p:nvPicPr>
          <p:cNvPr id="46" name="object 46"/>
          <p:cNvPicPr/>
          <p:nvPr/>
        </p:nvPicPr>
        <p:blipFill>
          <a:blip r:embed="rId44" cstate="print"/>
          <a:stretch>
            <a:fillRect/>
          </a:stretch>
        </p:blipFill>
        <p:spPr>
          <a:xfrm>
            <a:off x="16874917" y="2812031"/>
            <a:ext cx="181883" cy="181568"/>
          </a:xfrm>
          <a:prstGeom prst="rect">
            <a:avLst/>
          </a:prstGeom>
        </p:spPr>
      </p:pic>
      <p:pic>
        <p:nvPicPr>
          <p:cNvPr id="47" name="object 47"/>
          <p:cNvPicPr/>
          <p:nvPr/>
        </p:nvPicPr>
        <p:blipFill>
          <a:blip r:embed="rId45" cstate="print"/>
          <a:stretch>
            <a:fillRect/>
          </a:stretch>
        </p:blipFill>
        <p:spPr>
          <a:xfrm>
            <a:off x="16874917" y="3096220"/>
            <a:ext cx="182412" cy="182096"/>
          </a:xfrm>
          <a:prstGeom prst="rect">
            <a:avLst/>
          </a:prstGeom>
        </p:spPr>
      </p:pic>
      <p:pic>
        <p:nvPicPr>
          <p:cNvPr id="48" name="object 48"/>
          <p:cNvPicPr/>
          <p:nvPr/>
        </p:nvPicPr>
        <p:blipFill>
          <a:blip r:embed="rId46" cstate="print"/>
          <a:stretch>
            <a:fillRect/>
          </a:stretch>
        </p:blipFill>
        <p:spPr>
          <a:xfrm>
            <a:off x="17743093" y="3963795"/>
            <a:ext cx="181883" cy="181885"/>
          </a:xfrm>
          <a:prstGeom prst="rect">
            <a:avLst/>
          </a:prstGeom>
        </p:spPr>
      </p:pic>
      <p:pic>
        <p:nvPicPr>
          <p:cNvPr id="49" name="object 49"/>
          <p:cNvPicPr/>
          <p:nvPr/>
        </p:nvPicPr>
        <p:blipFill>
          <a:blip r:embed="rId47" cstate="print"/>
          <a:stretch>
            <a:fillRect/>
          </a:stretch>
        </p:blipFill>
        <p:spPr>
          <a:xfrm>
            <a:off x="16874917" y="1944668"/>
            <a:ext cx="183998" cy="182202"/>
          </a:xfrm>
          <a:prstGeom prst="rect">
            <a:avLst/>
          </a:prstGeom>
        </p:spPr>
      </p:pic>
      <p:pic>
        <p:nvPicPr>
          <p:cNvPr id="50" name="object 50"/>
          <p:cNvPicPr/>
          <p:nvPr/>
        </p:nvPicPr>
        <p:blipFill>
          <a:blip r:embed="rId48" cstate="print"/>
          <a:stretch>
            <a:fillRect/>
          </a:stretch>
        </p:blipFill>
        <p:spPr>
          <a:xfrm>
            <a:off x="17158317" y="1362340"/>
            <a:ext cx="189285" cy="181568"/>
          </a:xfrm>
          <a:prstGeom prst="rect">
            <a:avLst/>
          </a:prstGeom>
        </p:spPr>
      </p:pic>
      <p:pic>
        <p:nvPicPr>
          <p:cNvPr id="51" name="object 51"/>
          <p:cNvPicPr/>
          <p:nvPr/>
        </p:nvPicPr>
        <p:blipFill>
          <a:blip r:embed="rId49" cstate="print"/>
          <a:stretch>
            <a:fillRect/>
          </a:stretch>
        </p:blipFill>
        <p:spPr>
          <a:xfrm>
            <a:off x="17459693" y="1077305"/>
            <a:ext cx="181883" cy="177340"/>
          </a:xfrm>
          <a:prstGeom prst="rect">
            <a:avLst/>
          </a:prstGeom>
        </p:spPr>
      </p:pic>
      <p:pic>
        <p:nvPicPr>
          <p:cNvPr id="52" name="object 52"/>
          <p:cNvPicPr/>
          <p:nvPr/>
        </p:nvPicPr>
        <p:blipFill>
          <a:blip r:embed="rId50" cstate="print"/>
          <a:stretch>
            <a:fillRect/>
          </a:stretch>
        </p:blipFill>
        <p:spPr>
          <a:xfrm>
            <a:off x="17161488" y="3679606"/>
            <a:ext cx="179900" cy="182096"/>
          </a:xfrm>
          <a:prstGeom prst="rect">
            <a:avLst/>
          </a:prstGeom>
        </p:spPr>
      </p:pic>
      <p:pic>
        <p:nvPicPr>
          <p:cNvPr id="53" name="object 53"/>
          <p:cNvPicPr/>
          <p:nvPr/>
        </p:nvPicPr>
        <p:blipFill>
          <a:blip r:embed="rId51" cstate="print"/>
          <a:stretch>
            <a:fillRect/>
          </a:stretch>
        </p:blipFill>
        <p:spPr>
          <a:xfrm>
            <a:off x="16873859" y="1656780"/>
            <a:ext cx="181619" cy="180722"/>
          </a:xfrm>
          <a:prstGeom prst="rect">
            <a:avLst/>
          </a:prstGeom>
        </p:spPr>
      </p:pic>
      <p:pic>
        <p:nvPicPr>
          <p:cNvPr id="54" name="object 54"/>
          <p:cNvPicPr/>
          <p:nvPr/>
        </p:nvPicPr>
        <p:blipFill>
          <a:blip r:embed="rId52" cstate="print"/>
          <a:stretch>
            <a:fillRect/>
          </a:stretch>
        </p:blipFill>
        <p:spPr>
          <a:xfrm>
            <a:off x="17457577" y="3968656"/>
            <a:ext cx="182940" cy="176812"/>
          </a:xfrm>
          <a:prstGeom prst="rect">
            <a:avLst/>
          </a:prstGeom>
        </p:spPr>
      </p:pic>
      <p:pic>
        <p:nvPicPr>
          <p:cNvPr id="55" name="object 55"/>
          <p:cNvPicPr/>
          <p:nvPr/>
        </p:nvPicPr>
        <p:blipFill>
          <a:blip r:embed="rId53" cstate="print"/>
          <a:stretch>
            <a:fillRect/>
          </a:stretch>
        </p:blipFill>
        <p:spPr>
          <a:xfrm>
            <a:off x="18029665" y="793327"/>
            <a:ext cx="180825" cy="177552"/>
          </a:xfrm>
          <a:prstGeom prst="rect">
            <a:avLst/>
          </a:prstGeom>
        </p:spPr>
      </p:pic>
      <p:pic>
        <p:nvPicPr>
          <p:cNvPr id="56" name="object 56"/>
          <p:cNvPicPr/>
          <p:nvPr/>
        </p:nvPicPr>
        <p:blipFill>
          <a:blip r:embed="rId54" cstate="print"/>
          <a:stretch>
            <a:fillRect/>
          </a:stretch>
        </p:blipFill>
        <p:spPr>
          <a:xfrm>
            <a:off x="18029665" y="4252740"/>
            <a:ext cx="179768" cy="176812"/>
          </a:xfrm>
          <a:prstGeom prst="rect">
            <a:avLst/>
          </a:prstGeom>
        </p:spPr>
      </p:pic>
      <p:pic>
        <p:nvPicPr>
          <p:cNvPr id="57" name="object 57"/>
          <p:cNvPicPr/>
          <p:nvPr/>
        </p:nvPicPr>
        <p:blipFill>
          <a:blip r:embed="rId55" cstate="print"/>
          <a:stretch>
            <a:fillRect/>
          </a:stretch>
        </p:blipFill>
        <p:spPr>
          <a:xfrm>
            <a:off x="16874560" y="3385588"/>
            <a:ext cx="185411" cy="177235"/>
          </a:xfrm>
          <a:prstGeom prst="rect">
            <a:avLst/>
          </a:prstGeom>
        </p:spPr>
      </p:pic>
      <p:pic>
        <p:nvPicPr>
          <p:cNvPr id="58" name="object 58"/>
          <p:cNvPicPr/>
          <p:nvPr/>
        </p:nvPicPr>
        <p:blipFill>
          <a:blip r:embed="rId56" cstate="print"/>
          <a:stretch>
            <a:fillRect/>
          </a:stretch>
        </p:blipFill>
        <p:spPr>
          <a:xfrm>
            <a:off x="16594689" y="2533127"/>
            <a:ext cx="175538" cy="167406"/>
          </a:xfrm>
          <a:prstGeom prst="rect">
            <a:avLst/>
          </a:prstGeom>
        </p:spPr>
      </p:pic>
      <p:pic>
        <p:nvPicPr>
          <p:cNvPr id="59" name="object 59"/>
          <p:cNvPicPr/>
          <p:nvPr/>
        </p:nvPicPr>
        <p:blipFill>
          <a:blip r:embed="rId57" cstate="print"/>
          <a:stretch>
            <a:fillRect/>
          </a:stretch>
        </p:blipFill>
        <p:spPr>
          <a:xfrm>
            <a:off x="17746265" y="793116"/>
            <a:ext cx="173423" cy="172584"/>
          </a:xfrm>
          <a:prstGeom prst="rect">
            <a:avLst/>
          </a:prstGeom>
        </p:spPr>
      </p:pic>
      <p:pic>
        <p:nvPicPr>
          <p:cNvPr id="60" name="object 60"/>
          <p:cNvPicPr/>
          <p:nvPr/>
        </p:nvPicPr>
        <p:blipFill>
          <a:blip r:embed="rId58" cstate="print"/>
          <a:stretch>
            <a:fillRect/>
          </a:stretch>
        </p:blipFill>
        <p:spPr>
          <a:xfrm>
            <a:off x="16594689" y="2816787"/>
            <a:ext cx="173423" cy="172796"/>
          </a:xfrm>
          <a:prstGeom prst="rect">
            <a:avLst/>
          </a:prstGeom>
        </p:spPr>
      </p:pic>
      <p:pic>
        <p:nvPicPr>
          <p:cNvPr id="61" name="object 61"/>
          <p:cNvPicPr/>
          <p:nvPr/>
        </p:nvPicPr>
        <p:blipFill>
          <a:blip r:embed="rId59" cstate="print"/>
          <a:stretch>
            <a:fillRect/>
          </a:stretch>
        </p:blipFill>
        <p:spPr>
          <a:xfrm>
            <a:off x="16595746" y="2234036"/>
            <a:ext cx="173423" cy="172056"/>
          </a:xfrm>
          <a:prstGeom prst="rect">
            <a:avLst/>
          </a:prstGeom>
        </p:spPr>
      </p:pic>
      <p:pic>
        <p:nvPicPr>
          <p:cNvPr id="62" name="object 62"/>
          <p:cNvPicPr/>
          <p:nvPr/>
        </p:nvPicPr>
        <p:blipFill>
          <a:blip r:embed="rId60" cstate="print"/>
          <a:stretch>
            <a:fillRect/>
          </a:stretch>
        </p:blipFill>
        <p:spPr>
          <a:xfrm>
            <a:off x="17752610" y="4258024"/>
            <a:ext cx="169193" cy="166560"/>
          </a:xfrm>
          <a:prstGeom prst="rect">
            <a:avLst/>
          </a:prstGeom>
        </p:spPr>
      </p:pic>
      <p:pic>
        <p:nvPicPr>
          <p:cNvPr id="63" name="object 63"/>
          <p:cNvPicPr/>
          <p:nvPr/>
        </p:nvPicPr>
        <p:blipFill>
          <a:blip r:embed="rId61" cstate="print"/>
          <a:stretch>
            <a:fillRect/>
          </a:stretch>
        </p:blipFill>
        <p:spPr>
          <a:xfrm>
            <a:off x="17168891" y="1082061"/>
            <a:ext cx="169193" cy="167511"/>
          </a:xfrm>
          <a:prstGeom prst="rect">
            <a:avLst/>
          </a:prstGeom>
        </p:spPr>
      </p:pic>
      <p:pic>
        <p:nvPicPr>
          <p:cNvPr id="64" name="object 64"/>
          <p:cNvPicPr/>
          <p:nvPr/>
        </p:nvPicPr>
        <p:blipFill>
          <a:blip r:embed="rId62" cstate="print"/>
          <a:stretch>
            <a:fillRect/>
          </a:stretch>
        </p:blipFill>
        <p:spPr>
          <a:xfrm>
            <a:off x="16595748" y="1950270"/>
            <a:ext cx="167078" cy="167300"/>
          </a:xfrm>
          <a:prstGeom prst="rect">
            <a:avLst/>
          </a:prstGeom>
        </p:spPr>
      </p:pic>
      <p:pic>
        <p:nvPicPr>
          <p:cNvPr id="65" name="object 65"/>
          <p:cNvPicPr/>
          <p:nvPr/>
        </p:nvPicPr>
        <p:blipFill>
          <a:blip r:embed="rId63" cstate="print"/>
          <a:stretch>
            <a:fillRect/>
          </a:stretch>
        </p:blipFill>
        <p:spPr>
          <a:xfrm>
            <a:off x="17168891" y="3973412"/>
            <a:ext cx="168136" cy="165926"/>
          </a:xfrm>
          <a:prstGeom prst="rect">
            <a:avLst/>
          </a:prstGeom>
        </p:spPr>
      </p:pic>
      <p:pic>
        <p:nvPicPr>
          <p:cNvPr id="66" name="object 66"/>
          <p:cNvPicPr/>
          <p:nvPr/>
        </p:nvPicPr>
        <p:blipFill>
          <a:blip r:embed="rId64" cstate="print"/>
          <a:stretch>
            <a:fillRect/>
          </a:stretch>
        </p:blipFill>
        <p:spPr>
          <a:xfrm>
            <a:off x="16595746" y="3106578"/>
            <a:ext cx="168136" cy="166560"/>
          </a:xfrm>
          <a:prstGeom prst="rect">
            <a:avLst/>
          </a:prstGeom>
        </p:spPr>
      </p:pic>
      <p:pic>
        <p:nvPicPr>
          <p:cNvPr id="67" name="object 67"/>
          <p:cNvPicPr/>
          <p:nvPr/>
        </p:nvPicPr>
        <p:blipFill>
          <a:blip r:embed="rId65" cstate="print"/>
          <a:stretch>
            <a:fillRect/>
          </a:stretch>
        </p:blipFill>
        <p:spPr>
          <a:xfrm>
            <a:off x="16885459" y="3684890"/>
            <a:ext cx="168169" cy="167300"/>
          </a:xfrm>
          <a:prstGeom prst="rect">
            <a:avLst/>
          </a:prstGeom>
        </p:spPr>
      </p:pic>
      <p:pic>
        <p:nvPicPr>
          <p:cNvPr id="68" name="object 68"/>
          <p:cNvPicPr/>
          <p:nvPr/>
        </p:nvPicPr>
        <p:blipFill>
          <a:blip r:embed="rId66" cstate="print"/>
          <a:stretch>
            <a:fillRect/>
          </a:stretch>
        </p:blipFill>
        <p:spPr>
          <a:xfrm>
            <a:off x="16883377" y="1367096"/>
            <a:ext cx="170251" cy="166877"/>
          </a:xfrm>
          <a:prstGeom prst="rect">
            <a:avLst/>
          </a:prstGeom>
        </p:spPr>
      </p:pic>
      <p:pic>
        <p:nvPicPr>
          <p:cNvPr id="69" name="object 69"/>
          <p:cNvPicPr/>
          <p:nvPr/>
        </p:nvPicPr>
        <p:blipFill>
          <a:blip r:embed="rId67" cstate="print"/>
          <a:stretch>
            <a:fillRect/>
          </a:stretch>
        </p:blipFill>
        <p:spPr>
          <a:xfrm>
            <a:off x="17467095" y="798823"/>
            <a:ext cx="162849" cy="167300"/>
          </a:xfrm>
          <a:prstGeom prst="rect">
            <a:avLst/>
          </a:prstGeom>
        </p:spPr>
      </p:pic>
      <p:pic>
        <p:nvPicPr>
          <p:cNvPr id="70" name="object 70"/>
          <p:cNvPicPr/>
          <p:nvPr/>
        </p:nvPicPr>
        <p:blipFill>
          <a:blip r:embed="rId68" cstate="print"/>
          <a:stretch>
            <a:fillRect/>
          </a:stretch>
        </p:blipFill>
        <p:spPr>
          <a:xfrm>
            <a:off x="16596805" y="1665764"/>
            <a:ext cx="170251" cy="166666"/>
          </a:xfrm>
          <a:prstGeom prst="rect">
            <a:avLst/>
          </a:prstGeom>
        </p:spPr>
      </p:pic>
      <p:pic>
        <p:nvPicPr>
          <p:cNvPr id="71" name="object 71"/>
          <p:cNvPicPr/>
          <p:nvPr/>
        </p:nvPicPr>
        <p:blipFill>
          <a:blip r:embed="rId69" cstate="print"/>
          <a:stretch>
            <a:fillRect/>
          </a:stretch>
        </p:blipFill>
        <p:spPr>
          <a:xfrm>
            <a:off x="16593632" y="3390450"/>
            <a:ext cx="169193" cy="166772"/>
          </a:xfrm>
          <a:prstGeom prst="rect">
            <a:avLst/>
          </a:prstGeom>
        </p:spPr>
      </p:pic>
      <p:pic>
        <p:nvPicPr>
          <p:cNvPr id="72" name="object 72"/>
          <p:cNvPicPr/>
          <p:nvPr/>
        </p:nvPicPr>
        <p:blipFill>
          <a:blip r:embed="rId70" cstate="print"/>
          <a:stretch>
            <a:fillRect/>
          </a:stretch>
        </p:blipFill>
        <p:spPr>
          <a:xfrm>
            <a:off x="17468152" y="4257707"/>
            <a:ext cx="162849" cy="166877"/>
          </a:xfrm>
          <a:prstGeom prst="rect">
            <a:avLst/>
          </a:prstGeom>
        </p:spPr>
      </p:pic>
      <p:pic>
        <p:nvPicPr>
          <p:cNvPr id="73" name="object 73"/>
          <p:cNvPicPr/>
          <p:nvPr/>
        </p:nvPicPr>
        <p:blipFill>
          <a:blip r:embed="rId71" cstate="print"/>
          <a:stretch>
            <a:fillRect/>
          </a:stretch>
        </p:blipFill>
        <p:spPr>
          <a:xfrm>
            <a:off x="18036010" y="513683"/>
            <a:ext cx="168136" cy="162756"/>
          </a:xfrm>
          <a:prstGeom prst="rect">
            <a:avLst/>
          </a:prstGeom>
        </p:spPr>
      </p:pic>
      <p:pic>
        <p:nvPicPr>
          <p:cNvPr id="74" name="object 74"/>
          <p:cNvPicPr/>
          <p:nvPr/>
        </p:nvPicPr>
        <p:blipFill>
          <a:blip r:embed="rId72" cstate="print"/>
          <a:stretch>
            <a:fillRect/>
          </a:stretch>
        </p:blipFill>
        <p:spPr>
          <a:xfrm>
            <a:off x="18036010" y="4556481"/>
            <a:ext cx="168136" cy="162333"/>
          </a:xfrm>
          <a:prstGeom prst="rect">
            <a:avLst/>
          </a:prstGeom>
        </p:spPr>
      </p:pic>
      <p:pic>
        <p:nvPicPr>
          <p:cNvPr id="75" name="object 75"/>
          <p:cNvPicPr/>
          <p:nvPr/>
        </p:nvPicPr>
        <p:blipFill>
          <a:blip r:embed="rId73" cstate="print"/>
          <a:stretch>
            <a:fillRect/>
          </a:stretch>
        </p:blipFill>
        <p:spPr>
          <a:xfrm>
            <a:off x="16884434" y="1082167"/>
            <a:ext cx="162849" cy="167723"/>
          </a:xfrm>
          <a:prstGeom prst="rect">
            <a:avLst/>
          </a:prstGeom>
        </p:spPr>
      </p:pic>
      <p:pic>
        <p:nvPicPr>
          <p:cNvPr id="76" name="object 76"/>
          <p:cNvPicPr/>
          <p:nvPr/>
        </p:nvPicPr>
        <p:blipFill>
          <a:blip r:embed="rId74" cstate="print"/>
          <a:stretch>
            <a:fillRect/>
          </a:stretch>
        </p:blipFill>
        <p:spPr>
          <a:xfrm>
            <a:off x="16311289" y="2533021"/>
            <a:ext cx="170251" cy="167300"/>
          </a:xfrm>
          <a:prstGeom prst="rect">
            <a:avLst/>
          </a:prstGeom>
        </p:spPr>
      </p:pic>
      <p:pic>
        <p:nvPicPr>
          <p:cNvPr id="77" name="object 77"/>
          <p:cNvPicPr/>
          <p:nvPr/>
        </p:nvPicPr>
        <p:blipFill>
          <a:blip r:embed="rId75" cstate="print"/>
          <a:stretch>
            <a:fillRect/>
          </a:stretch>
        </p:blipFill>
        <p:spPr>
          <a:xfrm>
            <a:off x="16883377" y="3973201"/>
            <a:ext cx="163906" cy="162227"/>
          </a:xfrm>
          <a:prstGeom prst="rect">
            <a:avLst/>
          </a:prstGeom>
        </p:spPr>
      </p:pic>
      <p:pic>
        <p:nvPicPr>
          <p:cNvPr id="78" name="object 78"/>
          <p:cNvPicPr/>
          <p:nvPr/>
        </p:nvPicPr>
        <p:blipFill>
          <a:blip r:embed="rId76" cstate="print"/>
          <a:stretch>
            <a:fillRect/>
          </a:stretch>
        </p:blipFill>
        <p:spPr>
          <a:xfrm>
            <a:off x="16311289" y="2238898"/>
            <a:ext cx="168136" cy="162227"/>
          </a:xfrm>
          <a:prstGeom prst="rect">
            <a:avLst/>
          </a:prstGeom>
        </p:spPr>
      </p:pic>
      <p:pic>
        <p:nvPicPr>
          <p:cNvPr id="79" name="object 79"/>
          <p:cNvPicPr/>
          <p:nvPr/>
        </p:nvPicPr>
        <p:blipFill>
          <a:blip r:embed="rId77" cstate="print"/>
          <a:stretch>
            <a:fillRect/>
          </a:stretch>
        </p:blipFill>
        <p:spPr>
          <a:xfrm>
            <a:off x="17752593" y="514106"/>
            <a:ext cx="161808" cy="162333"/>
          </a:xfrm>
          <a:prstGeom prst="rect">
            <a:avLst/>
          </a:prstGeom>
        </p:spPr>
      </p:pic>
      <p:pic>
        <p:nvPicPr>
          <p:cNvPr id="80" name="object 80"/>
          <p:cNvPicPr/>
          <p:nvPr/>
        </p:nvPicPr>
        <p:blipFill>
          <a:blip r:embed="rId78" cstate="print"/>
          <a:stretch>
            <a:fillRect/>
          </a:stretch>
        </p:blipFill>
        <p:spPr>
          <a:xfrm>
            <a:off x="16311736" y="2817738"/>
            <a:ext cx="167690" cy="166243"/>
          </a:xfrm>
          <a:prstGeom prst="rect">
            <a:avLst/>
          </a:prstGeom>
        </p:spPr>
      </p:pic>
      <p:pic>
        <p:nvPicPr>
          <p:cNvPr id="81" name="object 81"/>
          <p:cNvPicPr/>
          <p:nvPr/>
        </p:nvPicPr>
        <p:blipFill>
          <a:blip r:embed="rId79" cstate="print"/>
          <a:stretch>
            <a:fillRect/>
          </a:stretch>
        </p:blipFill>
        <p:spPr>
          <a:xfrm>
            <a:off x="17169502" y="4257284"/>
            <a:ext cx="162237" cy="167300"/>
          </a:xfrm>
          <a:prstGeom prst="rect">
            <a:avLst/>
          </a:prstGeom>
        </p:spPr>
      </p:pic>
      <p:pic>
        <p:nvPicPr>
          <p:cNvPr id="82" name="object 82"/>
          <p:cNvPicPr/>
          <p:nvPr/>
        </p:nvPicPr>
        <p:blipFill>
          <a:blip r:embed="rId80" cstate="print"/>
          <a:stretch>
            <a:fillRect/>
          </a:stretch>
        </p:blipFill>
        <p:spPr>
          <a:xfrm>
            <a:off x="17168891" y="798400"/>
            <a:ext cx="162849" cy="162333"/>
          </a:xfrm>
          <a:prstGeom prst="rect">
            <a:avLst/>
          </a:prstGeom>
        </p:spPr>
      </p:pic>
      <p:pic>
        <p:nvPicPr>
          <p:cNvPr id="83" name="object 83"/>
          <p:cNvPicPr/>
          <p:nvPr/>
        </p:nvPicPr>
        <p:blipFill>
          <a:blip r:embed="rId81" cstate="print"/>
          <a:stretch>
            <a:fillRect/>
          </a:stretch>
        </p:blipFill>
        <p:spPr>
          <a:xfrm>
            <a:off x="17751552" y="4556164"/>
            <a:ext cx="163842" cy="162650"/>
          </a:xfrm>
          <a:prstGeom prst="rect">
            <a:avLst/>
          </a:prstGeom>
        </p:spPr>
      </p:pic>
      <p:pic>
        <p:nvPicPr>
          <p:cNvPr id="84" name="object 84"/>
          <p:cNvPicPr/>
          <p:nvPr/>
        </p:nvPicPr>
        <p:blipFill>
          <a:blip r:embed="rId82" cstate="print"/>
          <a:stretch>
            <a:fillRect/>
          </a:stretch>
        </p:blipFill>
        <p:spPr>
          <a:xfrm>
            <a:off x="16599977" y="1372168"/>
            <a:ext cx="162849" cy="161804"/>
          </a:xfrm>
          <a:prstGeom prst="rect">
            <a:avLst/>
          </a:prstGeom>
        </p:spPr>
      </p:pic>
      <p:pic>
        <p:nvPicPr>
          <p:cNvPr id="85" name="object 85"/>
          <p:cNvPicPr/>
          <p:nvPr/>
        </p:nvPicPr>
        <p:blipFill>
          <a:blip r:embed="rId83" cstate="print"/>
          <a:stretch>
            <a:fillRect/>
          </a:stretch>
        </p:blipFill>
        <p:spPr>
          <a:xfrm>
            <a:off x="16311939" y="3105732"/>
            <a:ext cx="162200" cy="162544"/>
          </a:xfrm>
          <a:prstGeom prst="rect">
            <a:avLst/>
          </a:prstGeom>
        </p:spPr>
      </p:pic>
      <p:pic>
        <p:nvPicPr>
          <p:cNvPr id="86" name="object 86"/>
          <p:cNvPicPr/>
          <p:nvPr/>
        </p:nvPicPr>
        <p:blipFill>
          <a:blip r:embed="rId84" cstate="print"/>
          <a:stretch>
            <a:fillRect/>
          </a:stretch>
        </p:blipFill>
        <p:spPr>
          <a:xfrm>
            <a:off x="16311289" y="1955026"/>
            <a:ext cx="163906" cy="162227"/>
          </a:xfrm>
          <a:prstGeom prst="rect">
            <a:avLst/>
          </a:prstGeom>
        </p:spPr>
      </p:pic>
      <p:pic>
        <p:nvPicPr>
          <p:cNvPr id="87" name="object 87"/>
          <p:cNvPicPr/>
          <p:nvPr/>
        </p:nvPicPr>
        <p:blipFill>
          <a:blip r:embed="rId85" cstate="print"/>
          <a:stretch>
            <a:fillRect/>
          </a:stretch>
        </p:blipFill>
        <p:spPr>
          <a:xfrm>
            <a:off x="16599977" y="3689329"/>
            <a:ext cx="162849" cy="162650"/>
          </a:xfrm>
          <a:prstGeom prst="rect">
            <a:avLst/>
          </a:prstGeom>
        </p:spPr>
      </p:pic>
      <p:pic>
        <p:nvPicPr>
          <p:cNvPr id="88" name="object 88"/>
          <p:cNvPicPr/>
          <p:nvPr/>
        </p:nvPicPr>
        <p:blipFill>
          <a:blip r:embed="rId86" cstate="print"/>
          <a:stretch>
            <a:fillRect/>
          </a:stretch>
        </p:blipFill>
        <p:spPr>
          <a:xfrm>
            <a:off x="17468005" y="514211"/>
            <a:ext cx="162997" cy="162439"/>
          </a:xfrm>
          <a:prstGeom prst="rect">
            <a:avLst/>
          </a:prstGeom>
        </p:spPr>
      </p:pic>
      <p:pic>
        <p:nvPicPr>
          <p:cNvPr id="89" name="object 89"/>
          <p:cNvPicPr/>
          <p:nvPr/>
        </p:nvPicPr>
        <p:blipFill>
          <a:blip r:embed="rId87" cstate="print"/>
          <a:stretch>
            <a:fillRect/>
          </a:stretch>
        </p:blipFill>
        <p:spPr>
          <a:xfrm>
            <a:off x="17468152" y="4556586"/>
            <a:ext cx="162849" cy="162121"/>
          </a:xfrm>
          <a:prstGeom prst="rect">
            <a:avLst/>
          </a:prstGeom>
        </p:spPr>
      </p:pic>
      <p:pic>
        <p:nvPicPr>
          <p:cNvPr id="90" name="object 90"/>
          <p:cNvPicPr/>
          <p:nvPr/>
        </p:nvPicPr>
        <p:blipFill>
          <a:blip r:embed="rId88" cstate="print"/>
          <a:stretch>
            <a:fillRect/>
          </a:stretch>
        </p:blipFill>
        <p:spPr>
          <a:xfrm>
            <a:off x="16310760" y="1666503"/>
            <a:ext cx="163377" cy="161487"/>
          </a:xfrm>
          <a:prstGeom prst="rect">
            <a:avLst/>
          </a:prstGeom>
        </p:spPr>
      </p:pic>
      <p:pic>
        <p:nvPicPr>
          <p:cNvPr id="91" name="object 91"/>
          <p:cNvPicPr/>
          <p:nvPr/>
        </p:nvPicPr>
        <p:blipFill>
          <a:blip r:embed="rId89" cstate="print"/>
          <a:stretch>
            <a:fillRect/>
          </a:stretch>
        </p:blipFill>
        <p:spPr>
          <a:xfrm>
            <a:off x="16312480" y="3390238"/>
            <a:ext cx="161791" cy="162439"/>
          </a:xfrm>
          <a:prstGeom prst="rect">
            <a:avLst/>
          </a:prstGeom>
        </p:spPr>
      </p:pic>
      <p:pic>
        <p:nvPicPr>
          <p:cNvPr id="92" name="object 92"/>
          <p:cNvPicPr/>
          <p:nvPr/>
        </p:nvPicPr>
        <p:blipFill>
          <a:blip r:embed="rId90" cstate="print"/>
          <a:stretch>
            <a:fillRect/>
          </a:stretch>
        </p:blipFill>
        <p:spPr>
          <a:xfrm>
            <a:off x="16884434" y="798189"/>
            <a:ext cx="162849" cy="162439"/>
          </a:xfrm>
          <a:prstGeom prst="rect">
            <a:avLst/>
          </a:prstGeom>
        </p:spPr>
      </p:pic>
      <p:pic>
        <p:nvPicPr>
          <p:cNvPr id="93" name="object 93"/>
          <p:cNvPicPr/>
          <p:nvPr/>
        </p:nvPicPr>
        <p:blipFill>
          <a:blip r:embed="rId91" cstate="print"/>
          <a:stretch>
            <a:fillRect/>
          </a:stretch>
        </p:blipFill>
        <p:spPr>
          <a:xfrm>
            <a:off x="16884831" y="4261723"/>
            <a:ext cx="163509" cy="158105"/>
          </a:xfrm>
          <a:prstGeom prst="rect">
            <a:avLst/>
          </a:prstGeom>
        </p:spPr>
      </p:pic>
      <p:pic>
        <p:nvPicPr>
          <p:cNvPr id="94" name="object 94"/>
          <p:cNvPicPr/>
          <p:nvPr/>
        </p:nvPicPr>
        <p:blipFill>
          <a:blip r:embed="rId92" cstate="print"/>
          <a:stretch>
            <a:fillRect/>
          </a:stretch>
        </p:blipFill>
        <p:spPr>
          <a:xfrm>
            <a:off x="16600769" y="1087134"/>
            <a:ext cx="164170" cy="157894"/>
          </a:xfrm>
          <a:prstGeom prst="rect">
            <a:avLst/>
          </a:prstGeom>
        </p:spPr>
      </p:pic>
      <p:pic>
        <p:nvPicPr>
          <p:cNvPr id="95" name="object 95"/>
          <p:cNvPicPr/>
          <p:nvPr/>
        </p:nvPicPr>
        <p:blipFill>
          <a:blip r:embed="rId93" cstate="print"/>
          <a:stretch>
            <a:fillRect/>
          </a:stretch>
        </p:blipFill>
        <p:spPr>
          <a:xfrm>
            <a:off x="16599977" y="3973624"/>
            <a:ext cx="163906" cy="162544"/>
          </a:xfrm>
          <a:prstGeom prst="rect">
            <a:avLst/>
          </a:prstGeom>
        </p:spPr>
      </p:pic>
      <p:pic>
        <p:nvPicPr>
          <p:cNvPr id="96" name="object 96"/>
          <p:cNvPicPr/>
          <p:nvPr/>
        </p:nvPicPr>
        <p:blipFill>
          <a:blip r:embed="rId94" cstate="print"/>
          <a:stretch>
            <a:fillRect/>
          </a:stretch>
        </p:blipFill>
        <p:spPr>
          <a:xfrm>
            <a:off x="18040239" y="219982"/>
            <a:ext cx="158619" cy="157577"/>
          </a:xfrm>
          <a:prstGeom prst="rect">
            <a:avLst/>
          </a:prstGeom>
        </p:spPr>
      </p:pic>
      <p:pic>
        <p:nvPicPr>
          <p:cNvPr id="97" name="object 97"/>
          <p:cNvPicPr/>
          <p:nvPr/>
        </p:nvPicPr>
        <p:blipFill>
          <a:blip r:embed="rId95" cstate="print"/>
          <a:stretch>
            <a:fillRect/>
          </a:stretch>
        </p:blipFill>
        <p:spPr>
          <a:xfrm>
            <a:off x="17173120" y="514211"/>
            <a:ext cx="159676" cy="157577"/>
          </a:xfrm>
          <a:prstGeom prst="rect">
            <a:avLst/>
          </a:prstGeom>
        </p:spPr>
      </p:pic>
      <p:pic>
        <p:nvPicPr>
          <p:cNvPr id="98" name="object 98"/>
          <p:cNvPicPr/>
          <p:nvPr/>
        </p:nvPicPr>
        <p:blipFill>
          <a:blip r:embed="rId96" cstate="print"/>
          <a:stretch>
            <a:fillRect/>
          </a:stretch>
        </p:blipFill>
        <p:spPr>
          <a:xfrm>
            <a:off x="17755782" y="225161"/>
            <a:ext cx="182940" cy="147537"/>
          </a:xfrm>
          <a:prstGeom prst="rect">
            <a:avLst/>
          </a:prstGeom>
        </p:spPr>
      </p:pic>
      <p:pic>
        <p:nvPicPr>
          <p:cNvPr id="99" name="object 99"/>
          <p:cNvPicPr/>
          <p:nvPr/>
        </p:nvPicPr>
        <p:blipFill>
          <a:blip r:embed="rId97" cstate="print"/>
          <a:stretch>
            <a:fillRect/>
          </a:stretch>
        </p:blipFill>
        <p:spPr>
          <a:xfrm>
            <a:off x="18044526" y="4850393"/>
            <a:ext cx="150102" cy="147643"/>
          </a:xfrm>
          <a:prstGeom prst="rect">
            <a:avLst/>
          </a:prstGeom>
        </p:spPr>
      </p:pic>
      <p:pic>
        <p:nvPicPr>
          <p:cNvPr id="100" name="object 100"/>
          <p:cNvPicPr/>
          <p:nvPr/>
        </p:nvPicPr>
        <p:blipFill>
          <a:blip r:embed="rId98" cstate="print"/>
          <a:stretch>
            <a:fillRect/>
          </a:stretch>
        </p:blipFill>
        <p:spPr>
          <a:xfrm>
            <a:off x="16320806" y="1376290"/>
            <a:ext cx="150159" cy="152821"/>
          </a:xfrm>
          <a:prstGeom prst="rect">
            <a:avLst/>
          </a:prstGeom>
        </p:spPr>
      </p:pic>
      <p:pic>
        <p:nvPicPr>
          <p:cNvPr id="101" name="object 101"/>
          <p:cNvPicPr/>
          <p:nvPr/>
        </p:nvPicPr>
        <p:blipFill>
          <a:blip r:embed="rId99" cstate="print"/>
          <a:stretch>
            <a:fillRect/>
          </a:stretch>
        </p:blipFill>
        <p:spPr>
          <a:xfrm>
            <a:off x="16320806" y="3693768"/>
            <a:ext cx="149102" cy="152715"/>
          </a:xfrm>
          <a:prstGeom prst="rect">
            <a:avLst/>
          </a:prstGeom>
        </p:spPr>
      </p:pic>
      <p:pic>
        <p:nvPicPr>
          <p:cNvPr id="102" name="object 102"/>
          <p:cNvPicPr/>
          <p:nvPr/>
        </p:nvPicPr>
        <p:blipFill>
          <a:blip r:embed="rId100" cstate="print"/>
          <a:stretch>
            <a:fillRect/>
          </a:stretch>
        </p:blipFill>
        <p:spPr>
          <a:xfrm>
            <a:off x="16022663" y="2542533"/>
            <a:ext cx="153271" cy="147748"/>
          </a:xfrm>
          <a:prstGeom prst="rect">
            <a:avLst/>
          </a:prstGeom>
        </p:spPr>
      </p:pic>
      <p:pic>
        <p:nvPicPr>
          <p:cNvPr id="103" name="object 103"/>
          <p:cNvPicPr/>
          <p:nvPr/>
        </p:nvPicPr>
        <p:blipFill>
          <a:blip r:embed="rId101" cstate="print"/>
          <a:stretch>
            <a:fillRect/>
          </a:stretch>
        </p:blipFill>
        <p:spPr>
          <a:xfrm>
            <a:off x="17177351" y="4561025"/>
            <a:ext cx="151217" cy="153561"/>
          </a:xfrm>
          <a:prstGeom prst="rect">
            <a:avLst/>
          </a:prstGeom>
        </p:spPr>
      </p:pic>
      <p:pic>
        <p:nvPicPr>
          <p:cNvPr id="104" name="object 104"/>
          <p:cNvPicPr/>
          <p:nvPr/>
        </p:nvPicPr>
        <p:blipFill>
          <a:blip r:embed="rId102" cstate="print"/>
          <a:stretch>
            <a:fillRect/>
          </a:stretch>
        </p:blipFill>
        <p:spPr>
          <a:xfrm>
            <a:off x="16021546" y="2243125"/>
            <a:ext cx="154389" cy="153244"/>
          </a:xfrm>
          <a:prstGeom prst="rect">
            <a:avLst/>
          </a:prstGeom>
        </p:spPr>
      </p:pic>
      <p:pic>
        <p:nvPicPr>
          <p:cNvPr id="105" name="object 105"/>
          <p:cNvPicPr/>
          <p:nvPr/>
        </p:nvPicPr>
        <p:blipFill>
          <a:blip r:embed="rId103" cstate="print"/>
          <a:stretch>
            <a:fillRect/>
          </a:stretch>
        </p:blipFill>
        <p:spPr>
          <a:xfrm>
            <a:off x="16022603" y="2826722"/>
            <a:ext cx="153331" cy="147748"/>
          </a:xfrm>
          <a:prstGeom prst="rect">
            <a:avLst/>
          </a:prstGeom>
        </p:spPr>
      </p:pic>
      <p:pic>
        <p:nvPicPr>
          <p:cNvPr id="106" name="object 106"/>
          <p:cNvPicPr/>
          <p:nvPr/>
        </p:nvPicPr>
        <p:blipFill>
          <a:blip r:embed="rId104" cstate="print"/>
          <a:stretch>
            <a:fillRect/>
          </a:stretch>
        </p:blipFill>
        <p:spPr>
          <a:xfrm>
            <a:off x="17762128" y="4850816"/>
            <a:ext cx="149102" cy="147220"/>
          </a:xfrm>
          <a:prstGeom prst="rect">
            <a:avLst/>
          </a:prstGeom>
        </p:spPr>
      </p:pic>
      <p:pic>
        <p:nvPicPr>
          <p:cNvPr id="107" name="object 107"/>
          <p:cNvPicPr/>
          <p:nvPr/>
        </p:nvPicPr>
        <p:blipFill>
          <a:blip r:embed="rId105" cstate="print"/>
          <a:stretch>
            <a:fillRect/>
          </a:stretch>
        </p:blipFill>
        <p:spPr>
          <a:xfrm>
            <a:off x="16027889" y="1959887"/>
            <a:ext cx="142757" cy="147008"/>
          </a:xfrm>
          <a:prstGeom prst="rect">
            <a:avLst/>
          </a:prstGeom>
        </p:spPr>
      </p:pic>
      <p:pic>
        <p:nvPicPr>
          <p:cNvPr id="108" name="object 108"/>
          <p:cNvPicPr/>
          <p:nvPr/>
        </p:nvPicPr>
        <p:blipFill>
          <a:blip r:embed="rId106" cstate="print"/>
          <a:stretch>
            <a:fillRect/>
          </a:stretch>
        </p:blipFill>
        <p:spPr>
          <a:xfrm>
            <a:off x="16027741" y="3115772"/>
            <a:ext cx="142906" cy="147431"/>
          </a:xfrm>
          <a:prstGeom prst="rect">
            <a:avLst/>
          </a:prstGeom>
        </p:spPr>
      </p:pic>
      <p:pic>
        <p:nvPicPr>
          <p:cNvPr id="109" name="object 109"/>
          <p:cNvPicPr/>
          <p:nvPr/>
        </p:nvPicPr>
        <p:blipFill>
          <a:blip r:embed="rId107" cstate="print"/>
          <a:stretch>
            <a:fillRect/>
          </a:stretch>
        </p:blipFill>
        <p:spPr>
          <a:xfrm>
            <a:off x="17476612" y="225161"/>
            <a:ext cx="143814" cy="147431"/>
          </a:xfrm>
          <a:prstGeom prst="rect">
            <a:avLst/>
          </a:prstGeom>
        </p:spPr>
      </p:pic>
      <p:pic>
        <p:nvPicPr>
          <p:cNvPr id="110" name="object 110"/>
          <p:cNvPicPr/>
          <p:nvPr/>
        </p:nvPicPr>
        <p:blipFill>
          <a:blip r:embed="rId108" cstate="print"/>
          <a:stretch>
            <a:fillRect/>
          </a:stretch>
        </p:blipFill>
        <p:spPr>
          <a:xfrm>
            <a:off x="16319749" y="1091995"/>
            <a:ext cx="150159" cy="147960"/>
          </a:xfrm>
          <a:prstGeom prst="rect">
            <a:avLst/>
          </a:prstGeom>
        </p:spPr>
      </p:pic>
      <p:pic>
        <p:nvPicPr>
          <p:cNvPr id="111" name="object 111"/>
          <p:cNvPicPr/>
          <p:nvPr/>
        </p:nvPicPr>
        <p:blipFill>
          <a:blip r:embed="rId109" cstate="print"/>
          <a:stretch>
            <a:fillRect/>
          </a:stretch>
        </p:blipFill>
        <p:spPr>
          <a:xfrm>
            <a:off x="16610552" y="808441"/>
            <a:ext cx="143814" cy="142992"/>
          </a:xfrm>
          <a:prstGeom prst="rect">
            <a:avLst/>
          </a:prstGeom>
        </p:spPr>
      </p:pic>
      <p:pic>
        <p:nvPicPr>
          <p:cNvPr id="112" name="object 112"/>
          <p:cNvPicPr/>
          <p:nvPr/>
        </p:nvPicPr>
        <p:blipFill>
          <a:blip r:embed="rId110" cstate="print"/>
          <a:stretch>
            <a:fillRect/>
          </a:stretch>
        </p:blipFill>
        <p:spPr>
          <a:xfrm>
            <a:off x="16027889" y="1676015"/>
            <a:ext cx="142757" cy="147325"/>
          </a:xfrm>
          <a:prstGeom prst="rect">
            <a:avLst/>
          </a:prstGeom>
        </p:spPr>
      </p:pic>
      <p:pic>
        <p:nvPicPr>
          <p:cNvPr id="113" name="object 113"/>
          <p:cNvPicPr/>
          <p:nvPr/>
        </p:nvPicPr>
        <p:blipFill>
          <a:blip r:embed="rId111" cstate="print"/>
          <a:stretch>
            <a:fillRect/>
          </a:stretch>
        </p:blipFill>
        <p:spPr>
          <a:xfrm>
            <a:off x="16027889" y="3399961"/>
            <a:ext cx="141699" cy="147854"/>
          </a:xfrm>
          <a:prstGeom prst="rect">
            <a:avLst/>
          </a:prstGeom>
        </p:spPr>
      </p:pic>
      <p:pic>
        <p:nvPicPr>
          <p:cNvPr id="114" name="object 114"/>
          <p:cNvPicPr/>
          <p:nvPr/>
        </p:nvPicPr>
        <p:blipFill>
          <a:blip r:embed="rId112" cstate="print"/>
          <a:stretch>
            <a:fillRect/>
          </a:stretch>
        </p:blipFill>
        <p:spPr>
          <a:xfrm>
            <a:off x="16610552" y="4268276"/>
            <a:ext cx="142757" cy="146797"/>
          </a:xfrm>
          <a:prstGeom prst="rect">
            <a:avLst/>
          </a:prstGeom>
        </p:spPr>
      </p:pic>
      <p:pic>
        <p:nvPicPr>
          <p:cNvPr id="115" name="object 115"/>
          <p:cNvPicPr/>
          <p:nvPr/>
        </p:nvPicPr>
        <p:blipFill>
          <a:blip r:embed="rId113" cstate="print"/>
          <a:stretch>
            <a:fillRect/>
          </a:stretch>
        </p:blipFill>
        <p:spPr>
          <a:xfrm>
            <a:off x="17477669" y="4850816"/>
            <a:ext cx="142757" cy="142253"/>
          </a:xfrm>
          <a:prstGeom prst="rect">
            <a:avLst/>
          </a:prstGeom>
        </p:spPr>
      </p:pic>
      <p:pic>
        <p:nvPicPr>
          <p:cNvPr id="116" name="object 116"/>
          <p:cNvPicPr/>
          <p:nvPr/>
        </p:nvPicPr>
        <p:blipFill>
          <a:blip r:embed="rId114" cstate="print"/>
          <a:stretch>
            <a:fillRect/>
          </a:stretch>
        </p:blipFill>
        <p:spPr>
          <a:xfrm>
            <a:off x="16321864" y="3983558"/>
            <a:ext cx="147251" cy="142358"/>
          </a:xfrm>
          <a:prstGeom prst="rect">
            <a:avLst/>
          </a:prstGeom>
        </p:spPr>
      </p:pic>
      <p:pic>
        <p:nvPicPr>
          <p:cNvPr id="117" name="object 117"/>
          <p:cNvPicPr/>
          <p:nvPr/>
        </p:nvPicPr>
        <p:blipFill>
          <a:blip r:embed="rId115" cstate="print"/>
          <a:stretch>
            <a:fillRect/>
          </a:stretch>
        </p:blipFill>
        <p:spPr>
          <a:xfrm>
            <a:off x="16895009" y="524251"/>
            <a:ext cx="144872" cy="142147"/>
          </a:xfrm>
          <a:prstGeom prst="rect">
            <a:avLst/>
          </a:prstGeom>
        </p:spPr>
      </p:pic>
      <p:pic>
        <p:nvPicPr>
          <p:cNvPr id="118" name="object 118"/>
          <p:cNvPicPr/>
          <p:nvPr/>
        </p:nvPicPr>
        <p:blipFill>
          <a:blip r:embed="rId116" cstate="print"/>
          <a:stretch>
            <a:fillRect/>
          </a:stretch>
        </p:blipFill>
        <p:spPr>
          <a:xfrm>
            <a:off x="16895009" y="4566310"/>
            <a:ext cx="142757" cy="142358"/>
          </a:xfrm>
          <a:prstGeom prst="rect">
            <a:avLst/>
          </a:prstGeom>
        </p:spPr>
      </p:pic>
      <p:pic>
        <p:nvPicPr>
          <p:cNvPr id="119" name="object 119"/>
          <p:cNvPicPr/>
          <p:nvPr/>
        </p:nvPicPr>
        <p:blipFill>
          <a:blip r:embed="rId117" cstate="print"/>
          <a:stretch>
            <a:fillRect/>
          </a:stretch>
        </p:blipFill>
        <p:spPr>
          <a:xfrm>
            <a:off x="17178408" y="224738"/>
            <a:ext cx="149102" cy="147960"/>
          </a:xfrm>
          <a:prstGeom prst="rect">
            <a:avLst/>
          </a:prstGeom>
        </p:spPr>
      </p:pic>
      <p:pic>
        <p:nvPicPr>
          <p:cNvPr id="120" name="object 120"/>
          <p:cNvPicPr/>
          <p:nvPr/>
        </p:nvPicPr>
        <p:blipFill>
          <a:blip r:embed="rId118" cstate="print"/>
          <a:stretch>
            <a:fillRect/>
          </a:stretch>
        </p:blipFill>
        <p:spPr>
          <a:xfrm>
            <a:off x="17178408" y="4850393"/>
            <a:ext cx="148044" cy="142464"/>
          </a:xfrm>
          <a:prstGeom prst="rect">
            <a:avLst/>
          </a:prstGeom>
        </p:spPr>
      </p:pic>
      <p:pic>
        <p:nvPicPr>
          <p:cNvPr id="121" name="object 121"/>
          <p:cNvPicPr/>
          <p:nvPr/>
        </p:nvPicPr>
        <p:blipFill>
          <a:blip r:embed="rId119" cstate="print"/>
          <a:stretch>
            <a:fillRect/>
          </a:stretch>
        </p:blipFill>
        <p:spPr>
          <a:xfrm>
            <a:off x="16026834" y="1381469"/>
            <a:ext cx="142906" cy="143204"/>
          </a:xfrm>
          <a:prstGeom prst="rect">
            <a:avLst/>
          </a:prstGeom>
        </p:spPr>
      </p:pic>
      <p:pic>
        <p:nvPicPr>
          <p:cNvPr id="122" name="object 122"/>
          <p:cNvPicPr/>
          <p:nvPr/>
        </p:nvPicPr>
        <p:blipFill>
          <a:blip r:embed="rId120" cstate="print"/>
          <a:stretch>
            <a:fillRect/>
          </a:stretch>
        </p:blipFill>
        <p:spPr>
          <a:xfrm>
            <a:off x="18045527" y="8821"/>
            <a:ext cx="149102" cy="74825"/>
          </a:xfrm>
          <a:prstGeom prst="rect">
            <a:avLst/>
          </a:prstGeom>
        </p:spPr>
      </p:pic>
      <p:pic>
        <p:nvPicPr>
          <p:cNvPr id="123" name="object 123"/>
          <p:cNvPicPr/>
          <p:nvPr/>
        </p:nvPicPr>
        <p:blipFill>
          <a:blip r:embed="rId121" cstate="print"/>
          <a:stretch>
            <a:fillRect/>
          </a:stretch>
        </p:blipFill>
        <p:spPr>
          <a:xfrm>
            <a:off x="15743432" y="2542638"/>
            <a:ext cx="143814" cy="142781"/>
          </a:xfrm>
          <a:prstGeom prst="rect">
            <a:avLst/>
          </a:prstGeom>
        </p:spPr>
      </p:pic>
      <p:pic>
        <p:nvPicPr>
          <p:cNvPr id="124" name="object 124"/>
          <p:cNvPicPr/>
          <p:nvPr/>
        </p:nvPicPr>
        <p:blipFill>
          <a:blip r:embed="rId122" cstate="print"/>
          <a:stretch>
            <a:fillRect/>
          </a:stretch>
        </p:blipFill>
        <p:spPr>
          <a:xfrm>
            <a:off x="16026868" y="3698207"/>
            <a:ext cx="143614" cy="143204"/>
          </a:xfrm>
          <a:prstGeom prst="rect">
            <a:avLst/>
          </a:prstGeom>
        </p:spPr>
      </p:pic>
      <p:pic>
        <p:nvPicPr>
          <p:cNvPr id="125" name="object 125"/>
          <p:cNvPicPr/>
          <p:nvPr/>
        </p:nvPicPr>
        <p:blipFill>
          <a:blip r:embed="rId123" cstate="print"/>
          <a:stretch>
            <a:fillRect/>
          </a:stretch>
        </p:blipFill>
        <p:spPr>
          <a:xfrm>
            <a:off x="15742375" y="2832006"/>
            <a:ext cx="144872" cy="142253"/>
          </a:xfrm>
          <a:prstGeom prst="rect">
            <a:avLst/>
          </a:prstGeom>
        </p:spPr>
      </p:pic>
      <p:pic>
        <p:nvPicPr>
          <p:cNvPr id="126" name="object 126"/>
          <p:cNvPicPr/>
          <p:nvPr/>
        </p:nvPicPr>
        <p:blipFill>
          <a:blip r:embed="rId124" cstate="print"/>
          <a:stretch>
            <a:fillRect/>
          </a:stretch>
        </p:blipFill>
        <p:spPr>
          <a:xfrm>
            <a:off x="15741318" y="2248621"/>
            <a:ext cx="144872" cy="142675"/>
          </a:xfrm>
          <a:prstGeom prst="rect">
            <a:avLst/>
          </a:prstGeom>
        </p:spPr>
      </p:pic>
      <p:pic>
        <p:nvPicPr>
          <p:cNvPr id="127" name="object 127"/>
          <p:cNvPicPr/>
          <p:nvPr/>
        </p:nvPicPr>
        <p:blipFill>
          <a:blip r:embed="rId125" cstate="print"/>
          <a:stretch>
            <a:fillRect/>
          </a:stretch>
        </p:blipFill>
        <p:spPr>
          <a:xfrm>
            <a:off x="18049757" y="5139549"/>
            <a:ext cx="138527" cy="142253"/>
          </a:xfrm>
          <a:prstGeom prst="rect">
            <a:avLst/>
          </a:prstGeom>
        </p:spPr>
      </p:pic>
      <p:pic>
        <p:nvPicPr>
          <p:cNvPr id="128" name="object 128"/>
          <p:cNvPicPr/>
          <p:nvPr/>
        </p:nvPicPr>
        <p:blipFill>
          <a:blip r:embed="rId126" cstate="print"/>
          <a:stretch>
            <a:fillRect/>
          </a:stretch>
        </p:blipFill>
        <p:spPr>
          <a:xfrm>
            <a:off x="17761996" y="8821"/>
            <a:ext cx="142889" cy="74931"/>
          </a:xfrm>
          <a:prstGeom prst="rect">
            <a:avLst/>
          </a:prstGeom>
        </p:spPr>
      </p:pic>
      <p:pic>
        <p:nvPicPr>
          <p:cNvPr id="129" name="object 129"/>
          <p:cNvPicPr/>
          <p:nvPr/>
        </p:nvPicPr>
        <p:blipFill>
          <a:blip r:embed="rId127" cstate="print"/>
          <a:stretch>
            <a:fillRect/>
          </a:stretch>
        </p:blipFill>
        <p:spPr>
          <a:xfrm>
            <a:off x="16610552" y="524251"/>
            <a:ext cx="142757" cy="142781"/>
          </a:xfrm>
          <a:prstGeom prst="rect">
            <a:avLst/>
          </a:prstGeom>
        </p:spPr>
      </p:pic>
      <p:pic>
        <p:nvPicPr>
          <p:cNvPr id="130" name="object 130"/>
          <p:cNvPicPr/>
          <p:nvPr/>
        </p:nvPicPr>
        <p:blipFill>
          <a:blip r:embed="rId128" cstate="print"/>
          <a:stretch>
            <a:fillRect/>
          </a:stretch>
        </p:blipFill>
        <p:spPr>
          <a:xfrm>
            <a:off x="17762128" y="5139232"/>
            <a:ext cx="143814" cy="142992"/>
          </a:xfrm>
          <a:prstGeom prst="rect">
            <a:avLst/>
          </a:prstGeom>
        </p:spPr>
      </p:pic>
      <p:pic>
        <p:nvPicPr>
          <p:cNvPr id="131" name="object 131"/>
          <p:cNvPicPr/>
          <p:nvPr/>
        </p:nvPicPr>
        <p:blipFill>
          <a:blip r:embed="rId129" cstate="print"/>
          <a:stretch>
            <a:fillRect/>
          </a:stretch>
        </p:blipFill>
        <p:spPr>
          <a:xfrm>
            <a:off x="16320806" y="808546"/>
            <a:ext cx="144872" cy="142464"/>
          </a:xfrm>
          <a:prstGeom prst="rect">
            <a:avLst/>
          </a:prstGeom>
        </p:spPr>
      </p:pic>
      <p:pic>
        <p:nvPicPr>
          <p:cNvPr id="132" name="object 132"/>
          <p:cNvPicPr/>
          <p:nvPr/>
        </p:nvPicPr>
        <p:blipFill>
          <a:blip r:embed="rId130" cstate="print"/>
          <a:stretch>
            <a:fillRect/>
          </a:stretch>
        </p:blipFill>
        <p:spPr>
          <a:xfrm>
            <a:off x="16320806" y="4272080"/>
            <a:ext cx="145929" cy="137918"/>
          </a:xfrm>
          <a:prstGeom prst="rect">
            <a:avLst/>
          </a:prstGeom>
        </p:spPr>
      </p:pic>
      <p:pic>
        <p:nvPicPr>
          <p:cNvPr id="133" name="object 133"/>
          <p:cNvPicPr/>
          <p:nvPr/>
        </p:nvPicPr>
        <p:blipFill>
          <a:blip r:embed="rId131" cstate="print"/>
          <a:stretch>
            <a:fillRect/>
          </a:stretch>
        </p:blipFill>
        <p:spPr>
          <a:xfrm>
            <a:off x="16610420" y="4566098"/>
            <a:ext cx="142889" cy="142253"/>
          </a:xfrm>
          <a:prstGeom prst="rect">
            <a:avLst/>
          </a:prstGeom>
        </p:spPr>
      </p:pic>
      <p:pic>
        <p:nvPicPr>
          <p:cNvPr id="134" name="object 134"/>
          <p:cNvPicPr/>
          <p:nvPr/>
        </p:nvPicPr>
        <p:blipFill>
          <a:blip r:embed="rId132" cstate="print"/>
          <a:stretch>
            <a:fillRect/>
          </a:stretch>
        </p:blipFill>
        <p:spPr>
          <a:xfrm>
            <a:off x="17477671" y="8821"/>
            <a:ext cx="142757" cy="74614"/>
          </a:xfrm>
          <a:prstGeom prst="rect">
            <a:avLst/>
          </a:prstGeom>
        </p:spPr>
      </p:pic>
      <p:pic>
        <p:nvPicPr>
          <p:cNvPr id="135" name="object 135"/>
          <p:cNvPicPr/>
          <p:nvPr/>
        </p:nvPicPr>
        <p:blipFill>
          <a:blip r:embed="rId133" cstate="print"/>
          <a:stretch>
            <a:fillRect/>
          </a:stretch>
        </p:blipFill>
        <p:spPr>
          <a:xfrm>
            <a:off x="15742375" y="1964537"/>
            <a:ext cx="143021" cy="142041"/>
          </a:xfrm>
          <a:prstGeom prst="rect">
            <a:avLst/>
          </a:prstGeom>
        </p:spPr>
      </p:pic>
      <p:pic>
        <p:nvPicPr>
          <p:cNvPr id="136" name="object 136"/>
          <p:cNvPicPr/>
          <p:nvPr/>
        </p:nvPicPr>
        <p:blipFill>
          <a:blip r:embed="rId134" cstate="print"/>
          <a:stretch>
            <a:fillRect/>
          </a:stretch>
        </p:blipFill>
        <p:spPr>
          <a:xfrm>
            <a:off x="15742375" y="3116089"/>
            <a:ext cx="143814" cy="142358"/>
          </a:xfrm>
          <a:prstGeom prst="rect">
            <a:avLst/>
          </a:prstGeom>
        </p:spPr>
      </p:pic>
      <p:pic>
        <p:nvPicPr>
          <p:cNvPr id="137" name="object 137"/>
          <p:cNvPicPr/>
          <p:nvPr/>
        </p:nvPicPr>
        <p:blipFill>
          <a:blip r:embed="rId135" cstate="print"/>
          <a:stretch>
            <a:fillRect/>
          </a:stretch>
        </p:blipFill>
        <p:spPr>
          <a:xfrm>
            <a:off x="16895009" y="229494"/>
            <a:ext cx="142757" cy="138131"/>
          </a:xfrm>
          <a:prstGeom prst="rect">
            <a:avLst/>
          </a:prstGeom>
        </p:spPr>
      </p:pic>
      <p:pic>
        <p:nvPicPr>
          <p:cNvPr id="138" name="object 138"/>
          <p:cNvPicPr/>
          <p:nvPr/>
        </p:nvPicPr>
        <p:blipFill>
          <a:blip r:embed="rId136" cstate="print"/>
          <a:stretch>
            <a:fillRect/>
          </a:stretch>
        </p:blipFill>
        <p:spPr>
          <a:xfrm>
            <a:off x="16027229" y="3983558"/>
            <a:ext cx="142360" cy="142464"/>
          </a:xfrm>
          <a:prstGeom prst="rect">
            <a:avLst/>
          </a:prstGeom>
        </p:spPr>
      </p:pic>
      <p:pic>
        <p:nvPicPr>
          <p:cNvPr id="139" name="object 139"/>
          <p:cNvPicPr/>
          <p:nvPr/>
        </p:nvPicPr>
        <p:blipFill>
          <a:blip r:embed="rId137" cstate="print"/>
          <a:stretch>
            <a:fillRect/>
          </a:stretch>
        </p:blipFill>
        <p:spPr>
          <a:xfrm>
            <a:off x="16895537" y="4851027"/>
            <a:ext cx="142228" cy="142041"/>
          </a:xfrm>
          <a:prstGeom prst="rect">
            <a:avLst/>
          </a:prstGeom>
        </p:spPr>
      </p:pic>
      <p:pic>
        <p:nvPicPr>
          <p:cNvPr id="140" name="object 140"/>
          <p:cNvPicPr/>
          <p:nvPr/>
        </p:nvPicPr>
        <p:blipFill>
          <a:blip r:embed="rId138" cstate="print"/>
          <a:stretch>
            <a:fillRect/>
          </a:stretch>
        </p:blipFill>
        <p:spPr>
          <a:xfrm>
            <a:off x="17477669" y="5139549"/>
            <a:ext cx="142889" cy="142253"/>
          </a:xfrm>
          <a:prstGeom prst="rect">
            <a:avLst/>
          </a:prstGeom>
        </p:spPr>
      </p:pic>
      <p:pic>
        <p:nvPicPr>
          <p:cNvPr id="141" name="object 141"/>
          <p:cNvPicPr/>
          <p:nvPr/>
        </p:nvPicPr>
        <p:blipFill>
          <a:blip r:embed="rId139" cstate="print"/>
          <a:stretch>
            <a:fillRect/>
          </a:stretch>
        </p:blipFill>
        <p:spPr>
          <a:xfrm>
            <a:off x="16023660" y="1097597"/>
            <a:ext cx="146194" cy="142464"/>
          </a:xfrm>
          <a:prstGeom prst="rect">
            <a:avLst/>
          </a:prstGeom>
        </p:spPr>
      </p:pic>
      <p:pic>
        <p:nvPicPr>
          <p:cNvPr id="142" name="object 142"/>
          <p:cNvPicPr/>
          <p:nvPr/>
        </p:nvPicPr>
        <p:blipFill>
          <a:blip r:embed="rId140" cstate="print"/>
          <a:stretch>
            <a:fillRect/>
          </a:stretch>
        </p:blipFill>
        <p:spPr>
          <a:xfrm>
            <a:off x="15743432" y="1679820"/>
            <a:ext cx="139584" cy="138131"/>
          </a:xfrm>
          <a:prstGeom prst="rect">
            <a:avLst/>
          </a:prstGeom>
        </p:spPr>
      </p:pic>
      <p:pic>
        <p:nvPicPr>
          <p:cNvPr id="143" name="object 143"/>
          <p:cNvPicPr/>
          <p:nvPr/>
        </p:nvPicPr>
        <p:blipFill>
          <a:blip r:embed="rId141" cstate="print"/>
          <a:stretch>
            <a:fillRect/>
          </a:stretch>
        </p:blipFill>
        <p:spPr>
          <a:xfrm>
            <a:off x="15743432" y="3405246"/>
            <a:ext cx="140642" cy="138025"/>
          </a:xfrm>
          <a:prstGeom prst="rect">
            <a:avLst/>
          </a:prstGeom>
        </p:spPr>
      </p:pic>
      <p:pic>
        <p:nvPicPr>
          <p:cNvPr id="144" name="object 144"/>
          <p:cNvPicPr/>
          <p:nvPr/>
        </p:nvPicPr>
        <p:blipFill>
          <a:blip r:embed="rId142" cstate="print"/>
          <a:stretch>
            <a:fillRect/>
          </a:stretch>
        </p:blipFill>
        <p:spPr>
          <a:xfrm>
            <a:off x="17182639" y="8821"/>
            <a:ext cx="140642" cy="73980"/>
          </a:xfrm>
          <a:prstGeom prst="rect">
            <a:avLst/>
          </a:prstGeom>
        </p:spPr>
      </p:pic>
      <p:pic>
        <p:nvPicPr>
          <p:cNvPr id="145" name="object 145"/>
          <p:cNvPicPr/>
          <p:nvPr/>
        </p:nvPicPr>
        <p:blipFill>
          <a:blip r:embed="rId143" cstate="print"/>
          <a:stretch>
            <a:fillRect/>
          </a:stretch>
        </p:blipFill>
        <p:spPr>
          <a:xfrm>
            <a:off x="17187926" y="5144622"/>
            <a:ext cx="130067" cy="128513"/>
          </a:xfrm>
          <a:prstGeom prst="rect">
            <a:avLst/>
          </a:prstGeom>
        </p:spPr>
      </p:pic>
      <p:pic>
        <p:nvPicPr>
          <p:cNvPr id="146" name="object 146"/>
          <p:cNvPicPr/>
          <p:nvPr/>
        </p:nvPicPr>
        <p:blipFill>
          <a:blip r:embed="rId144" cstate="print"/>
          <a:stretch>
            <a:fillRect/>
          </a:stretch>
        </p:blipFill>
        <p:spPr>
          <a:xfrm>
            <a:off x="15748720" y="1386225"/>
            <a:ext cx="126895" cy="133164"/>
          </a:xfrm>
          <a:prstGeom prst="rect">
            <a:avLst/>
          </a:prstGeom>
        </p:spPr>
      </p:pic>
      <p:pic>
        <p:nvPicPr>
          <p:cNvPr id="147" name="object 147"/>
          <p:cNvPicPr/>
          <p:nvPr/>
        </p:nvPicPr>
        <p:blipFill>
          <a:blip r:embed="rId145" cstate="print"/>
          <a:stretch>
            <a:fillRect/>
          </a:stretch>
        </p:blipFill>
        <p:spPr>
          <a:xfrm>
            <a:off x="16331381" y="528690"/>
            <a:ext cx="129010" cy="133164"/>
          </a:xfrm>
          <a:prstGeom prst="rect">
            <a:avLst/>
          </a:prstGeom>
        </p:spPr>
      </p:pic>
      <p:pic>
        <p:nvPicPr>
          <p:cNvPr id="148" name="object 148"/>
          <p:cNvPicPr/>
          <p:nvPr/>
        </p:nvPicPr>
        <p:blipFill>
          <a:blip r:embed="rId146" cstate="print"/>
          <a:stretch>
            <a:fillRect/>
          </a:stretch>
        </p:blipFill>
        <p:spPr>
          <a:xfrm>
            <a:off x="16613723" y="235307"/>
            <a:ext cx="130067" cy="127668"/>
          </a:xfrm>
          <a:prstGeom prst="rect">
            <a:avLst/>
          </a:prstGeom>
        </p:spPr>
      </p:pic>
      <p:pic>
        <p:nvPicPr>
          <p:cNvPr id="149" name="object 149"/>
          <p:cNvPicPr/>
          <p:nvPr/>
        </p:nvPicPr>
        <p:blipFill>
          <a:blip r:embed="rId147" cstate="print"/>
          <a:stretch>
            <a:fillRect/>
          </a:stretch>
        </p:blipFill>
        <p:spPr>
          <a:xfrm>
            <a:off x="15745548" y="3704548"/>
            <a:ext cx="133240" cy="127668"/>
          </a:xfrm>
          <a:prstGeom prst="rect">
            <a:avLst/>
          </a:prstGeom>
        </p:spPr>
      </p:pic>
      <p:pic>
        <p:nvPicPr>
          <p:cNvPr id="150" name="object 150"/>
          <p:cNvPicPr/>
          <p:nvPr/>
        </p:nvPicPr>
        <p:blipFill>
          <a:blip r:embed="rId148" cstate="print"/>
          <a:stretch>
            <a:fillRect/>
          </a:stretch>
        </p:blipFill>
        <p:spPr>
          <a:xfrm>
            <a:off x="16037407" y="818058"/>
            <a:ext cx="126895" cy="128302"/>
          </a:xfrm>
          <a:prstGeom prst="rect">
            <a:avLst/>
          </a:prstGeom>
        </p:spPr>
      </p:pic>
      <p:pic>
        <p:nvPicPr>
          <p:cNvPr id="151" name="object 151"/>
          <p:cNvPicPr/>
          <p:nvPr/>
        </p:nvPicPr>
        <p:blipFill>
          <a:blip r:embed="rId149" cstate="print"/>
          <a:stretch>
            <a:fillRect/>
          </a:stretch>
        </p:blipFill>
        <p:spPr>
          <a:xfrm>
            <a:off x="16330852" y="4576033"/>
            <a:ext cx="130596" cy="123018"/>
          </a:xfrm>
          <a:prstGeom prst="rect">
            <a:avLst/>
          </a:prstGeom>
        </p:spPr>
      </p:pic>
      <p:pic>
        <p:nvPicPr>
          <p:cNvPr id="152" name="object 152"/>
          <p:cNvPicPr/>
          <p:nvPr/>
        </p:nvPicPr>
        <p:blipFill>
          <a:blip r:embed="rId150" cstate="print"/>
          <a:stretch>
            <a:fillRect/>
          </a:stretch>
        </p:blipFill>
        <p:spPr>
          <a:xfrm>
            <a:off x="16037408" y="4276836"/>
            <a:ext cx="123723" cy="128619"/>
          </a:xfrm>
          <a:prstGeom prst="rect">
            <a:avLst/>
          </a:prstGeom>
        </p:spPr>
      </p:pic>
      <p:pic>
        <p:nvPicPr>
          <p:cNvPr id="153" name="object 153"/>
          <p:cNvPicPr/>
          <p:nvPr/>
        </p:nvPicPr>
        <p:blipFill>
          <a:blip r:embed="rId151" cstate="print"/>
          <a:stretch>
            <a:fillRect/>
          </a:stretch>
        </p:blipFill>
        <p:spPr>
          <a:xfrm>
            <a:off x="16614781" y="4860327"/>
            <a:ext cx="129010" cy="128196"/>
          </a:xfrm>
          <a:prstGeom prst="rect">
            <a:avLst/>
          </a:prstGeom>
        </p:spPr>
      </p:pic>
      <p:pic>
        <p:nvPicPr>
          <p:cNvPr id="154" name="object 154"/>
          <p:cNvPicPr/>
          <p:nvPr/>
        </p:nvPicPr>
        <p:blipFill>
          <a:blip r:embed="rId152" cstate="print"/>
          <a:stretch>
            <a:fillRect/>
          </a:stretch>
        </p:blipFill>
        <p:spPr>
          <a:xfrm>
            <a:off x="18055043" y="5432721"/>
            <a:ext cx="129291" cy="123758"/>
          </a:xfrm>
          <a:prstGeom prst="rect">
            <a:avLst/>
          </a:prstGeom>
        </p:spPr>
      </p:pic>
      <p:pic>
        <p:nvPicPr>
          <p:cNvPr id="155" name="object 155"/>
          <p:cNvPicPr/>
          <p:nvPr/>
        </p:nvPicPr>
        <p:blipFill>
          <a:blip r:embed="rId153" cstate="print"/>
          <a:stretch>
            <a:fillRect/>
          </a:stretch>
        </p:blipFill>
        <p:spPr>
          <a:xfrm>
            <a:off x="15464263" y="2552256"/>
            <a:ext cx="127952" cy="127985"/>
          </a:xfrm>
          <a:prstGeom prst="rect">
            <a:avLst/>
          </a:prstGeom>
        </p:spPr>
      </p:pic>
      <p:pic>
        <p:nvPicPr>
          <p:cNvPr id="156" name="object 156"/>
          <p:cNvPicPr/>
          <p:nvPr/>
        </p:nvPicPr>
        <p:blipFill>
          <a:blip r:embed="rId154" cstate="print"/>
          <a:stretch>
            <a:fillRect/>
          </a:stretch>
        </p:blipFill>
        <p:spPr>
          <a:xfrm>
            <a:off x="15464263" y="2841306"/>
            <a:ext cx="123723" cy="122912"/>
          </a:xfrm>
          <a:prstGeom prst="rect">
            <a:avLst/>
          </a:prstGeom>
        </p:spPr>
      </p:pic>
      <p:pic>
        <p:nvPicPr>
          <p:cNvPr id="157" name="object 157"/>
          <p:cNvPicPr/>
          <p:nvPr/>
        </p:nvPicPr>
        <p:blipFill>
          <a:blip r:embed="rId155" cstate="print"/>
          <a:stretch>
            <a:fillRect/>
          </a:stretch>
        </p:blipFill>
        <p:spPr>
          <a:xfrm>
            <a:off x="15463206" y="2258555"/>
            <a:ext cx="123723" cy="123018"/>
          </a:xfrm>
          <a:prstGeom prst="rect">
            <a:avLst/>
          </a:prstGeom>
        </p:spPr>
      </p:pic>
      <p:pic>
        <p:nvPicPr>
          <p:cNvPr id="158" name="object 158"/>
          <p:cNvPicPr/>
          <p:nvPr/>
        </p:nvPicPr>
        <p:blipFill>
          <a:blip r:embed="rId156" cstate="print"/>
          <a:stretch>
            <a:fillRect/>
          </a:stretch>
        </p:blipFill>
        <p:spPr>
          <a:xfrm>
            <a:off x="17771643" y="5433461"/>
            <a:ext cx="123723" cy="123018"/>
          </a:xfrm>
          <a:prstGeom prst="rect">
            <a:avLst/>
          </a:prstGeom>
        </p:spPr>
      </p:pic>
      <p:pic>
        <p:nvPicPr>
          <p:cNvPr id="159" name="object 159"/>
          <p:cNvPicPr/>
          <p:nvPr/>
        </p:nvPicPr>
        <p:blipFill>
          <a:blip r:embed="rId157" cstate="print"/>
          <a:stretch>
            <a:fillRect/>
          </a:stretch>
        </p:blipFill>
        <p:spPr>
          <a:xfrm>
            <a:off x="16904526" y="5144516"/>
            <a:ext cx="123723" cy="127562"/>
          </a:xfrm>
          <a:prstGeom prst="rect">
            <a:avLst/>
          </a:prstGeom>
        </p:spPr>
      </p:pic>
      <p:pic>
        <p:nvPicPr>
          <p:cNvPr id="160" name="object 160"/>
          <p:cNvPicPr/>
          <p:nvPr/>
        </p:nvPicPr>
        <p:blipFill>
          <a:blip r:embed="rId158" cstate="print"/>
          <a:stretch>
            <a:fillRect/>
          </a:stretch>
        </p:blipFill>
        <p:spPr>
          <a:xfrm>
            <a:off x="15462149" y="3125601"/>
            <a:ext cx="124780" cy="122912"/>
          </a:xfrm>
          <a:prstGeom prst="rect">
            <a:avLst/>
          </a:prstGeom>
        </p:spPr>
      </p:pic>
      <p:pic>
        <p:nvPicPr>
          <p:cNvPr id="161" name="object 161"/>
          <p:cNvPicPr/>
          <p:nvPr/>
        </p:nvPicPr>
        <p:blipFill>
          <a:blip r:embed="rId159" cstate="print"/>
          <a:stretch>
            <a:fillRect/>
          </a:stretch>
        </p:blipFill>
        <p:spPr>
          <a:xfrm>
            <a:off x="16904527" y="8821"/>
            <a:ext cx="122665" cy="64679"/>
          </a:xfrm>
          <a:prstGeom prst="rect">
            <a:avLst/>
          </a:prstGeom>
        </p:spPr>
      </p:pic>
      <p:pic>
        <p:nvPicPr>
          <p:cNvPr id="162" name="object 162"/>
          <p:cNvPicPr/>
          <p:nvPr/>
        </p:nvPicPr>
        <p:blipFill>
          <a:blip r:embed="rId160" cstate="print"/>
          <a:stretch>
            <a:fillRect/>
          </a:stretch>
        </p:blipFill>
        <p:spPr>
          <a:xfrm>
            <a:off x="15464263" y="1974683"/>
            <a:ext cx="123723" cy="122701"/>
          </a:xfrm>
          <a:prstGeom prst="rect">
            <a:avLst/>
          </a:prstGeom>
        </p:spPr>
      </p:pic>
      <p:pic>
        <p:nvPicPr>
          <p:cNvPr id="163" name="object 163"/>
          <p:cNvPicPr/>
          <p:nvPr/>
        </p:nvPicPr>
        <p:blipFill>
          <a:blip r:embed="rId161" cstate="print"/>
          <a:stretch>
            <a:fillRect/>
          </a:stretch>
        </p:blipFill>
        <p:spPr>
          <a:xfrm>
            <a:off x="15750835" y="1102564"/>
            <a:ext cx="127952" cy="127879"/>
          </a:xfrm>
          <a:prstGeom prst="rect">
            <a:avLst/>
          </a:prstGeom>
        </p:spPr>
      </p:pic>
      <p:pic>
        <p:nvPicPr>
          <p:cNvPr id="164" name="object 164"/>
          <p:cNvPicPr/>
          <p:nvPr/>
        </p:nvPicPr>
        <p:blipFill>
          <a:blip r:embed="rId162" cstate="print"/>
          <a:stretch>
            <a:fillRect/>
          </a:stretch>
        </p:blipFill>
        <p:spPr>
          <a:xfrm>
            <a:off x="15752950" y="3993387"/>
            <a:ext cx="123723" cy="122583"/>
          </a:xfrm>
          <a:prstGeom prst="rect">
            <a:avLst/>
          </a:prstGeom>
        </p:spPr>
      </p:pic>
      <p:pic>
        <p:nvPicPr>
          <p:cNvPr id="165" name="object 165"/>
          <p:cNvPicPr/>
          <p:nvPr/>
        </p:nvPicPr>
        <p:blipFill>
          <a:blip r:embed="rId163" cstate="print"/>
          <a:stretch>
            <a:fillRect/>
          </a:stretch>
        </p:blipFill>
        <p:spPr>
          <a:xfrm>
            <a:off x="15464263" y="1684893"/>
            <a:ext cx="123723" cy="123018"/>
          </a:xfrm>
          <a:prstGeom prst="rect">
            <a:avLst/>
          </a:prstGeom>
        </p:spPr>
      </p:pic>
      <p:pic>
        <p:nvPicPr>
          <p:cNvPr id="166" name="object 166"/>
          <p:cNvPicPr/>
          <p:nvPr/>
        </p:nvPicPr>
        <p:blipFill>
          <a:blip r:embed="rId164" cstate="print"/>
          <a:stretch>
            <a:fillRect/>
          </a:stretch>
        </p:blipFill>
        <p:spPr>
          <a:xfrm>
            <a:off x="17486129" y="5433144"/>
            <a:ext cx="124780" cy="123229"/>
          </a:xfrm>
          <a:prstGeom prst="rect">
            <a:avLst/>
          </a:prstGeom>
        </p:spPr>
      </p:pic>
      <p:pic>
        <p:nvPicPr>
          <p:cNvPr id="167" name="object 167"/>
          <p:cNvPicPr/>
          <p:nvPr/>
        </p:nvPicPr>
        <p:blipFill>
          <a:blip r:embed="rId165" cstate="print"/>
          <a:stretch>
            <a:fillRect/>
          </a:stretch>
        </p:blipFill>
        <p:spPr>
          <a:xfrm>
            <a:off x="15462149" y="3409262"/>
            <a:ext cx="124780" cy="128830"/>
          </a:xfrm>
          <a:prstGeom prst="rect">
            <a:avLst/>
          </a:prstGeom>
        </p:spPr>
      </p:pic>
      <p:pic>
        <p:nvPicPr>
          <p:cNvPr id="168" name="object 168"/>
          <p:cNvPicPr/>
          <p:nvPr/>
        </p:nvPicPr>
        <p:blipFill>
          <a:blip r:embed="rId166" cstate="print"/>
          <a:stretch>
            <a:fillRect/>
          </a:stretch>
        </p:blipFill>
        <p:spPr>
          <a:xfrm>
            <a:off x="16036349" y="533869"/>
            <a:ext cx="124780" cy="122806"/>
          </a:xfrm>
          <a:prstGeom prst="rect">
            <a:avLst/>
          </a:prstGeom>
        </p:spPr>
      </p:pic>
      <p:pic>
        <p:nvPicPr>
          <p:cNvPr id="169" name="object 169"/>
          <p:cNvPicPr/>
          <p:nvPr/>
        </p:nvPicPr>
        <p:blipFill>
          <a:blip r:embed="rId167" cstate="print"/>
          <a:stretch>
            <a:fillRect/>
          </a:stretch>
        </p:blipFill>
        <p:spPr>
          <a:xfrm>
            <a:off x="16036349" y="4575716"/>
            <a:ext cx="124780" cy="123440"/>
          </a:xfrm>
          <a:prstGeom prst="rect">
            <a:avLst/>
          </a:prstGeom>
        </p:spPr>
      </p:pic>
      <p:pic>
        <p:nvPicPr>
          <p:cNvPr id="170" name="object 170"/>
          <p:cNvPicPr/>
          <p:nvPr/>
        </p:nvPicPr>
        <p:blipFill>
          <a:blip r:embed="rId168" cstate="print"/>
          <a:stretch>
            <a:fillRect/>
          </a:stretch>
        </p:blipFill>
        <p:spPr>
          <a:xfrm>
            <a:off x="16335612" y="4860433"/>
            <a:ext cx="119493" cy="123440"/>
          </a:xfrm>
          <a:prstGeom prst="rect">
            <a:avLst/>
          </a:prstGeom>
        </p:spPr>
      </p:pic>
      <p:pic>
        <p:nvPicPr>
          <p:cNvPr id="171" name="object 171"/>
          <p:cNvPicPr/>
          <p:nvPr/>
        </p:nvPicPr>
        <p:blipFill>
          <a:blip r:embed="rId169" cstate="print"/>
          <a:stretch>
            <a:fillRect/>
          </a:stretch>
        </p:blipFill>
        <p:spPr>
          <a:xfrm>
            <a:off x="16336669" y="239745"/>
            <a:ext cx="118435" cy="118368"/>
          </a:xfrm>
          <a:prstGeom prst="rect">
            <a:avLst/>
          </a:prstGeom>
        </p:spPr>
      </p:pic>
      <p:pic>
        <p:nvPicPr>
          <p:cNvPr id="172" name="object 172"/>
          <p:cNvPicPr/>
          <p:nvPr/>
        </p:nvPicPr>
        <p:blipFill>
          <a:blip r:embed="rId170" cstate="print"/>
          <a:stretch>
            <a:fillRect/>
          </a:stretch>
        </p:blipFill>
        <p:spPr>
          <a:xfrm>
            <a:off x="15463866" y="1391298"/>
            <a:ext cx="123062" cy="122595"/>
          </a:xfrm>
          <a:prstGeom prst="rect">
            <a:avLst/>
          </a:prstGeom>
        </p:spPr>
      </p:pic>
      <p:pic>
        <p:nvPicPr>
          <p:cNvPr id="173" name="object 173"/>
          <p:cNvPicPr/>
          <p:nvPr/>
        </p:nvPicPr>
        <p:blipFill>
          <a:blip r:embed="rId171" cstate="print"/>
          <a:stretch>
            <a:fillRect/>
          </a:stretch>
        </p:blipFill>
        <p:spPr>
          <a:xfrm>
            <a:off x="16620069" y="8821"/>
            <a:ext cx="123062" cy="65102"/>
          </a:xfrm>
          <a:prstGeom prst="rect">
            <a:avLst/>
          </a:prstGeom>
        </p:spPr>
      </p:pic>
      <p:pic>
        <p:nvPicPr>
          <p:cNvPr id="174" name="object 174"/>
          <p:cNvPicPr/>
          <p:nvPr/>
        </p:nvPicPr>
        <p:blipFill>
          <a:blip r:embed="rId172" cstate="print"/>
          <a:stretch>
            <a:fillRect/>
          </a:stretch>
        </p:blipFill>
        <p:spPr>
          <a:xfrm>
            <a:off x="15752950" y="817847"/>
            <a:ext cx="122929" cy="123018"/>
          </a:xfrm>
          <a:prstGeom prst="rect">
            <a:avLst/>
          </a:prstGeom>
        </p:spPr>
      </p:pic>
      <p:pic>
        <p:nvPicPr>
          <p:cNvPr id="175" name="object 175"/>
          <p:cNvPicPr/>
          <p:nvPr/>
        </p:nvPicPr>
        <p:blipFill>
          <a:blip r:embed="rId173" cstate="print"/>
          <a:stretch>
            <a:fillRect/>
          </a:stretch>
        </p:blipFill>
        <p:spPr>
          <a:xfrm>
            <a:off x="15462149" y="3708987"/>
            <a:ext cx="125837" cy="122806"/>
          </a:xfrm>
          <a:prstGeom prst="rect">
            <a:avLst/>
          </a:prstGeom>
        </p:spPr>
      </p:pic>
      <p:pic>
        <p:nvPicPr>
          <p:cNvPr id="176" name="object 176"/>
          <p:cNvPicPr/>
          <p:nvPr/>
        </p:nvPicPr>
        <p:blipFill>
          <a:blip r:embed="rId174" cstate="print"/>
          <a:stretch>
            <a:fillRect/>
          </a:stretch>
        </p:blipFill>
        <p:spPr>
          <a:xfrm>
            <a:off x="17193824" y="5433778"/>
            <a:ext cx="117824" cy="122278"/>
          </a:xfrm>
          <a:prstGeom prst="rect">
            <a:avLst/>
          </a:prstGeom>
        </p:spPr>
      </p:pic>
      <p:pic>
        <p:nvPicPr>
          <p:cNvPr id="177" name="object 177"/>
          <p:cNvPicPr/>
          <p:nvPr/>
        </p:nvPicPr>
        <p:blipFill>
          <a:blip r:embed="rId175" cstate="print"/>
          <a:stretch>
            <a:fillRect/>
          </a:stretch>
        </p:blipFill>
        <p:spPr>
          <a:xfrm>
            <a:off x="16620069" y="5149061"/>
            <a:ext cx="124780" cy="118156"/>
          </a:xfrm>
          <a:prstGeom prst="rect">
            <a:avLst/>
          </a:prstGeom>
        </p:spPr>
      </p:pic>
      <p:pic>
        <p:nvPicPr>
          <p:cNvPr id="178" name="object 178"/>
          <p:cNvPicPr/>
          <p:nvPr/>
        </p:nvPicPr>
        <p:blipFill>
          <a:blip r:embed="rId176" cstate="print"/>
          <a:stretch>
            <a:fillRect/>
          </a:stretch>
        </p:blipFill>
        <p:spPr>
          <a:xfrm>
            <a:off x="15752950" y="4282226"/>
            <a:ext cx="124780" cy="117945"/>
          </a:xfrm>
          <a:prstGeom prst="rect">
            <a:avLst/>
          </a:prstGeom>
        </p:spPr>
      </p:pic>
      <p:pic>
        <p:nvPicPr>
          <p:cNvPr id="179" name="object 179"/>
          <p:cNvPicPr/>
          <p:nvPr/>
        </p:nvPicPr>
        <p:blipFill>
          <a:blip r:embed="rId177" cstate="print"/>
          <a:stretch>
            <a:fillRect/>
          </a:stretch>
        </p:blipFill>
        <p:spPr>
          <a:xfrm>
            <a:off x="18059274" y="5732235"/>
            <a:ext cx="119707" cy="117839"/>
          </a:xfrm>
          <a:prstGeom prst="rect">
            <a:avLst/>
          </a:prstGeom>
        </p:spPr>
      </p:pic>
      <p:pic>
        <p:nvPicPr>
          <p:cNvPr id="180" name="object 180"/>
          <p:cNvPicPr/>
          <p:nvPr/>
        </p:nvPicPr>
        <p:blipFill>
          <a:blip r:embed="rId178" cstate="print"/>
          <a:stretch>
            <a:fillRect/>
          </a:stretch>
        </p:blipFill>
        <p:spPr>
          <a:xfrm>
            <a:off x="15168174" y="2556800"/>
            <a:ext cx="126895" cy="118790"/>
          </a:xfrm>
          <a:prstGeom prst="rect">
            <a:avLst/>
          </a:prstGeom>
        </p:spPr>
      </p:pic>
      <p:pic>
        <p:nvPicPr>
          <p:cNvPr id="181" name="object 181"/>
          <p:cNvPicPr/>
          <p:nvPr/>
        </p:nvPicPr>
        <p:blipFill>
          <a:blip r:embed="rId179" cstate="print"/>
          <a:stretch>
            <a:fillRect/>
          </a:stretch>
        </p:blipFill>
        <p:spPr>
          <a:xfrm>
            <a:off x="15170289" y="2841306"/>
            <a:ext cx="125837" cy="118579"/>
          </a:xfrm>
          <a:prstGeom prst="rect">
            <a:avLst/>
          </a:prstGeom>
        </p:spPr>
      </p:pic>
      <p:pic>
        <p:nvPicPr>
          <p:cNvPr id="182" name="object 182"/>
          <p:cNvPicPr/>
          <p:nvPr/>
        </p:nvPicPr>
        <p:blipFill>
          <a:blip r:embed="rId180" cstate="print"/>
          <a:stretch>
            <a:fillRect/>
          </a:stretch>
        </p:blipFill>
        <p:spPr>
          <a:xfrm>
            <a:off x="15170289" y="2258766"/>
            <a:ext cx="124780" cy="123546"/>
          </a:xfrm>
          <a:prstGeom prst="rect">
            <a:avLst/>
          </a:prstGeom>
        </p:spPr>
      </p:pic>
      <p:pic>
        <p:nvPicPr>
          <p:cNvPr id="183" name="object 183"/>
          <p:cNvPicPr/>
          <p:nvPr/>
        </p:nvPicPr>
        <p:blipFill>
          <a:blip r:embed="rId181" cstate="print"/>
          <a:stretch>
            <a:fillRect/>
          </a:stretch>
        </p:blipFill>
        <p:spPr>
          <a:xfrm>
            <a:off x="15468493" y="1107426"/>
            <a:ext cx="120550" cy="117628"/>
          </a:xfrm>
          <a:prstGeom prst="rect">
            <a:avLst/>
          </a:prstGeom>
        </p:spPr>
      </p:pic>
      <p:pic>
        <p:nvPicPr>
          <p:cNvPr id="184" name="object 184"/>
          <p:cNvPicPr/>
          <p:nvPr/>
        </p:nvPicPr>
        <p:blipFill>
          <a:blip r:embed="rId182" cstate="print"/>
          <a:stretch>
            <a:fillRect/>
          </a:stretch>
        </p:blipFill>
        <p:spPr>
          <a:xfrm>
            <a:off x="17777989" y="5732658"/>
            <a:ext cx="118402" cy="118368"/>
          </a:xfrm>
          <a:prstGeom prst="rect">
            <a:avLst/>
          </a:prstGeom>
        </p:spPr>
      </p:pic>
      <p:pic>
        <p:nvPicPr>
          <p:cNvPr id="185" name="object 185"/>
          <p:cNvPicPr/>
          <p:nvPr/>
        </p:nvPicPr>
        <p:blipFill>
          <a:blip r:embed="rId183" cstate="print"/>
          <a:stretch>
            <a:fillRect/>
          </a:stretch>
        </p:blipFill>
        <p:spPr>
          <a:xfrm>
            <a:off x="15469286" y="3997826"/>
            <a:ext cx="118700" cy="117945"/>
          </a:xfrm>
          <a:prstGeom prst="rect">
            <a:avLst/>
          </a:prstGeom>
        </p:spPr>
      </p:pic>
      <p:pic>
        <p:nvPicPr>
          <p:cNvPr id="186" name="object 186"/>
          <p:cNvPicPr/>
          <p:nvPr/>
        </p:nvPicPr>
        <p:blipFill>
          <a:blip r:embed="rId184" cstate="print"/>
          <a:stretch>
            <a:fillRect/>
          </a:stretch>
        </p:blipFill>
        <p:spPr>
          <a:xfrm>
            <a:off x="15172404" y="1974049"/>
            <a:ext cx="116320" cy="118368"/>
          </a:xfrm>
          <a:prstGeom prst="rect">
            <a:avLst/>
          </a:prstGeom>
        </p:spPr>
      </p:pic>
      <p:pic>
        <p:nvPicPr>
          <p:cNvPr id="187" name="object 187"/>
          <p:cNvPicPr/>
          <p:nvPr/>
        </p:nvPicPr>
        <p:blipFill>
          <a:blip r:embed="rId185" cstate="print"/>
          <a:stretch>
            <a:fillRect/>
          </a:stretch>
        </p:blipFill>
        <p:spPr>
          <a:xfrm>
            <a:off x="15172404" y="3130991"/>
            <a:ext cx="115263" cy="113083"/>
          </a:xfrm>
          <a:prstGeom prst="rect">
            <a:avLst/>
          </a:prstGeom>
        </p:spPr>
      </p:pic>
      <p:pic>
        <p:nvPicPr>
          <p:cNvPr id="188" name="object 188"/>
          <p:cNvPicPr/>
          <p:nvPr/>
        </p:nvPicPr>
        <p:blipFill>
          <a:blip r:embed="rId186" cstate="print"/>
          <a:stretch>
            <a:fillRect/>
          </a:stretch>
        </p:blipFill>
        <p:spPr>
          <a:xfrm>
            <a:off x="16909631" y="5438111"/>
            <a:ext cx="114387" cy="113295"/>
          </a:xfrm>
          <a:prstGeom prst="rect">
            <a:avLst/>
          </a:prstGeom>
        </p:spPr>
      </p:pic>
      <p:pic>
        <p:nvPicPr>
          <p:cNvPr id="189" name="object 189"/>
          <p:cNvPicPr/>
          <p:nvPr/>
        </p:nvPicPr>
        <p:blipFill>
          <a:blip r:embed="rId187" cstate="print"/>
          <a:stretch>
            <a:fillRect/>
          </a:stretch>
        </p:blipFill>
        <p:spPr>
          <a:xfrm>
            <a:off x="16041637" y="244818"/>
            <a:ext cx="115263" cy="108644"/>
          </a:xfrm>
          <a:prstGeom prst="rect">
            <a:avLst/>
          </a:prstGeom>
        </p:spPr>
      </p:pic>
      <p:sp>
        <p:nvSpPr>
          <p:cNvPr id="190" name="object 190"/>
          <p:cNvSpPr/>
          <p:nvPr/>
        </p:nvSpPr>
        <p:spPr>
          <a:xfrm>
            <a:off x="16340900" y="8821"/>
            <a:ext cx="109220" cy="60325"/>
          </a:xfrm>
          <a:custGeom>
            <a:avLst/>
            <a:gdLst/>
            <a:ahLst/>
            <a:cxnLst/>
            <a:rect l="l" t="t" r="r" b="b"/>
            <a:pathLst>
              <a:path w="109219" h="60325">
                <a:moveTo>
                  <a:pt x="108107" y="0"/>
                </a:moveTo>
                <a:lnTo>
                  <a:pt x="732" y="0"/>
                </a:lnTo>
                <a:lnTo>
                  <a:pt x="0" y="2853"/>
                </a:lnTo>
                <a:lnTo>
                  <a:pt x="0" y="6869"/>
                </a:lnTo>
                <a:lnTo>
                  <a:pt x="594" y="13407"/>
                </a:lnTo>
                <a:lnTo>
                  <a:pt x="2379" y="20648"/>
                </a:lnTo>
                <a:lnTo>
                  <a:pt x="5353" y="28583"/>
                </a:lnTo>
                <a:lnTo>
                  <a:pt x="9517" y="37201"/>
                </a:lnTo>
                <a:lnTo>
                  <a:pt x="9517" y="44070"/>
                </a:lnTo>
                <a:lnTo>
                  <a:pt x="12689" y="45339"/>
                </a:lnTo>
                <a:lnTo>
                  <a:pt x="16919" y="45339"/>
                </a:lnTo>
                <a:lnTo>
                  <a:pt x="20091" y="45127"/>
                </a:lnTo>
                <a:lnTo>
                  <a:pt x="23264" y="45127"/>
                </a:lnTo>
                <a:lnTo>
                  <a:pt x="25379" y="46818"/>
                </a:lnTo>
                <a:lnTo>
                  <a:pt x="24321" y="49460"/>
                </a:lnTo>
                <a:lnTo>
                  <a:pt x="24321" y="52314"/>
                </a:lnTo>
                <a:lnTo>
                  <a:pt x="25379" y="54533"/>
                </a:lnTo>
                <a:lnTo>
                  <a:pt x="28551" y="54850"/>
                </a:lnTo>
                <a:lnTo>
                  <a:pt x="40183" y="54956"/>
                </a:lnTo>
                <a:lnTo>
                  <a:pt x="44413" y="55485"/>
                </a:lnTo>
                <a:lnTo>
                  <a:pt x="48643" y="59923"/>
                </a:lnTo>
                <a:lnTo>
                  <a:pt x="53930" y="60135"/>
                </a:lnTo>
                <a:lnTo>
                  <a:pt x="58160" y="60029"/>
                </a:lnTo>
                <a:lnTo>
                  <a:pt x="60275" y="59712"/>
                </a:lnTo>
                <a:lnTo>
                  <a:pt x="62390" y="58655"/>
                </a:lnTo>
                <a:lnTo>
                  <a:pt x="65562" y="55696"/>
                </a:lnTo>
                <a:lnTo>
                  <a:pt x="68735" y="54850"/>
                </a:lnTo>
                <a:lnTo>
                  <a:pt x="81424" y="55062"/>
                </a:lnTo>
                <a:lnTo>
                  <a:pt x="84596" y="53371"/>
                </a:lnTo>
                <a:lnTo>
                  <a:pt x="84596" y="46184"/>
                </a:lnTo>
                <a:lnTo>
                  <a:pt x="89884" y="45656"/>
                </a:lnTo>
                <a:lnTo>
                  <a:pt x="94114" y="41851"/>
                </a:lnTo>
                <a:lnTo>
                  <a:pt x="94114" y="36038"/>
                </a:lnTo>
                <a:lnTo>
                  <a:pt x="101516" y="35616"/>
                </a:lnTo>
                <a:lnTo>
                  <a:pt x="104688" y="32973"/>
                </a:lnTo>
                <a:lnTo>
                  <a:pt x="103631" y="27055"/>
                </a:lnTo>
                <a:lnTo>
                  <a:pt x="100458" y="18495"/>
                </a:lnTo>
                <a:lnTo>
                  <a:pt x="107861" y="12787"/>
                </a:lnTo>
                <a:lnTo>
                  <a:pt x="108918" y="4755"/>
                </a:lnTo>
                <a:lnTo>
                  <a:pt x="108107" y="0"/>
                </a:lnTo>
                <a:close/>
              </a:path>
            </a:pathLst>
          </a:custGeom>
          <a:solidFill>
            <a:srgbClr val="000000"/>
          </a:solidFill>
        </p:spPr>
        <p:txBody>
          <a:bodyPr wrap="square" lIns="0" tIns="0" rIns="0" bIns="0" rtlCol="0"/>
          <a:lstStyle/>
          <a:p>
            <a:endParaRPr/>
          </a:p>
        </p:txBody>
      </p:sp>
      <p:pic>
        <p:nvPicPr>
          <p:cNvPr id="191" name="object 191"/>
          <p:cNvPicPr/>
          <p:nvPr/>
        </p:nvPicPr>
        <p:blipFill>
          <a:blip r:embed="rId188" cstate="print"/>
          <a:stretch>
            <a:fillRect/>
          </a:stretch>
        </p:blipFill>
        <p:spPr>
          <a:xfrm>
            <a:off x="15756123" y="543909"/>
            <a:ext cx="112090" cy="103149"/>
          </a:xfrm>
          <a:prstGeom prst="rect">
            <a:avLst/>
          </a:prstGeom>
        </p:spPr>
      </p:pic>
      <p:pic>
        <p:nvPicPr>
          <p:cNvPr id="192" name="object 192"/>
          <p:cNvPicPr/>
          <p:nvPr/>
        </p:nvPicPr>
        <p:blipFill>
          <a:blip r:embed="rId189" cstate="print"/>
          <a:stretch>
            <a:fillRect/>
          </a:stretch>
        </p:blipFill>
        <p:spPr>
          <a:xfrm>
            <a:off x="16046924" y="4869733"/>
            <a:ext cx="103631" cy="109067"/>
          </a:xfrm>
          <a:prstGeom prst="rect">
            <a:avLst/>
          </a:prstGeom>
        </p:spPr>
      </p:pic>
      <p:pic>
        <p:nvPicPr>
          <p:cNvPr id="193" name="object 193"/>
          <p:cNvPicPr/>
          <p:nvPr/>
        </p:nvPicPr>
        <p:blipFill>
          <a:blip r:embed="rId190" cstate="print"/>
          <a:stretch>
            <a:fillRect/>
          </a:stretch>
        </p:blipFill>
        <p:spPr>
          <a:xfrm>
            <a:off x="15179806" y="1694933"/>
            <a:ext cx="103631" cy="108856"/>
          </a:xfrm>
          <a:prstGeom prst="rect">
            <a:avLst/>
          </a:prstGeom>
        </p:spPr>
      </p:pic>
      <p:pic>
        <p:nvPicPr>
          <p:cNvPr id="194" name="object 194"/>
          <p:cNvPicPr/>
          <p:nvPr/>
        </p:nvPicPr>
        <p:blipFill>
          <a:blip r:embed="rId191" cstate="print"/>
          <a:stretch>
            <a:fillRect/>
          </a:stretch>
        </p:blipFill>
        <p:spPr>
          <a:xfrm>
            <a:off x="15757180" y="4585967"/>
            <a:ext cx="111033" cy="103149"/>
          </a:xfrm>
          <a:prstGeom prst="rect">
            <a:avLst/>
          </a:prstGeom>
        </p:spPr>
      </p:pic>
      <p:pic>
        <p:nvPicPr>
          <p:cNvPr id="195" name="object 195"/>
          <p:cNvPicPr/>
          <p:nvPr/>
        </p:nvPicPr>
        <p:blipFill>
          <a:blip r:embed="rId192" cstate="print"/>
          <a:stretch>
            <a:fillRect/>
          </a:stretch>
        </p:blipFill>
        <p:spPr>
          <a:xfrm>
            <a:off x="15179806" y="3419724"/>
            <a:ext cx="104688" cy="108539"/>
          </a:xfrm>
          <a:prstGeom prst="rect">
            <a:avLst/>
          </a:prstGeom>
        </p:spPr>
      </p:pic>
      <p:pic>
        <p:nvPicPr>
          <p:cNvPr id="196" name="object 196"/>
          <p:cNvPicPr/>
          <p:nvPr/>
        </p:nvPicPr>
        <p:blipFill>
          <a:blip r:embed="rId193" cstate="print"/>
          <a:stretch>
            <a:fillRect/>
          </a:stretch>
        </p:blipFill>
        <p:spPr>
          <a:xfrm>
            <a:off x="17497761" y="5737097"/>
            <a:ext cx="102573" cy="109067"/>
          </a:xfrm>
          <a:prstGeom prst="rect">
            <a:avLst/>
          </a:prstGeom>
        </p:spPr>
      </p:pic>
      <p:pic>
        <p:nvPicPr>
          <p:cNvPr id="197" name="object 197"/>
          <p:cNvPicPr/>
          <p:nvPr/>
        </p:nvPicPr>
        <p:blipFill>
          <a:blip r:embed="rId194" cstate="print"/>
          <a:stretch>
            <a:fillRect/>
          </a:stretch>
        </p:blipFill>
        <p:spPr>
          <a:xfrm>
            <a:off x="16341163" y="5153077"/>
            <a:ext cx="109711" cy="109490"/>
          </a:xfrm>
          <a:prstGeom prst="rect">
            <a:avLst/>
          </a:prstGeom>
        </p:spPr>
      </p:pic>
      <p:pic>
        <p:nvPicPr>
          <p:cNvPr id="198" name="object 198"/>
          <p:cNvPicPr/>
          <p:nvPr/>
        </p:nvPicPr>
        <p:blipFill>
          <a:blip r:embed="rId195" cstate="print"/>
          <a:stretch>
            <a:fillRect/>
          </a:stretch>
        </p:blipFill>
        <p:spPr>
          <a:xfrm>
            <a:off x="15473649" y="827147"/>
            <a:ext cx="103763" cy="103677"/>
          </a:xfrm>
          <a:prstGeom prst="rect">
            <a:avLst/>
          </a:prstGeom>
        </p:spPr>
      </p:pic>
      <p:pic>
        <p:nvPicPr>
          <p:cNvPr id="199" name="object 199"/>
          <p:cNvPicPr/>
          <p:nvPr/>
        </p:nvPicPr>
        <p:blipFill>
          <a:blip r:embed="rId196" cstate="print"/>
          <a:stretch>
            <a:fillRect/>
          </a:stretch>
        </p:blipFill>
        <p:spPr>
          <a:xfrm>
            <a:off x="16629586" y="5443290"/>
            <a:ext cx="104688" cy="103572"/>
          </a:xfrm>
          <a:prstGeom prst="rect">
            <a:avLst/>
          </a:prstGeom>
        </p:spPr>
      </p:pic>
      <p:pic>
        <p:nvPicPr>
          <p:cNvPr id="200" name="object 200"/>
          <p:cNvPicPr/>
          <p:nvPr/>
        </p:nvPicPr>
        <p:blipFill>
          <a:blip r:embed="rId197" cstate="print"/>
          <a:stretch>
            <a:fillRect/>
          </a:stretch>
        </p:blipFill>
        <p:spPr>
          <a:xfrm>
            <a:off x="15179806" y="1401232"/>
            <a:ext cx="103779" cy="103360"/>
          </a:xfrm>
          <a:prstGeom prst="rect">
            <a:avLst/>
          </a:prstGeom>
        </p:spPr>
      </p:pic>
      <p:pic>
        <p:nvPicPr>
          <p:cNvPr id="201" name="object 201"/>
          <p:cNvPicPr/>
          <p:nvPr/>
        </p:nvPicPr>
        <p:blipFill>
          <a:blip r:embed="rId198" cstate="print"/>
          <a:stretch>
            <a:fillRect/>
          </a:stretch>
        </p:blipFill>
        <p:spPr>
          <a:xfrm>
            <a:off x="15471664" y="4286454"/>
            <a:ext cx="105746" cy="109279"/>
          </a:xfrm>
          <a:prstGeom prst="rect">
            <a:avLst/>
          </a:prstGeom>
        </p:spPr>
      </p:pic>
      <p:pic>
        <p:nvPicPr>
          <p:cNvPr id="202" name="object 202"/>
          <p:cNvPicPr/>
          <p:nvPr/>
        </p:nvPicPr>
        <p:blipFill>
          <a:blip r:embed="rId199" cstate="print"/>
          <a:stretch>
            <a:fillRect/>
          </a:stretch>
        </p:blipFill>
        <p:spPr>
          <a:xfrm>
            <a:off x="15178749" y="3718921"/>
            <a:ext cx="104688" cy="103254"/>
          </a:xfrm>
          <a:prstGeom prst="rect">
            <a:avLst/>
          </a:prstGeom>
        </p:spPr>
      </p:pic>
      <p:pic>
        <p:nvPicPr>
          <p:cNvPr id="203" name="object 203"/>
          <p:cNvPicPr/>
          <p:nvPr/>
        </p:nvPicPr>
        <p:blipFill>
          <a:blip r:embed="rId200" cstate="print"/>
          <a:stretch>
            <a:fillRect/>
          </a:stretch>
        </p:blipFill>
        <p:spPr>
          <a:xfrm>
            <a:off x="17197443" y="5737519"/>
            <a:ext cx="105746" cy="103254"/>
          </a:xfrm>
          <a:prstGeom prst="rect">
            <a:avLst/>
          </a:prstGeom>
        </p:spPr>
      </p:pic>
      <p:sp>
        <p:nvSpPr>
          <p:cNvPr id="204" name="object 204"/>
          <p:cNvSpPr/>
          <p:nvPr/>
        </p:nvSpPr>
        <p:spPr>
          <a:xfrm>
            <a:off x="16046925" y="8821"/>
            <a:ext cx="104139" cy="55244"/>
          </a:xfrm>
          <a:custGeom>
            <a:avLst/>
            <a:gdLst/>
            <a:ahLst/>
            <a:cxnLst/>
            <a:rect l="l" t="t" r="r" b="b"/>
            <a:pathLst>
              <a:path w="104140" h="55244">
                <a:moveTo>
                  <a:pt x="103631" y="0"/>
                </a:moveTo>
                <a:lnTo>
                  <a:pt x="1057" y="0"/>
                </a:lnTo>
                <a:lnTo>
                  <a:pt x="1057" y="5072"/>
                </a:lnTo>
                <a:lnTo>
                  <a:pt x="0" y="13316"/>
                </a:lnTo>
                <a:lnTo>
                  <a:pt x="1057" y="21454"/>
                </a:lnTo>
                <a:lnTo>
                  <a:pt x="1057" y="24096"/>
                </a:lnTo>
                <a:lnTo>
                  <a:pt x="2114" y="25681"/>
                </a:lnTo>
                <a:lnTo>
                  <a:pt x="6344" y="25681"/>
                </a:lnTo>
                <a:lnTo>
                  <a:pt x="9517" y="26421"/>
                </a:lnTo>
                <a:lnTo>
                  <a:pt x="9517" y="27161"/>
                </a:lnTo>
                <a:lnTo>
                  <a:pt x="11896" y="33951"/>
                </a:lnTo>
                <a:lnTo>
                  <a:pt x="15861" y="39315"/>
                </a:lnTo>
                <a:lnTo>
                  <a:pt x="21413" y="43331"/>
                </a:lnTo>
                <a:lnTo>
                  <a:pt x="28551" y="46078"/>
                </a:lnTo>
                <a:lnTo>
                  <a:pt x="29608" y="46184"/>
                </a:lnTo>
                <a:lnTo>
                  <a:pt x="29608" y="53054"/>
                </a:lnTo>
                <a:lnTo>
                  <a:pt x="31723" y="54639"/>
                </a:lnTo>
                <a:lnTo>
                  <a:pt x="35953" y="54956"/>
                </a:lnTo>
                <a:lnTo>
                  <a:pt x="50758" y="54850"/>
                </a:lnTo>
                <a:lnTo>
                  <a:pt x="50758" y="55062"/>
                </a:lnTo>
                <a:lnTo>
                  <a:pt x="68735" y="55167"/>
                </a:lnTo>
                <a:lnTo>
                  <a:pt x="72964" y="54639"/>
                </a:lnTo>
                <a:lnTo>
                  <a:pt x="75079" y="52525"/>
                </a:lnTo>
                <a:lnTo>
                  <a:pt x="74022" y="49778"/>
                </a:lnTo>
                <a:lnTo>
                  <a:pt x="74022" y="46924"/>
                </a:lnTo>
                <a:lnTo>
                  <a:pt x="78252" y="45127"/>
                </a:lnTo>
                <a:lnTo>
                  <a:pt x="86711" y="42379"/>
                </a:lnTo>
                <a:lnTo>
                  <a:pt x="91999" y="37518"/>
                </a:lnTo>
                <a:lnTo>
                  <a:pt x="94114" y="28957"/>
                </a:lnTo>
                <a:lnTo>
                  <a:pt x="94114" y="26421"/>
                </a:lnTo>
                <a:lnTo>
                  <a:pt x="96229" y="25470"/>
                </a:lnTo>
                <a:lnTo>
                  <a:pt x="100458" y="25470"/>
                </a:lnTo>
                <a:lnTo>
                  <a:pt x="103631" y="24202"/>
                </a:lnTo>
                <a:lnTo>
                  <a:pt x="103631" y="0"/>
                </a:lnTo>
                <a:close/>
              </a:path>
            </a:pathLst>
          </a:custGeom>
          <a:solidFill>
            <a:srgbClr val="000000"/>
          </a:solidFill>
        </p:spPr>
        <p:txBody>
          <a:bodyPr wrap="square" lIns="0" tIns="0" rIns="0" bIns="0" rtlCol="0"/>
          <a:lstStyle/>
          <a:p>
            <a:endParaRPr/>
          </a:p>
        </p:txBody>
      </p:sp>
      <p:pic>
        <p:nvPicPr>
          <p:cNvPr id="205" name="object 205"/>
          <p:cNvPicPr/>
          <p:nvPr/>
        </p:nvPicPr>
        <p:blipFill>
          <a:blip r:embed="rId201" cstate="print"/>
          <a:stretch>
            <a:fillRect/>
          </a:stretch>
        </p:blipFill>
        <p:spPr>
          <a:xfrm>
            <a:off x="14895349" y="2268635"/>
            <a:ext cx="99401" cy="102686"/>
          </a:xfrm>
          <a:prstGeom prst="rect">
            <a:avLst/>
          </a:prstGeom>
        </p:spPr>
      </p:pic>
      <p:pic>
        <p:nvPicPr>
          <p:cNvPr id="206" name="object 206"/>
          <p:cNvPicPr/>
          <p:nvPr/>
        </p:nvPicPr>
        <p:blipFill>
          <a:blip r:embed="rId202" cstate="print"/>
          <a:stretch>
            <a:fillRect/>
          </a:stretch>
        </p:blipFill>
        <p:spPr>
          <a:xfrm>
            <a:off x="16046924" y="5159207"/>
            <a:ext cx="103631" cy="98604"/>
          </a:xfrm>
          <a:prstGeom prst="rect">
            <a:avLst/>
          </a:prstGeom>
        </p:spPr>
      </p:pic>
      <p:pic>
        <p:nvPicPr>
          <p:cNvPr id="207" name="object 207"/>
          <p:cNvPicPr/>
          <p:nvPr/>
        </p:nvPicPr>
        <p:blipFill>
          <a:blip r:embed="rId203" cstate="print"/>
          <a:stretch>
            <a:fillRect/>
          </a:stretch>
        </p:blipFill>
        <p:spPr>
          <a:xfrm>
            <a:off x="15179806" y="4002793"/>
            <a:ext cx="103631" cy="103466"/>
          </a:xfrm>
          <a:prstGeom prst="rect">
            <a:avLst/>
          </a:prstGeom>
        </p:spPr>
      </p:pic>
      <p:pic>
        <p:nvPicPr>
          <p:cNvPr id="208" name="object 208"/>
          <p:cNvPicPr/>
          <p:nvPr/>
        </p:nvPicPr>
        <p:blipFill>
          <a:blip r:embed="rId204" cstate="print"/>
          <a:stretch>
            <a:fillRect/>
          </a:stretch>
        </p:blipFill>
        <p:spPr>
          <a:xfrm>
            <a:off x="15762467" y="4870050"/>
            <a:ext cx="100458" cy="103254"/>
          </a:xfrm>
          <a:prstGeom prst="rect">
            <a:avLst/>
          </a:prstGeom>
        </p:spPr>
      </p:pic>
      <p:pic>
        <p:nvPicPr>
          <p:cNvPr id="209" name="object 209"/>
          <p:cNvPicPr/>
          <p:nvPr/>
        </p:nvPicPr>
        <p:blipFill>
          <a:blip r:embed="rId205" cstate="print"/>
          <a:stretch>
            <a:fillRect/>
          </a:stretch>
        </p:blipFill>
        <p:spPr>
          <a:xfrm>
            <a:off x="14893235" y="2566206"/>
            <a:ext cx="102573" cy="98921"/>
          </a:xfrm>
          <a:prstGeom prst="rect">
            <a:avLst/>
          </a:prstGeom>
        </p:spPr>
      </p:pic>
      <p:pic>
        <p:nvPicPr>
          <p:cNvPr id="210" name="object 210"/>
          <p:cNvPicPr/>
          <p:nvPr/>
        </p:nvPicPr>
        <p:blipFill>
          <a:blip r:embed="rId206" cstate="print"/>
          <a:stretch>
            <a:fillRect/>
          </a:stretch>
        </p:blipFill>
        <p:spPr>
          <a:xfrm>
            <a:off x="14895349" y="2851452"/>
            <a:ext cx="101516" cy="102832"/>
          </a:xfrm>
          <a:prstGeom prst="rect">
            <a:avLst/>
          </a:prstGeom>
        </p:spPr>
      </p:pic>
      <p:pic>
        <p:nvPicPr>
          <p:cNvPr id="211" name="object 211"/>
          <p:cNvPicPr/>
          <p:nvPr/>
        </p:nvPicPr>
        <p:blipFill>
          <a:blip r:embed="rId207" cstate="print"/>
          <a:stretch>
            <a:fillRect/>
          </a:stretch>
        </p:blipFill>
        <p:spPr>
          <a:xfrm>
            <a:off x="15180118" y="1116937"/>
            <a:ext cx="104377" cy="98499"/>
          </a:xfrm>
          <a:prstGeom prst="rect">
            <a:avLst/>
          </a:prstGeom>
        </p:spPr>
      </p:pic>
      <p:pic>
        <p:nvPicPr>
          <p:cNvPr id="212" name="object 212"/>
          <p:cNvPicPr/>
          <p:nvPr/>
        </p:nvPicPr>
        <p:blipFill>
          <a:blip r:embed="rId208" cstate="print"/>
          <a:stretch>
            <a:fillRect/>
          </a:stretch>
        </p:blipFill>
        <p:spPr>
          <a:xfrm>
            <a:off x="15763524" y="250208"/>
            <a:ext cx="97286" cy="97865"/>
          </a:xfrm>
          <a:prstGeom prst="rect">
            <a:avLst/>
          </a:prstGeom>
        </p:spPr>
      </p:pic>
      <p:pic>
        <p:nvPicPr>
          <p:cNvPr id="213" name="object 213"/>
          <p:cNvPicPr/>
          <p:nvPr/>
        </p:nvPicPr>
        <p:blipFill>
          <a:blip r:embed="rId209" cstate="print"/>
          <a:stretch>
            <a:fillRect/>
          </a:stretch>
        </p:blipFill>
        <p:spPr>
          <a:xfrm>
            <a:off x="15474838" y="543909"/>
            <a:ext cx="103631" cy="102937"/>
          </a:xfrm>
          <a:prstGeom prst="rect">
            <a:avLst/>
          </a:prstGeom>
        </p:spPr>
      </p:pic>
      <p:pic>
        <p:nvPicPr>
          <p:cNvPr id="214" name="object 214"/>
          <p:cNvPicPr/>
          <p:nvPr/>
        </p:nvPicPr>
        <p:blipFill>
          <a:blip r:embed="rId210" cstate="print"/>
          <a:stretch>
            <a:fillRect/>
          </a:stretch>
        </p:blipFill>
        <p:spPr>
          <a:xfrm>
            <a:off x="16914043" y="5741747"/>
            <a:ext cx="104688" cy="98921"/>
          </a:xfrm>
          <a:prstGeom prst="rect">
            <a:avLst/>
          </a:prstGeom>
        </p:spPr>
      </p:pic>
      <p:pic>
        <p:nvPicPr>
          <p:cNvPr id="215" name="object 215"/>
          <p:cNvPicPr/>
          <p:nvPr/>
        </p:nvPicPr>
        <p:blipFill>
          <a:blip r:embed="rId211" cstate="print"/>
          <a:stretch>
            <a:fillRect/>
          </a:stretch>
        </p:blipFill>
        <p:spPr>
          <a:xfrm>
            <a:off x="14893233" y="1984089"/>
            <a:ext cx="101516" cy="98393"/>
          </a:xfrm>
          <a:prstGeom prst="rect">
            <a:avLst/>
          </a:prstGeom>
        </p:spPr>
      </p:pic>
      <p:pic>
        <p:nvPicPr>
          <p:cNvPr id="216" name="object 216"/>
          <p:cNvPicPr/>
          <p:nvPr/>
        </p:nvPicPr>
        <p:blipFill>
          <a:blip r:embed="rId212" cstate="print"/>
          <a:stretch>
            <a:fillRect/>
          </a:stretch>
        </p:blipFill>
        <p:spPr>
          <a:xfrm>
            <a:off x="18069848" y="6026358"/>
            <a:ext cx="99401" cy="98499"/>
          </a:xfrm>
          <a:prstGeom prst="rect">
            <a:avLst/>
          </a:prstGeom>
        </p:spPr>
      </p:pic>
      <p:pic>
        <p:nvPicPr>
          <p:cNvPr id="217" name="object 217"/>
          <p:cNvPicPr/>
          <p:nvPr/>
        </p:nvPicPr>
        <p:blipFill>
          <a:blip r:embed="rId213" cstate="print"/>
          <a:stretch>
            <a:fillRect/>
          </a:stretch>
        </p:blipFill>
        <p:spPr>
          <a:xfrm>
            <a:off x="17781689" y="6026675"/>
            <a:ext cx="105217" cy="99133"/>
          </a:xfrm>
          <a:prstGeom prst="rect">
            <a:avLst/>
          </a:prstGeom>
        </p:spPr>
      </p:pic>
      <p:pic>
        <p:nvPicPr>
          <p:cNvPr id="218" name="object 218"/>
          <p:cNvPicPr/>
          <p:nvPr/>
        </p:nvPicPr>
        <p:blipFill>
          <a:blip r:embed="rId214" cstate="print"/>
          <a:stretch>
            <a:fillRect/>
          </a:stretch>
        </p:blipFill>
        <p:spPr>
          <a:xfrm>
            <a:off x="14894326" y="3135536"/>
            <a:ext cx="100423" cy="103783"/>
          </a:xfrm>
          <a:prstGeom prst="rect">
            <a:avLst/>
          </a:prstGeom>
        </p:spPr>
      </p:pic>
      <p:pic>
        <p:nvPicPr>
          <p:cNvPr id="219" name="object 219"/>
          <p:cNvPicPr/>
          <p:nvPr/>
        </p:nvPicPr>
        <p:blipFill>
          <a:blip r:embed="rId215" cstate="print"/>
          <a:stretch>
            <a:fillRect/>
          </a:stretch>
        </p:blipFill>
        <p:spPr>
          <a:xfrm>
            <a:off x="16346120" y="5444770"/>
            <a:ext cx="99467" cy="101881"/>
          </a:xfrm>
          <a:prstGeom prst="rect">
            <a:avLst/>
          </a:prstGeom>
        </p:spPr>
      </p:pic>
      <p:pic>
        <p:nvPicPr>
          <p:cNvPr id="220" name="object 220"/>
          <p:cNvPicPr/>
          <p:nvPr/>
        </p:nvPicPr>
        <p:blipFill>
          <a:blip r:embed="rId216" cstate="print"/>
          <a:stretch>
            <a:fillRect/>
          </a:stretch>
        </p:blipFill>
        <p:spPr>
          <a:xfrm>
            <a:off x="15478010" y="4585756"/>
            <a:ext cx="100458" cy="103572"/>
          </a:xfrm>
          <a:prstGeom prst="rect">
            <a:avLst/>
          </a:prstGeom>
        </p:spPr>
      </p:pic>
      <p:pic>
        <p:nvPicPr>
          <p:cNvPr id="221" name="object 221"/>
          <p:cNvPicPr/>
          <p:nvPr/>
        </p:nvPicPr>
        <p:blipFill>
          <a:blip r:embed="rId217" cstate="print"/>
          <a:stretch>
            <a:fillRect/>
          </a:stretch>
        </p:blipFill>
        <p:spPr>
          <a:xfrm>
            <a:off x="17496704" y="6025830"/>
            <a:ext cx="99401" cy="98921"/>
          </a:xfrm>
          <a:prstGeom prst="rect">
            <a:avLst/>
          </a:prstGeom>
        </p:spPr>
      </p:pic>
      <p:pic>
        <p:nvPicPr>
          <p:cNvPr id="222" name="object 222"/>
          <p:cNvPicPr/>
          <p:nvPr/>
        </p:nvPicPr>
        <p:blipFill>
          <a:blip r:embed="rId218" cstate="print"/>
          <a:stretch>
            <a:fillRect/>
          </a:stretch>
        </p:blipFill>
        <p:spPr>
          <a:xfrm>
            <a:off x="14893233" y="1700111"/>
            <a:ext cx="101516" cy="98816"/>
          </a:xfrm>
          <a:prstGeom prst="rect">
            <a:avLst/>
          </a:prstGeom>
        </p:spPr>
      </p:pic>
      <p:pic>
        <p:nvPicPr>
          <p:cNvPr id="223" name="object 223"/>
          <p:cNvPicPr/>
          <p:nvPr/>
        </p:nvPicPr>
        <p:blipFill>
          <a:blip r:embed="rId219" cstate="print"/>
          <a:stretch>
            <a:fillRect/>
          </a:stretch>
        </p:blipFill>
        <p:spPr>
          <a:xfrm>
            <a:off x="14894952" y="3424903"/>
            <a:ext cx="99797" cy="98287"/>
          </a:xfrm>
          <a:prstGeom prst="rect">
            <a:avLst/>
          </a:prstGeom>
        </p:spPr>
      </p:pic>
      <p:pic>
        <p:nvPicPr>
          <p:cNvPr id="224" name="object 224"/>
          <p:cNvPicPr/>
          <p:nvPr/>
        </p:nvPicPr>
        <p:blipFill>
          <a:blip r:embed="rId220" cstate="print"/>
          <a:stretch>
            <a:fillRect/>
          </a:stretch>
        </p:blipFill>
        <p:spPr>
          <a:xfrm>
            <a:off x="15182978" y="838138"/>
            <a:ext cx="91999" cy="88141"/>
          </a:xfrm>
          <a:prstGeom prst="rect">
            <a:avLst/>
          </a:prstGeom>
        </p:spPr>
      </p:pic>
      <p:pic>
        <p:nvPicPr>
          <p:cNvPr id="225" name="object 225"/>
          <p:cNvPicPr/>
          <p:nvPr/>
        </p:nvPicPr>
        <p:blipFill>
          <a:blip r:embed="rId221" cstate="print"/>
          <a:stretch>
            <a:fillRect/>
          </a:stretch>
        </p:blipFill>
        <p:spPr>
          <a:xfrm>
            <a:off x="15185093" y="4297022"/>
            <a:ext cx="100458" cy="88247"/>
          </a:xfrm>
          <a:prstGeom prst="rect">
            <a:avLst/>
          </a:prstGeom>
        </p:spPr>
      </p:pic>
      <p:pic>
        <p:nvPicPr>
          <p:cNvPr id="226" name="object 226"/>
          <p:cNvPicPr/>
          <p:nvPr/>
        </p:nvPicPr>
        <p:blipFill>
          <a:blip r:embed="rId222" cstate="print"/>
          <a:stretch>
            <a:fillRect/>
          </a:stretch>
        </p:blipFill>
        <p:spPr>
          <a:xfrm>
            <a:off x="16639103" y="5746925"/>
            <a:ext cx="85654" cy="88564"/>
          </a:xfrm>
          <a:prstGeom prst="rect">
            <a:avLst/>
          </a:prstGeom>
        </p:spPr>
      </p:pic>
      <p:pic>
        <p:nvPicPr>
          <p:cNvPr id="227" name="object 227"/>
          <p:cNvPicPr/>
          <p:nvPr/>
        </p:nvPicPr>
        <p:blipFill>
          <a:blip r:embed="rId223" cstate="print"/>
          <a:stretch>
            <a:fillRect/>
          </a:stretch>
        </p:blipFill>
        <p:spPr>
          <a:xfrm>
            <a:off x="14900636" y="1410849"/>
            <a:ext cx="89884" cy="84125"/>
          </a:xfrm>
          <a:prstGeom prst="rect">
            <a:avLst/>
          </a:prstGeom>
        </p:spPr>
      </p:pic>
      <p:pic>
        <p:nvPicPr>
          <p:cNvPr id="228" name="object 228"/>
          <p:cNvPicPr/>
          <p:nvPr/>
        </p:nvPicPr>
        <p:blipFill>
          <a:blip r:embed="rId224" cstate="print"/>
          <a:stretch>
            <a:fillRect/>
          </a:stretch>
        </p:blipFill>
        <p:spPr>
          <a:xfrm>
            <a:off x="17205903" y="6036398"/>
            <a:ext cx="86711" cy="83914"/>
          </a:xfrm>
          <a:prstGeom prst="rect">
            <a:avLst/>
          </a:prstGeom>
        </p:spPr>
      </p:pic>
      <p:sp>
        <p:nvSpPr>
          <p:cNvPr id="229" name="object 229"/>
          <p:cNvSpPr/>
          <p:nvPr/>
        </p:nvSpPr>
        <p:spPr>
          <a:xfrm>
            <a:off x="15773043" y="8821"/>
            <a:ext cx="85090" cy="46355"/>
          </a:xfrm>
          <a:custGeom>
            <a:avLst/>
            <a:gdLst/>
            <a:ahLst/>
            <a:cxnLst/>
            <a:rect l="l" t="t" r="r" b="b"/>
            <a:pathLst>
              <a:path w="85090" h="46355">
                <a:moveTo>
                  <a:pt x="83539" y="0"/>
                </a:moveTo>
                <a:lnTo>
                  <a:pt x="0" y="0"/>
                </a:lnTo>
                <a:lnTo>
                  <a:pt x="0" y="25153"/>
                </a:lnTo>
                <a:lnTo>
                  <a:pt x="17976" y="44493"/>
                </a:lnTo>
                <a:lnTo>
                  <a:pt x="19034" y="45550"/>
                </a:lnTo>
                <a:lnTo>
                  <a:pt x="21149" y="45761"/>
                </a:lnTo>
                <a:lnTo>
                  <a:pt x="27494" y="45656"/>
                </a:lnTo>
                <a:lnTo>
                  <a:pt x="30666" y="44916"/>
                </a:lnTo>
                <a:lnTo>
                  <a:pt x="47585" y="44916"/>
                </a:lnTo>
                <a:lnTo>
                  <a:pt x="51815" y="45656"/>
                </a:lnTo>
                <a:lnTo>
                  <a:pt x="57102" y="45656"/>
                </a:lnTo>
                <a:lnTo>
                  <a:pt x="59217" y="45444"/>
                </a:lnTo>
                <a:lnTo>
                  <a:pt x="66620" y="41851"/>
                </a:lnTo>
                <a:lnTo>
                  <a:pt x="69792" y="35404"/>
                </a:lnTo>
                <a:lnTo>
                  <a:pt x="79309" y="28429"/>
                </a:lnTo>
                <a:lnTo>
                  <a:pt x="77194" y="22511"/>
                </a:lnTo>
                <a:lnTo>
                  <a:pt x="81424" y="19551"/>
                </a:lnTo>
                <a:lnTo>
                  <a:pt x="84596" y="17543"/>
                </a:lnTo>
                <a:lnTo>
                  <a:pt x="82482" y="13633"/>
                </a:lnTo>
                <a:lnTo>
                  <a:pt x="83539" y="10568"/>
                </a:lnTo>
                <a:lnTo>
                  <a:pt x="83539" y="0"/>
                </a:lnTo>
                <a:close/>
              </a:path>
            </a:pathLst>
          </a:custGeom>
          <a:solidFill>
            <a:srgbClr val="000000"/>
          </a:solidFill>
        </p:spPr>
        <p:txBody>
          <a:bodyPr wrap="square" lIns="0" tIns="0" rIns="0" bIns="0" rtlCol="0"/>
          <a:lstStyle/>
          <a:p>
            <a:endParaRPr/>
          </a:p>
        </p:txBody>
      </p:sp>
      <p:pic>
        <p:nvPicPr>
          <p:cNvPr id="230" name="object 230"/>
          <p:cNvPicPr/>
          <p:nvPr/>
        </p:nvPicPr>
        <p:blipFill>
          <a:blip r:embed="rId225" cstate="print"/>
          <a:stretch>
            <a:fillRect/>
          </a:stretch>
        </p:blipFill>
        <p:spPr>
          <a:xfrm>
            <a:off x="16055384" y="5453224"/>
            <a:ext cx="86711" cy="83808"/>
          </a:xfrm>
          <a:prstGeom prst="rect">
            <a:avLst/>
          </a:prstGeom>
        </p:spPr>
      </p:pic>
      <p:pic>
        <p:nvPicPr>
          <p:cNvPr id="231" name="object 231"/>
          <p:cNvPicPr/>
          <p:nvPr/>
        </p:nvPicPr>
        <p:blipFill>
          <a:blip r:embed="rId226" cstate="print"/>
          <a:stretch>
            <a:fillRect/>
          </a:stretch>
        </p:blipFill>
        <p:spPr>
          <a:xfrm>
            <a:off x="14903808" y="3727799"/>
            <a:ext cx="85654" cy="84442"/>
          </a:xfrm>
          <a:prstGeom prst="rect">
            <a:avLst/>
          </a:prstGeom>
        </p:spPr>
      </p:pic>
      <p:pic>
        <p:nvPicPr>
          <p:cNvPr id="232" name="object 232"/>
          <p:cNvPicPr/>
          <p:nvPr/>
        </p:nvPicPr>
        <p:blipFill>
          <a:blip r:embed="rId227" cstate="print"/>
          <a:stretch>
            <a:fillRect/>
          </a:stretch>
        </p:blipFill>
        <p:spPr>
          <a:xfrm>
            <a:off x="15483298" y="259297"/>
            <a:ext cx="85654" cy="79581"/>
          </a:xfrm>
          <a:prstGeom prst="rect">
            <a:avLst/>
          </a:prstGeom>
        </p:spPr>
      </p:pic>
      <p:pic>
        <p:nvPicPr>
          <p:cNvPr id="233" name="object 233"/>
          <p:cNvPicPr/>
          <p:nvPr/>
        </p:nvPicPr>
        <p:blipFill>
          <a:blip r:embed="rId228" cstate="print"/>
          <a:stretch>
            <a:fillRect/>
          </a:stretch>
        </p:blipFill>
        <p:spPr>
          <a:xfrm>
            <a:off x="15770927" y="5168613"/>
            <a:ext cx="87769" cy="84231"/>
          </a:xfrm>
          <a:prstGeom prst="rect">
            <a:avLst/>
          </a:prstGeom>
        </p:spPr>
      </p:pic>
      <p:pic>
        <p:nvPicPr>
          <p:cNvPr id="234" name="object 234"/>
          <p:cNvPicPr/>
          <p:nvPr/>
        </p:nvPicPr>
        <p:blipFill>
          <a:blip r:embed="rId229" cstate="print"/>
          <a:stretch>
            <a:fillRect/>
          </a:stretch>
        </p:blipFill>
        <p:spPr>
          <a:xfrm>
            <a:off x="15190381" y="553526"/>
            <a:ext cx="82482" cy="83491"/>
          </a:xfrm>
          <a:prstGeom prst="rect">
            <a:avLst/>
          </a:prstGeom>
        </p:spPr>
      </p:pic>
      <p:pic>
        <p:nvPicPr>
          <p:cNvPr id="235" name="object 235"/>
          <p:cNvPicPr/>
          <p:nvPr/>
        </p:nvPicPr>
        <p:blipFill>
          <a:blip r:embed="rId230" cstate="print"/>
          <a:stretch>
            <a:fillRect/>
          </a:stretch>
        </p:blipFill>
        <p:spPr>
          <a:xfrm>
            <a:off x="15189324" y="4595479"/>
            <a:ext cx="85654" cy="84548"/>
          </a:xfrm>
          <a:prstGeom prst="rect">
            <a:avLst/>
          </a:prstGeom>
        </p:spPr>
      </p:pic>
      <p:pic>
        <p:nvPicPr>
          <p:cNvPr id="236" name="object 236"/>
          <p:cNvPicPr/>
          <p:nvPr/>
        </p:nvPicPr>
        <p:blipFill>
          <a:blip r:embed="rId231" cstate="print"/>
          <a:stretch>
            <a:fillRect/>
          </a:stretch>
        </p:blipFill>
        <p:spPr>
          <a:xfrm>
            <a:off x="15483298" y="4879351"/>
            <a:ext cx="85654" cy="84442"/>
          </a:xfrm>
          <a:prstGeom prst="rect">
            <a:avLst/>
          </a:prstGeom>
        </p:spPr>
      </p:pic>
      <p:pic>
        <p:nvPicPr>
          <p:cNvPr id="237" name="object 237"/>
          <p:cNvPicPr/>
          <p:nvPr/>
        </p:nvPicPr>
        <p:blipFill>
          <a:blip r:embed="rId232" cstate="print"/>
          <a:stretch>
            <a:fillRect/>
          </a:stretch>
        </p:blipFill>
        <p:spPr>
          <a:xfrm>
            <a:off x="14621350" y="2277790"/>
            <a:ext cx="79425" cy="84125"/>
          </a:xfrm>
          <a:prstGeom prst="rect">
            <a:avLst/>
          </a:prstGeom>
        </p:spPr>
      </p:pic>
      <p:pic>
        <p:nvPicPr>
          <p:cNvPr id="238" name="object 238"/>
          <p:cNvPicPr/>
          <p:nvPr/>
        </p:nvPicPr>
        <p:blipFill>
          <a:blip r:embed="rId233" cstate="print"/>
          <a:stretch>
            <a:fillRect/>
          </a:stretch>
        </p:blipFill>
        <p:spPr>
          <a:xfrm>
            <a:off x="18080423" y="6320482"/>
            <a:ext cx="80367" cy="83491"/>
          </a:xfrm>
          <a:prstGeom prst="rect">
            <a:avLst/>
          </a:prstGeom>
        </p:spPr>
      </p:pic>
      <p:pic>
        <p:nvPicPr>
          <p:cNvPr id="239" name="object 239"/>
          <p:cNvPicPr/>
          <p:nvPr/>
        </p:nvPicPr>
        <p:blipFill>
          <a:blip r:embed="rId234" cstate="print"/>
          <a:stretch>
            <a:fillRect/>
          </a:stretch>
        </p:blipFill>
        <p:spPr>
          <a:xfrm>
            <a:off x="16923560" y="6035976"/>
            <a:ext cx="84596" cy="78630"/>
          </a:xfrm>
          <a:prstGeom prst="rect">
            <a:avLst/>
          </a:prstGeom>
        </p:spPr>
      </p:pic>
      <p:pic>
        <p:nvPicPr>
          <p:cNvPr id="240" name="object 240"/>
          <p:cNvPicPr/>
          <p:nvPr/>
        </p:nvPicPr>
        <p:blipFill>
          <a:blip r:embed="rId235" cstate="print"/>
          <a:stretch>
            <a:fillRect/>
          </a:stretch>
        </p:blipFill>
        <p:spPr>
          <a:xfrm>
            <a:off x="14620408" y="2861175"/>
            <a:ext cx="81424" cy="79158"/>
          </a:xfrm>
          <a:prstGeom prst="rect">
            <a:avLst/>
          </a:prstGeom>
        </p:spPr>
      </p:pic>
      <p:pic>
        <p:nvPicPr>
          <p:cNvPr id="241" name="object 241"/>
          <p:cNvPicPr/>
          <p:nvPr/>
        </p:nvPicPr>
        <p:blipFill>
          <a:blip r:embed="rId236" cstate="print"/>
          <a:stretch>
            <a:fillRect/>
          </a:stretch>
        </p:blipFill>
        <p:spPr>
          <a:xfrm>
            <a:off x="14905924" y="4013150"/>
            <a:ext cx="79309" cy="83174"/>
          </a:xfrm>
          <a:prstGeom prst="rect">
            <a:avLst/>
          </a:prstGeom>
        </p:spPr>
      </p:pic>
      <p:pic>
        <p:nvPicPr>
          <p:cNvPr id="242" name="object 242"/>
          <p:cNvPicPr/>
          <p:nvPr/>
        </p:nvPicPr>
        <p:blipFill>
          <a:blip r:embed="rId237" cstate="print"/>
          <a:stretch>
            <a:fillRect/>
          </a:stretch>
        </p:blipFill>
        <p:spPr>
          <a:xfrm>
            <a:off x="14619351" y="2576881"/>
            <a:ext cx="80367" cy="79264"/>
          </a:xfrm>
          <a:prstGeom prst="rect">
            <a:avLst/>
          </a:prstGeom>
        </p:spPr>
      </p:pic>
      <p:pic>
        <p:nvPicPr>
          <p:cNvPr id="243" name="object 243"/>
          <p:cNvPicPr/>
          <p:nvPr/>
        </p:nvPicPr>
        <p:blipFill>
          <a:blip r:embed="rId238" cstate="print"/>
          <a:stretch>
            <a:fillRect/>
          </a:stretch>
        </p:blipFill>
        <p:spPr>
          <a:xfrm>
            <a:off x="14620408" y="3145153"/>
            <a:ext cx="79309" cy="84231"/>
          </a:xfrm>
          <a:prstGeom prst="rect">
            <a:avLst/>
          </a:prstGeom>
        </p:spPr>
      </p:pic>
      <p:pic>
        <p:nvPicPr>
          <p:cNvPr id="244" name="object 244"/>
          <p:cNvPicPr/>
          <p:nvPr/>
        </p:nvPicPr>
        <p:blipFill>
          <a:blip r:embed="rId239" cstate="print"/>
          <a:stretch>
            <a:fillRect/>
          </a:stretch>
        </p:blipFill>
        <p:spPr>
          <a:xfrm>
            <a:off x="16355703" y="5752104"/>
            <a:ext cx="79309" cy="78524"/>
          </a:xfrm>
          <a:prstGeom prst="rect">
            <a:avLst/>
          </a:prstGeom>
        </p:spPr>
      </p:pic>
      <p:pic>
        <p:nvPicPr>
          <p:cNvPr id="245" name="object 245"/>
          <p:cNvPicPr/>
          <p:nvPr/>
        </p:nvPicPr>
        <p:blipFill>
          <a:blip r:embed="rId240" cstate="print"/>
          <a:stretch>
            <a:fillRect/>
          </a:stretch>
        </p:blipFill>
        <p:spPr>
          <a:xfrm>
            <a:off x="17790678" y="6320271"/>
            <a:ext cx="84332" cy="83914"/>
          </a:xfrm>
          <a:prstGeom prst="rect">
            <a:avLst/>
          </a:prstGeom>
        </p:spPr>
      </p:pic>
      <p:pic>
        <p:nvPicPr>
          <p:cNvPr id="246" name="object 246"/>
          <p:cNvPicPr/>
          <p:nvPr/>
        </p:nvPicPr>
        <p:blipFill>
          <a:blip r:embed="rId241" cstate="print"/>
          <a:stretch>
            <a:fillRect/>
          </a:stretch>
        </p:blipFill>
        <p:spPr>
          <a:xfrm>
            <a:off x="14620408" y="1994235"/>
            <a:ext cx="80367" cy="78418"/>
          </a:xfrm>
          <a:prstGeom prst="rect">
            <a:avLst/>
          </a:prstGeom>
        </p:spPr>
      </p:pic>
      <p:pic>
        <p:nvPicPr>
          <p:cNvPr id="247" name="object 247"/>
          <p:cNvPicPr/>
          <p:nvPr/>
        </p:nvPicPr>
        <p:blipFill>
          <a:blip r:embed="rId242" cstate="print"/>
          <a:stretch>
            <a:fillRect/>
          </a:stretch>
        </p:blipFill>
        <p:spPr>
          <a:xfrm>
            <a:off x="14905924" y="1126872"/>
            <a:ext cx="79309" cy="78524"/>
          </a:xfrm>
          <a:prstGeom prst="rect">
            <a:avLst/>
          </a:prstGeom>
        </p:spPr>
      </p:pic>
      <p:pic>
        <p:nvPicPr>
          <p:cNvPr id="248" name="object 248"/>
          <p:cNvPicPr/>
          <p:nvPr/>
        </p:nvPicPr>
        <p:blipFill>
          <a:blip r:embed="rId243" cstate="print"/>
          <a:stretch>
            <a:fillRect/>
          </a:stretch>
        </p:blipFill>
        <p:spPr>
          <a:xfrm>
            <a:off x="14621467" y="1709940"/>
            <a:ext cx="81424" cy="79792"/>
          </a:xfrm>
          <a:prstGeom prst="rect">
            <a:avLst/>
          </a:prstGeom>
        </p:spPr>
      </p:pic>
      <p:pic>
        <p:nvPicPr>
          <p:cNvPr id="249" name="object 249"/>
          <p:cNvPicPr/>
          <p:nvPr/>
        </p:nvPicPr>
        <p:blipFill>
          <a:blip r:embed="rId244" cstate="print"/>
          <a:stretch>
            <a:fillRect/>
          </a:stretch>
        </p:blipFill>
        <p:spPr>
          <a:xfrm>
            <a:off x="14620408" y="3434732"/>
            <a:ext cx="81463" cy="78207"/>
          </a:xfrm>
          <a:prstGeom prst="rect">
            <a:avLst/>
          </a:prstGeom>
        </p:spPr>
      </p:pic>
      <p:pic>
        <p:nvPicPr>
          <p:cNvPr id="250" name="object 250"/>
          <p:cNvPicPr/>
          <p:nvPr/>
        </p:nvPicPr>
        <p:blipFill>
          <a:blip r:embed="rId245" cstate="print"/>
          <a:stretch>
            <a:fillRect/>
          </a:stretch>
        </p:blipFill>
        <p:spPr>
          <a:xfrm>
            <a:off x="17506221" y="6325132"/>
            <a:ext cx="82482" cy="74402"/>
          </a:xfrm>
          <a:prstGeom prst="rect">
            <a:avLst/>
          </a:prstGeom>
        </p:spPr>
      </p:pic>
      <p:pic>
        <p:nvPicPr>
          <p:cNvPr id="251" name="object 251"/>
          <p:cNvPicPr/>
          <p:nvPr/>
        </p:nvPicPr>
        <p:blipFill>
          <a:blip r:embed="rId246" cstate="print"/>
          <a:stretch>
            <a:fillRect/>
          </a:stretch>
        </p:blipFill>
        <p:spPr>
          <a:xfrm>
            <a:off x="14903808" y="4301884"/>
            <a:ext cx="81424" cy="78947"/>
          </a:xfrm>
          <a:prstGeom prst="rect">
            <a:avLst/>
          </a:prstGeom>
        </p:spPr>
      </p:pic>
      <p:pic>
        <p:nvPicPr>
          <p:cNvPr id="252" name="object 252"/>
          <p:cNvPicPr/>
          <p:nvPr/>
        </p:nvPicPr>
        <p:blipFill>
          <a:blip r:embed="rId247" cstate="print"/>
          <a:stretch>
            <a:fillRect/>
          </a:stretch>
        </p:blipFill>
        <p:spPr>
          <a:xfrm>
            <a:off x="16644390" y="6036187"/>
            <a:ext cx="78252" cy="79158"/>
          </a:xfrm>
          <a:prstGeom prst="rect">
            <a:avLst/>
          </a:prstGeom>
        </p:spPr>
      </p:pic>
      <p:sp>
        <p:nvSpPr>
          <p:cNvPr id="253" name="object 253"/>
          <p:cNvSpPr/>
          <p:nvPr/>
        </p:nvSpPr>
        <p:spPr>
          <a:xfrm>
            <a:off x="15487529" y="8821"/>
            <a:ext cx="81915" cy="41275"/>
          </a:xfrm>
          <a:custGeom>
            <a:avLst/>
            <a:gdLst/>
            <a:ahLst/>
            <a:cxnLst/>
            <a:rect l="l" t="t" r="r" b="b"/>
            <a:pathLst>
              <a:path w="81915" h="41275">
                <a:moveTo>
                  <a:pt x="76497" y="0"/>
                </a:moveTo>
                <a:lnTo>
                  <a:pt x="2114" y="0"/>
                </a:lnTo>
                <a:lnTo>
                  <a:pt x="2114" y="1902"/>
                </a:lnTo>
                <a:lnTo>
                  <a:pt x="0" y="6341"/>
                </a:lnTo>
                <a:lnTo>
                  <a:pt x="3172" y="9511"/>
                </a:lnTo>
                <a:lnTo>
                  <a:pt x="6344" y="12048"/>
                </a:lnTo>
                <a:lnTo>
                  <a:pt x="6344" y="20185"/>
                </a:lnTo>
                <a:lnTo>
                  <a:pt x="7402" y="23250"/>
                </a:lnTo>
                <a:lnTo>
                  <a:pt x="8459" y="24519"/>
                </a:lnTo>
                <a:lnTo>
                  <a:pt x="12689" y="28218"/>
                </a:lnTo>
                <a:lnTo>
                  <a:pt x="14804" y="34770"/>
                </a:lnTo>
                <a:lnTo>
                  <a:pt x="28551" y="34770"/>
                </a:lnTo>
                <a:lnTo>
                  <a:pt x="32781" y="40583"/>
                </a:lnTo>
                <a:lnTo>
                  <a:pt x="38068" y="40583"/>
                </a:lnTo>
                <a:lnTo>
                  <a:pt x="41241" y="40371"/>
                </a:lnTo>
                <a:lnTo>
                  <a:pt x="43355" y="40689"/>
                </a:lnTo>
                <a:lnTo>
                  <a:pt x="43355" y="40371"/>
                </a:lnTo>
                <a:lnTo>
                  <a:pt x="48643" y="40371"/>
                </a:lnTo>
                <a:lnTo>
                  <a:pt x="52873" y="34559"/>
                </a:lnTo>
                <a:lnTo>
                  <a:pt x="60275" y="34664"/>
                </a:lnTo>
                <a:lnTo>
                  <a:pt x="61332" y="34981"/>
                </a:lnTo>
                <a:lnTo>
                  <a:pt x="62390" y="34981"/>
                </a:lnTo>
                <a:lnTo>
                  <a:pt x="65562" y="33291"/>
                </a:lnTo>
                <a:lnTo>
                  <a:pt x="64505" y="32868"/>
                </a:lnTo>
                <a:lnTo>
                  <a:pt x="63447" y="27161"/>
                </a:lnTo>
                <a:lnTo>
                  <a:pt x="70849" y="25153"/>
                </a:lnTo>
                <a:lnTo>
                  <a:pt x="69792" y="20185"/>
                </a:lnTo>
                <a:lnTo>
                  <a:pt x="69792" y="18917"/>
                </a:lnTo>
                <a:lnTo>
                  <a:pt x="70849" y="17438"/>
                </a:lnTo>
                <a:lnTo>
                  <a:pt x="72964" y="14901"/>
                </a:lnTo>
                <a:lnTo>
                  <a:pt x="74022" y="13950"/>
                </a:lnTo>
                <a:lnTo>
                  <a:pt x="81424" y="5601"/>
                </a:lnTo>
                <a:lnTo>
                  <a:pt x="76497" y="0"/>
                </a:lnTo>
                <a:close/>
              </a:path>
            </a:pathLst>
          </a:custGeom>
          <a:solidFill>
            <a:srgbClr val="000000"/>
          </a:solidFill>
        </p:spPr>
        <p:txBody>
          <a:bodyPr wrap="square" lIns="0" tIns="0" rIns="0" bIns="0" rtlCol="0"/>
          <a:lstStyle/>
          <a:p>
            <a:endParaRPr/>
          </a:p>
        </p:txBody>
      </p:sp>
      <p:pic>
        <p:nvPicPr>
          <p:cNvPr id="254" name="object 254"/>
          <p:cNvPicPr/>
          <p:nvPr/>
        </p:nvPicPr>
        <p:blipFill>
          <a:blip r:embed="rId248" cstate="print"/>
          <a:stretch>
            <a:fillRect/>
          </a:stretch>
        </p:blipFill>
        <p:spPr>
          <a:xfrm>
            <a:off x="14904866" y="842788"/>
            <a:ext cx="80367" cy="73980"/>
          </a:xfrm>
          <a:prstGeom prst="rect">
            <a:avLst/>
          </a:prstGeom>
        </p:spPr>
      </p:pic>
      <p:pic>
        <p:nvPicPr>
          <p:cNvPr id="255" name="object 255"/>
          <p:cNvPicPr/>
          <p:nvPr/>
        </p:nvPicPr>
        <p:blipFill>
          <a:blip r:embed="rId249" cstate="print"/>
          <a:stretch>
            <a:fillRect/>
          </a:stretch>
        </p:blipFill>
        <p:spPr>
          <a:xfrm>
            <a:off x="15493607" y="5173580"/>
            <a:ext cx="70056" cy="69752"/>
          </a:xfrm>
          <a:prstGeom prst="rect">
            <a:avLst/>
          </a:prstGeom>
        </p:spPr>
      </p:pic>
      <p:pic>
        <p:nvPicPr>
          <p:cNvPr id="256" name="object 256"/>
          <p:cNvPicPr/>
          <p:nvPr/>
        </p:nvPicPr>
        <p:blipFill>
          <a:blip r:embed="rId250" cstate="print"/>
          <a:stretch>
            <a:fillRect/>
          </a:stretch>
        </p:blipFill>
        <p:spPr>
          <a:xfrm>
            <a:off x="15776215" y="5462948"/>
            <a:ext cx="71907" cy="64468"/>
          </a:xfrm>
          <a:prstGeom prst="rect">
            <a:avLst/>
          </a:prstGeom>
        </p:spPr>
      </p:pic>
      <p:pic>
        <p:nvPicPr>
          <p:cNvPr id="257" name="object 257"/>
          <p:cNvPicPr/>
          <p:nvPr/>
        </p:nvPicPr>
        <p:blipFill>
          <a:blip r:embed="rId251" cstate="print"/>
          <a:stretch>
            <a:fillRect/>
          </a:stretch>
        </p:blipFill>
        <p:spPr>
          <a:xfrm>
            <a:off x="15199337" y="263736"/>
            <a:ext cx="66124" cy="70492"/>
          </a:xfrm>
          <a:prstGeom prst="rect">
            <a:avLst/>
          </a:prstGeom>
        </p:spPr>
      </p:pic>
      <p:pic>
        <p:nvPicPr>
          <p:cNvPr id="258" name="object 258"/>
          <p:cNvPicPr/>
          <p:nvPr/>
        </p:nvPicPr>
        <p:blipFill>
          <a:blip r:embed="rId252" cstate="print"/>
          <a:stretch>
            <a:fillRect/>
          </a:stretch>
        </p:blipFill>
        <p:spPr>
          <a:xfrm>
            <a:off x="14626291" y="1421101"/>
            <a:ext cx="63910" cy="64468"/>
          </a:xfrm>
          <a:prstGeom prst="rect">
            <a:avLst/>
          </a:prstGeom>
        </p:spPr>
      </p:pic>
      <p:pic>
        <p:nvPicPr>
          <p:cNvPr id="259" name="object 259"/>
          <p:cNvPicPr/>
          <p:nvPr/>
        </p:nvPicPr>
        <p:blipFill>
          <a:blip r:embed="rId253" cstate="print"/>
          <a:stretch>
            <a:fillRect/>
          </a:stretch>
        </p:blipFill>
        <p:spPr>
          <a:xfrm>
            <a:off x="15198841" y="4889708"/>
            <a:ext cx="64571" cy="64256"/>
          </a:xfrm>
          <a:prstGeom prst="rect">
            <a:avLst/>
          </a:prstGeom>
        </p:spPr>
      </p:pic>
      <p:pic>
        <p:nvPicPr>
          <p:cNvPr id="260" name="object 260"/>
          <p:cNvPicPr/>
          <p:nvPr/>
        </p:nvPicPr>
        <p:blipFill>
          <a:blip r:embed="rId254" cstate="print"/>
          <a:stretch>
            <a:fillRect/>
          </a:stretch>
        </p:blipFill>
        <p:spPr>
          <a:xfrm>
            <a:off x="14626456" y="3738473"/>
            <a:ext cx="63745" cy="64362"/>
          </a:xfrm>
          <a:prstGeom prst="rect">
            <a:avLst/>
          </a:prstGeom>
        </p:spPr>
      </p:pic>
      <p:pic>
        <p:nvPicPr>
          <p:cNvPr id="261" name="object 261"/>
          <p:cNvPicPr/>
          <p:nvPr/>
        </p:nvPicPr>
        <p:blipFill>
          <a:blip r:embed="rId255" cstate="print"/>
          <a:stretch>
            <a:fillRect/>
          </a:stretch>
        </p:blipFill>
        <p:spPr>
          <a:xfrm>
            <a:off x="16067016" y="5756966"/>
            <a:ext cx="64505" cy="63939"/>
          </a:xfrm>
          <a:prstGeom prst="rect">
            <a:avLst/>
          </a:prstGeom>
        </p:spPr>
      </p:pic>
      <p:sp>
        <p:nvSpPr>
          <p:cNvPr id="262" name="object 262"/>
          <p:cNvSpPr/>
          <p:nvPr/>
        </p:nvSpPr>
        <p:spPr>
          <a:xfrm>
            <a:off x="17222821" y="6330311"/>
            <a:ext cx="59690" cy="64135"/>
          </a:xfrm>
          <a:custGeom>
            <a:avLst/>
            <a:gdLst/>
            <a:ahLst/>
            <a:cxnLst/>
            <a:rect l="l" t="t" r="r" b="b"/>
            <a:pathLst>
              <a:path w="59690" h="64135">
                <a:moveTo>
                  <a:pt x="0" y="9934"/>
                </a:moveTo>
                <a:lnTo>
                  <a:pt x="0" y="14690"/>
                </a:lnTo>
                <a:lnTo>
                  <a:pt x="594" y="22061"/>
                </a:lnTo>
                <a:lnTo>
                  <a:pt x="793" y="29433"/>
                </a:lnTo>
                <a:lnTo>
                  <a:pt x="594" y="36805"/>
                </a:lnTo>
                <a:lnTo>
                  <a:pt x="0" y="44176"/>
                </a:lnTo>
                <a:lnTo>
                  <a:pt x="0" y="51046"/>
                </a:lnTo>
                <a:lnTo>
                  <a:pt x="2114" y="54322"/>
                </a:lnTo>
                <a:lnTo>
                  <a:pt x="8459" y="55062"/>
                </a:lnTo>
                <a:lnTo>
                  <a:pt x="9517" y="55062"/>
                </a:lnTo>
                <a:lnTo>
                  <a:pt x="10574" y="56224"/>
                </a:lnTo>
                <a:lnTo>
                  <a:pt x="10574" y="56753"/>
                </a:lnTo>
                <a:lnTo>
                  <a:pt x="9517" y="61826"/>
                </a:lnTo>
                <a:lnTo>
                  <a:pt x="11743" y="63939"/>
                </a:lnTo>
                <a:lnTo>
                  <a:pt x="48643" y="63939"/>
                </a:lnTo>
                <a:lnTo>
                  <a:pt x="49700" y="62037"/>
                </a:lnTo>
                <a:lnTo>
                  <a:pt x="49700" y="55802"/>
                </a:lnTo>
                <a:lnTo>
                  <a:pt x="50758" y="54005"/>
                </a:lnTo>
                <a:lnTo>
                  <a:pt x="57384" y="54005"/>
                </a:lnTo>
                <a:lnTo>
                  <a:pt x="59217" y="52631"/>
                </a:lnTo>
                <a:lnTo>
                  <a:pt x="59217" y="11097"/>
                </a:lnTo>
                <a:lnTo>
                  <a:pt x="57858" y="10145"/>
                </a:lnTo>
                <a:lnTo>
                  <a:pt x="3172" y="10145"/>
                </a:lnTo>
                <a:lnTo>
                  <a:pt x="0" y="9934"/>
                </a:lnTo>
                <a:close/>
              </a:path>
              <a:path w="59690" h="64135">
                <a:moveTo>
                  <a:pt x="57384" y="54005"/>
                </a:moveTo>
                <a:lnTo>
                  <a:pt x="53930" y="54005"/>
                </a:lnTo>
                <a:lnTo>
                  <a:pt x="55516" y="54322"/>
                </a:lnTo>
                <a:lnTo>
                  <a:pt x="56961" y="54322"/>
                </a:lnTo>
                <a:lnTo>
                  <a:pt x="57384" y="54005"/>
                </a:lnTo>
                <a:close/>
              </a:path>
              <a:path w="59690" h="64135">
                <a:moveTo>
                  <a:pt x="57102" y="9617"/>
                </a:moveTo>
                <a:lnTo>
                  <a:pt x="7754" y="9617"/>
                </a:lnTo>
                <a:lnTo>
                  <a:pt x="5639" y="9934"/>
                </a:lnTo>
                <a:lnTo>
                  <a:pt x="5287" y="9934"/>
                </a:lnTo>
                <a:lnTo>
                  <a:pt x="3172" y="10145"/>
                </a:lnTo>
                <a:lnTo>
                  <a:pt x="57858" y="10145"/>
                </a:lnTo>
                <a:lnTo>
                  <a:pt x="57102" y="9617"/>
                </a:lnTo>
                <a:close/>
              </a:path>
              <a:path w="59690" h="64135">
                <a:moveTo>
                  <a:pt x="22206" y="0"/>
                </a:moveTo>
                <a:lnTo>
                  <a:pt x="11520" y="0"/>
                </a:lnTo>
                <a:lnTo>
                  <a:pt x="9517" y="1902"/>
                </a:lnTo>
                <a:lnTo>
                  <a:pt x="10574" y="6975"/>
                </a:lnTo>
                <a:lnTo>
                  <a:pt x="10574" y="8032"/>
                </a:lnTo>
                <a:lnTo>
                  <a:pt x="8308" y="9617"/>
                </a:lnTo>
                <a:lnTo>
                  <a:pt x="52873" y="9617"/>
                </a:lnTo>
                <a:lnTo>
                  <a:pt x="50758" y="8666"/>
                </a:lnTo>
                <a:lnTo>
                  <a:pt x="50758" y="8032"/>
                </a:lnTo>
                <a:lnTo>
                  <a:pt x="50559" y="6975"/>
                </a:lnTo>
                <a:lnTo>
                  <a:pt x="49700" y="2853"/>
                </a:lnTo>
                <a:lnTo>
                  <a:pt x="48825" y="317"/>
                </a:lnTo>
                <a:lnTo>
                  <a:pt x="26436" y="317"/>
                </a:lnTo>
                <a:lnTo>
                  <a:pt x="22206" y="0"/>
                </a:lnTo>
                <a:close/>
              </a:path>
              <a:path w="59690" h="64135">
                <a:moveTo>
                  <a:pt x="48716" y="0"/>
                </a:moveTo>
                <a:lnTo>
                  <a:pt x="39654" y="0"/>
                </a:lnTo>
                <a:lnTo>
                  <a:pt x="34896" y="317"/>
                </a:lnTo>
                <a:lnTo>
                  <a:pt x="48825" y="317"/>
                </a:lnTo>
                <a:lnTo>
                  <a:pt x="48716" y="0"/>
                </a:lnTo>
                <a:close/>
              </a:path>
            </a:pathLst>
          </a:custGeom>
          <a:solidFill>
            <a:srgbClr val="000000"/>
          </a:solidFill>
        </p:spPr>
        <p:txBody>
          <a:bodyPr wrap="square" lIns="0" tIns="0" rIns="0" bIns="0" rtlCol="0"/>
          <a:lstStyle/>
          <a:p>
            <a:endParaRPr/>
          </a:p>
        </p:txBody>
      </p:sp>
      <p:sp>
        <p:nvSpPr>
          <p:cNvPr id="263" name="object 263"/>
          <p:cNvSpPr/>
          <p:nvPr/>
        </p:nvSpPr>
        <p:spPr>
          <a:xfrm>
            <a:off x="14914382" y="562721"/>
            <a:ext cx="60325" cy="64769"/>
          </a:xfrm>
          <a:custGeom>
            <a:avLst/>
            <a:gdLst/>
            <a:ahLst/>
            <a:cxnLst/>
            <a:rect l="l" t="t" r="r" b="b"/>
            <a:pathLst>
              <a:path w="60325" h="64770">
                <a:moveTo>
                  <a:pt x="23264" y="422"/>
                </a:moveTo>
                <a:lnTo>
                  <a:pt x="19034" y="422"/>
                </a:lnTo>
                <a:lnTo>
                  <a:pt x="16919" y="1585"/>
                </a:lnTo>
                <a:lnTo>
                  <a:pt x="14804" y="3910"/>
                </a:lnTo>
                <a:lnTo>
                  <a:pt x="10574" y="8666"/>
                </a:lnTo>
                <a:lnTo>
                  <a:pt x="4229" y="12365"/>
                </a:lnTo>
                <a:lnTo>
                  <a:pt x="0" y="23567"/>
                </a:lnTo>
                <a:lnTo>
                  <a:pt x="1057" y="30754"/>
                </a:lnTo>
                <a:lnTo>
                  <a:pt x="1057" y="38998"/>
                </a:lnTo>
                <a:lnTo>
                  <a:pt x="2114" y="40689"/>
                </a:lnTo>
                <a:lnTo>
                  <a:pt x="1057" y="42274"/>
                </a:lnTo>
                <a:lnTo>
                  <a:pt x="1057" y="47135"/>
                </a:lnTo>
                <a:lnTo>
                  <a:pt x="1992" y="49566"/>
                </a:lnTo>
                <a:lnTo>
                  <a:pt x="2114" y="49883"/>
                </a:lnTo>
                <a:lnTo>
                  <a:pt x="10574" y="49883"/>
                </a:lnTo>
                <a:lnTo>
                  <a:pt x="10574" y="52631"/>
                </a:lnTo>
                <a:lnTo>
                  <a:pt x="11632" y="54956"/>
                </a:lnTo>
                <a:lnTo>
                  <a:pt x="12770" y="60452"/>
                </a:lnTo>
                <a:lnTo>
                  <a:pt x="15861" y="64468"/>
                </a:lnTo>
                <a:lnTo>
                  <a:pt x="45385" y="64468"/>
                </a:lnTo>
                <a:lnTo>
                  <a:pt x="48643" y="60452"/>
                </a:lnTo>
                <a:lnTo>
                  <a:pt x="49700" y="55273"/>
                </a:lnTo>
                <a:lnTo>
                  <a:pt x="50758" y="51786"/>
                </a:lnTo>
                <a:lnTo>
                  <a:pt x="51815" y="49566"/>
                </a:lnTo>
                <a:lnTo>
                  <a:pt x="57102" y="49566"/>
                </a:lnTo>
                <a:lnTo>
                  <a:pt x="59217" y="48298"/>
                </a:lnTo>
                <a:lnTo>
                  <a:pt x="59326" y="47135"/>
                </a:lnTo>
                <a:lnTo>
                  <a:pt x="60275" y="43436"/>
                </a:lnTo>
                <a:lnTo>
                  <a:pt x="60275" y="19657"/>
                </a:lnTo>
                <a:lnTo>
                  <a:pt x="59217" y="16804"/>
                </a:lnTo>
                <a:lnTo>
                  <a:pt x="57102" y="14373"/>
                </a:lnTo>
                <a:lnTo>
                  <a:pt x="51815" y="10145"/>
                </a:lnTo>
                <a:lnTo>
                  <a:pt x="48696" y="3910"/>
                </a:lnTo>
                <a:lnTo>
                  <a:pt x="48846" y="3910"/>
                </a:lnTo>
                <a:lnTo>
                  <a:pt x="43355" y="1056"/>
                </a:lnTo>
                <a:lnTo>
                  <a:pt x="42298" y="634"/>
                </a:lnTo>
                <a:lnTo>
                  <a:pt x="23264" y="634"/>
                </a:lnTo>
                <a:lnTo>
                  <a:pt x="23264" y="422"/>
                </a:lnTo>
                <a:close/>
              </a:path>
              <a:path w="60325" h="64770">
                <a:moveTo>
                  <a:pt x="39126" y="0"/>
                </a:moveTo>
                <a:lnTo>
                  <a:pt x="32781" y="0"/>
                </a:lnTo>
                <a:lnTo>
                  <a:pt x="29608" y="634"/>
                </a:lnTo>
                <a:lnTo>
                  <a:pt x="42298" y="634"/>
                </a:lnTo>
                <a:lnTo>
                  <a:pt x="41241" y="211"/>
                </a:lnTo>
                <a:lnTo>
                  <a:pt x="39126" y="0"/>
                </a:lnTo>
                <a:close/>
              </a:path>
            </a:pathLst>
          </a:custGeom>
          <a:solidFill>
            <a:srgbClr val="000000"/>
          </a:solidFill>
        </p:spPr>
        <p:txBody>
          <a:bodyPr wrap="square" lIns="0" tIns="0" rIns="0" bIns="0" rtlCol="0"/>
          <a:lstStyle/>
          <a:p>
            <a:endParaRPr/>
          </a:p>
        </p:txBody>
      </p:sp>
      <p:sp>
        <p:nvSpPr>
          <p:cNvPr id="264" name="object 264"/>
          <p:cNvSpPr/>
          <p:nvPr/>
        </p:nvSpPr>
        <p:spPr>
          <a:xfrm>
            <a:off x="14630984" y="1136383"/>
            <a:ext cx="59690" cy="59690"/>
          </a:xfrm>
          <a:custGeom>
            <a:avLst/>
            <a:gdLst/>
            <a:ahLst/>
            <a:cxnLst/>
            <a:rect l="l" t="t" r="r" b="b"/>
            <a:pathLst>
              <a:path w="59690" h="59690">
                <a:moveTo>
                  <a:pt x="50758" y="0"/>
                </a:moveTo>
                <a:lnTo>
                  <a:pt x="44413" y="0"/>
                </a:lnTo>
                <a:lnTo>
                  <a:pt x="43355" y="211"/>
                </a:lnTo>
                <a:lnTo>
                  <a:pt x="40183" y="528"/>
                </a:lnTo>
                <a:lnTo>
                  <a:pt x="12557" y="528"/>
                </a:lnTo>
                <a:lnTo>
                  <a:pt x="10574" y="2113"/>
                </a:lnTo>
                <a:lnTo>
                  <a:pt x="10574" y="7398"/>
                </a:lnTo>
                <a:lnTo>
                  <a:pt x="9517" y="9828"/>
                </a:lnTo>
                <a:lnTo>
                  <a:pt x="2114" y="9828"/>
                </a:lnTo>
                <a:lnTo>
                  <a:pt x="0" y="12682"/>
                </a:lnTo>
                <a:lnTo>
                  <a:pt x="1057" y="18600"/>
                </a:lnTo>
                <a:lnTo>
                  <a:pt x="1057" y="47347"/>
                </a:lnTo>
                <a:lnTo>
                  <a:pt x="5456" y="50095"/>
                </a:lnTo>
                <a:lnTo>
                  <a:pt x="11632" y="50095"/>
                </a:lnTo>
                <a:lnTo>
                  <a:pt x="11632" y="58021"/>
                </a:lnTo>
                <a:lnTo>
                  <a:pt x="13747" y="58761"/>
                </a:lnTo>
                <a:lnTo>
                  <a:pt x="16707" y="59501"/>
                </a:lnTo>
                <a:lnTo>
                  <a:pt x="31371" y="59501"/>
                </a:lnTo>
                <a:lnTo>
                  <a:pt x="34896" y="58972"/>
                </a:lnTo>
                <a:lnTo>
                  <a:pt x="48073" y="58972"/>
                </a:lnTo>
                <a:lnTo>
                  <a:pt x="50758" y="56647"/>
                </a:lnTo>
                <a:lnTo>
                  <a:pt x="50758" y="50729"/>
                </a:lnTo>
                <a:lnTo>
                  <a:pt x="57102" y="42802"/>
                </a:lnTo>
                <a:lnTo>
                  <a:pt x="59217" y="35827"/>
                </a:lnTo>
                <a:lnTo>
                  <a:pt x="59217" y="19657"/>
                </a:lnTo>
                <a:lnTo>
                  <a:pt x="50758" y="9194"/>
                </a:lnTo>
                <a:lnTo>
                  <a:pt x="48643" y="6235"/>
                </a:lnTo>
                <a:lnTo>
                  <a:pt x="50578" y="528"/>
                </a:lnTo>
                <a:lnTo>
                  <a:pt x="50686" y="211"/>
                </a:lnTo>
                <a:lnTo>
                  <a:pt x="50758" y="0"/>
                </a:lnTo>
                <a:close/>
              </a:path>
              <a:path w="59690" h="59690">
                <a:moveTo>
                  <a:pt x="48073" y="58972"/>
                </a:moveTo>
                <a:lnTo>
                  <a:pt x="37011" y="58972"/>
                </a:lnTo>
                <a:lnTo>
                  <a:pt x="42298" y="59501"/>
                </a:lnTo>
                <a:lnTo>
                  <a:pt x="47463" y="59501"/>
                </a:lnTo>
                <a:lnTo>
                  <a:pt x="48073" y="58972"/>
                </a:lnTo>
                <a:close/>
              </a:path>
            </a:pathLst>
          </a:custGeom>
          <a:solidFill>
            <a:srgbClr val="000000"/>
          </a:solidFill>
        </p:spPr>
        <p:txBody>
          <a:bodyPr wrap="square" lIns="0" tIns="0" rIns="0" bIns="0" rtlCol="0"/>
          <a:lstStyle/>
          <a:p>
            <a:endParaRPr/>
          </a:p>
        </p:txBody>
      </p:sp>
      <p:sp>
        <p:nvSpPr>
          <p:cNvPr id="265" name="object 265"/>
          <p:cNvSpPr/>
          <p:nvPr/>
        </p:nvSpPr>
        <p:spPr>
          <a:xfrm>
            <a:off x="14915441" y="4604991"/>
            <a:ext cx="59690" cy="64769"/>
          </a:xfrm>
          <a:custGeom>
            <a:avLst/>
            <a:gdLst/>
            <a:ahLst/>
            <a:cxnLst/>
            <a:rect l="l" t="t" r="r" b="b"/>
            <a:pathLst>
              <a:path w="59690" h="64770">
                <a:moveTo>
                  <a:pt x="36173" y="0"/>
                </a:moveTo>
                <a:lnTo>
                  <a:pt x="27494" y="0"/>
                </a:lnTo>
                <a:lnTo>
                  <a:pt x="21149" y="1056"/>
                </a:lnTo>
                <a:lnTo>
                  <a:pt x="19034" y="4650"/>
                </a:lnTo>
                <a:lnTo>
                  <a:pt x="15861" y="7503"/>
                </a:lnTo>
                <a:lnTo>
                  <a:pt x="12689" y="9934"/>
                </a:lnTo>
                <a:lnTo>
                  <a:pt x="9517" y="14373"/>
                </a:lnTo>
                <a:lnTo>
                  <a:pt x="396" y="15852"/>
                </a:lnTo>
                <a:lnTo>
                  <a:pt x="1013" y="15852"/>
                </a:lnTo>
                <a:lnTo>
                  <a:pt x="0" y="18283"/>
                </a:lnTo>
                <a:lnTo>
                  <a:pt x="0" y="22828"/>
                </a:lnTo>
                <a:lnTo>
                  <a:pt x="1057" y="25998"/>
                </a:lnTo>
                <a:lnTo>
                  <a:pt x="0" y="29380"/>
                </a:lnTo>
                <a:lnTo>
                  <a:pt x="0" y="32656"/>
                </a:lnTo>
                <a:lnTo>
                  <a:pt x="1057" y="32656"/>
                </a:lnTo>
                <a:lnTo>
                  <a:pt x="1057" y="36672"/>
                </a:lnTo>
                <a:lnTo>
                  <a:pt x="0" y="40794"/>
                </a:lnTo>
                <a:lnTo>
                  <a:pt x="1057" y="44810"/>
                </a:lnTo>
                <a:lnTo>
                  <a:pt x="1057" y="48721"/>
                </a:lnTo>
                <a:lnTo>
                  <a:pt x="2114" y="48721"/>
                </a:lnTo>
                <a:lnTo>
                  <a:pt x="11632" y="49777"/>
                </a:lnTo>
                <a:lnTo>
                  <a:pt x="14804" y="57915"/>
                </a:lnTo>
                <a:lnTo>
                  <a:pt x="21149" y="62565"/>
                </a:lnTo>
                <a:lnTo>
                  <a:pt x="22206" y="63411"/>
                </a:lnTo>
                <a:lnTo>
                  <a:pt x="25379" y="64045"/>
                </a:lnTo>
                <a:lnTo>
                  <a:pt x="26789" y="64468"/>
                </a:lnTo>
                <a:lnTo>
                  <a:pt x="35763" y="64468"/>
                </a:lnTo>
                <a:lnTo>
                  <a:pt x="43355" y="60240"/>
                </a:lnTo>
                <a:lnTo>
                  <a:pt x="49700" y="52314"/>
                </a:lnTo>
                <a:lnTo>
                  <a:pt x="50758" y="50729"/>
                </a:lnTo>
                <a:lnTo>
                  <a:pt x="53930" y="50412"/>
                </a:lnTo>
                <a:lnTo>
                  <a:pt x="54988" y="49355"/>
                </a:lnTo>
                <a:lnTo>
                  <a:pt x="57102" y="48721"/>
                </a:lnTo>
                <a:lnTo>
                  <a:pt x="59217" y="47769"/>
                </a:lnTo>
                <a:lnTo>
                  <a:pt x="59217" y="18706"/>
                </a:lnTo>
                <a:lnTo>
                  <a:pt x="58160" y="16909"/>
                </a:lnTo>
                <a:lnTo>
                  <a:pt x="57102" y="15852"/>
                </a:lnTo>
                <a:lnTo>
                  <a:pt x="53930" y="12365"/>
                </a:lnTo>
                <a:lnTo>
                  <a:pt x="50758" y="6763"/>
                </a:lnTo>
                <a:lnTo>
                  <a:pt x="46528" y="6024"/>
                </a:lnTo>
                <a:lnTo>
                  <a:pt x="41241" y="4861"/>
                </a:lnTo>
                <a:lnTo>
                  <a:pt x="36173" y="0"/>
                </a:lnTo>
                <a:close/>
              </a:path>
            </a:pathLst>
          </a:custGeom>
          <a:solidFill>
            <a:srgbClr val="000000"/>
          </a:solidFill>
        </p:spPr>
        <p:txBody>
          <a:bodyPr wrap="square" lIns="0" tIns="0" rIns="0" bIns="0" rtlCol="0"/>
          <a:lstStyle/>
          <a:p>
            <a:endParaRPr/>
          </a:p>
        </p:txBody>
      </p:sp>
      <p:sp>
        <p:nvSpPr>
          <p:cNvPr id="266" name="object 266"/>
          <p:cNvSpPr/>
          <p:nvPr/>
        </p:nvSpPr>
        <p:spPr>
          <a:xfrm>
            <a:off x="16365221" y="6046122"/>
            <a:ext cx="60325" cy="59690"/>
          </a:xfrm>
          <a:custGeom>
            <a:avLst/>
            <a:gdLst/>
            <a:ahLst/>
            <a:cxnLst/>
            <a:rect l="l" t="t" r="r" b="b"/>
            <a:pathLst>
              <a:path w="60325" h="59689">
                <a:moveTo>
                  <a:pt x="41241" y="0"/>
                </a:moveTo>
                <a:lnTo>
                  <a:pt x="29608" y="211"/>
                </a:lnTo>
                <a:lnTo>
                  <a:pt x="24321" y="0"/>
                </a:lnTo>
                <a:lnTo>
                  <a:pt x="19034" y="0"/>
                </a:lnTo>
                <a:lnTo>
                  <a:pt x="15861" y="1162"/>
                </a:lnTo>
                <a:lnTo>
                  <a:pt x="13747" y="4333"/>
                </a:lnTo>
                <a:lnTo>
                  <a:pt x="10574" y="7503"/>
                </a:lnTo>
                <a:lnTo>
                  <a:pt x="8459" y="10251"/>
                </a:lnTo>
                <a:lnTo>
                  <a:pt x="5287" y="12893"/>
                </a:lnTo>
                <a:lnTo>
                  <a:pt x="2114" y="15852"/>
                </a:lnTo>
                <a:lnTo>
                  <a:pt x="0" y="19023"/>
                </a:lnTo>
                <a:lnTo>
                  <a:pt x="0" y="23356"/>
                </a:lnTo>
                <a:lnTo>
                  <a:pt x="1057" y="30543"/>
                </a:lnTo>
                <a:lnTo>
                  <a:pt x="0" y="37941"/>
                </a:lnTo>
                <a:lnTo>
                  <a:pt x="1057" y="45127"/>
                </a:lnTo>
                <a:lnTo>
                  <a:pt x="1057" y="46290"/>
                </a:lnTo>
                <a:lnTo>
                  <a:pt x="2114" y="48826"/>
                </a:lnTo>
                <a:lnTo>
                  <a:pt x="3172" y="48826"/>
                </a:lnTo>
                <a:lnTo>
                  <a:pt x="9517" y="48721"/>
                </a:lnTo>
                <a:lnTo>
                  <a:pt x="11632" y="57176"/>
                </a:lnTo>
                <a:lnTo>
                  <a:pt x="11632" y="58127"/>
                </a:lnTo>
                <a:lnTo>
                  <a:pt x="13747" y="58761"/>
                </a:lnTo>
                <a:lnTo>
                  <a:pt x="16919" y="58972"/>
                </a:lnTo>
                <a:lnTo>
                  <a:pt x="23264" y="58866"/>
                </a:lnTo>
                <a:lnTo>
                  <a:pt x="28551" y="58866"/>
                </a:lnTo>
                <a:lnTo>
                  <a:pt x="31723" y="59395"/>
                </a:lnTo>
                <a:lnTo>
                  <a:pt x="34896" y="59395"/>
                </a:lnTo>
                <a:lnTo>
                  <a:pt x="35953" y="59184"/>
                </a:lnTo>
                <a:lnTo>
                  <a:pt x="38068" y="59184"/>
                </a:lnTo>
                <a:lnTo>
                  <a:pt x="40183" y="58972"/>
                </a:lnTo>
                <a:lnTo>
                  <a:pt x="46528" y="57070"/>
                </a:lnTo>
                <a:lnTo>
                  <a:pt x="48643" y="50623"/>
                </a:lnTo>
                <a:lnTo>
                  <a:pt x="57102" y="48087"/>
                </a:lnTo>
                <a:lnTo>
                  <a:pt x="60275" y="47558"/>
                </a:lnTo>
                <a:lnTo>
                  <a:pt x="59217" y="42274"/>
                </a:lnTo>
                <a:lnTo>
                  <a:pt x="59217" y="32551"/>
                </a:lnTo>
                <a:lnTo>
                  <a:pt x="59217" y="32762"/>
                </a:lnTo>
                <a:lnTo>
                  <a:pt x="59217" y="25470"/>
                </a:lnTo>
                <a:lnTo>
                  <a:pt x="60275" y="19446"/>
                </a:lnTo>
                <a:lnTo>
                  <a:pt x="58160" y="14690"/>
                </a:lnTo>
                <a:lnTo>
                  <a:pt x="53930" y="10991"/>
                </a:lnTo>
                <a:lnTo>
                  <a:pt x="50758" y="9088"/>
                </a:lnTo>
                <a:lnTo>
                  <a:pt x="48643" y="6763"/>
                </a:lnTo>
                <a:lnTo>
                  <a:pt x="46528" y="4227"/>
                </a:lnTo>
                <a:lnTo>
                  <a:pt x="44413" y="1162"/>
                </a:lnTo>
                <a:close/>
              </a:path>
            </a:pathLst>
          </a:custGeom>
          <a:solidFill>
            <a:srgbClr val="000000"/>
          </a:solidFill>
        </p:spPr>
        <p:txBody>
          <a:bodyPr wrap="square" lIns="0" tIns="0" rIns="0" bIns="0" rtlCol="0"/>
          <a:lstStyle/>
          <a:p>
            <a:endParaRPr/>
          </a:p>
        </p:txBody>
      </p:sp>
      <p:sp>
        <p:nvSpPr>
          <p:cNvPr id="267" name="object 267"/>
          <p:cNvSpPr/>
          <p:nvPr/>
        </p:nvSpPr>
        <p:spPr>
          <a:xfrm>
            <a:off x="14630984" y="4027312"/>
            <a:ext cx="59690" cy="59690"/>
          </a:xfrm>
          <a:custGeom>
            <a:avLst/>
            <a:gdLst/>
            <a:ahLst/>
            <a:cxnLst/>
            <a:rect l="l" t="t" r="r" b="b"/>
            <a:pathLst>
              <a:path w="59690" h="59689">
                <a:moveTo>
                  <a:pt x="41241" y="0"/>
                </a:moveTo>
                <a:lnTo>
                  <a:pt x="35953" y="0"/>
                </a:lnTo>
                <a:lnTo>
                  <a:pt x="33838" y="317"/>
                </a:lnTo>
                <a:lnTo>
                  <a:pt x="19034" y="211"/>
                </a:lnTo>
                <a:lnTo>
                  <a:pt x="12639" y="1842"/>
                </a:lnTo>
                <a:lnTo>
                  <a:pt x="6741" y="5971"/>
                </a:lnTo>
                <a:lnTo>
                  <a:pt x="2230" y="11684"/>
                </a:lnTo>
                <a:lnTo>
                  <a:pt x="0" y="18072"/>
                </a:lnTo>
                <a:lnTo>
                  <a:pt x="0" y="25364"/>
                </a:lnTo>
                <a:lnTo>
                  <a:pt x="0" y="37412"/>
                </a:lnTo>
                <a:lnTo>
                  <a:pt x="2858" y="43098"/>
                </a:lnTo>
                <a:lnTo>
                  <a:pt x="8591" y="50081"/>
                </a:lnTo>
                <a:lnTo>
                  <a:pt x="15316" y="56094"/>
                </a:lnTo>
                <a:lnTo>
                  <a:pt x="21149" y="58866"/>
                </a:lnTo>
                <a:lnTo>
                  <a:pt x="26436" y="58761"/>
                </a:lnTo>
                <a:lnTo>
                  <a:pt x="30666" y="58866"/>
                </a:lnTo>
                <a:lnTo>
                  <a:pt x="32781" y="58972"/>
                </a:lnTo>
                <a:lnTo>
                  <a:pt x="32781" y="59184"/>
                </a:lnTo>
                <a:lnTo>
                  <a:pt x="35953" y="59184"/>
                </a:lnTo>
                <a:lnTo>
                  <a:pt x="39126" y="58338"/>
                </a:lnTo>
                <a:lnTo>
                  <a:pt x="43355" y="51997"/>
                </a:lnTo>
                <a:lnTo>
                  <a:pt x="46528" y="49038"/>
                </a:lnTo>
                <a:lnTo>
                  <a:pt x="49700" y="46607"/>
                </a:lnTo>
                <a:lnTo>
                  <a:pt x="54905" y="41939"/>
                </a:lnTo>
                <a:lnTo>
                  <a:pt x="58028" y="36606"/>
                </a:lnTo>
                <a:lnTo>
                  <a:pt x="59366" y="30541"/>
                </a:lnTo>
                <a:lnTo>
                  <a:pt x="59217" y="19446"/>
                </a:lnTo>
                <a:lnTo>
                  <a:pt x="58160" y="16064"/>
                </a:lnTo>
                <a:lnTo>
                  <a:pt x="54988" y="13105"/>
                </a:lnTo>
                <a:lnTo>
                  <a:pt x="51815" y="10462"/>
                </a:lnTo>
                <a:lnTo>
                  <a:pt x="49700" y="7503"/>
                </a:lnTo>
                <a:lnTo>
                  <a:pt x="46528" y="4438"/>
                </a:lnTo>
                <a:lnTo>
                  <a:pt x="44413" y="1479"/>
                </a:lnTo>
                <a:close/>
              </a:path>
            </a:pathLst>
          </a:custGeom>
          <a:solidFill>
            <a:srgbClr val="000000"/>
          </a:solidFill>
        </p:spPr>
        <p:txBody>
          <a:bodyPr wrap="square" lIns="0" tIns="0" rIns="0" bIns="0" rtlCol="0"/>
          <a:lstStyle/>
          <a:p>
            <a:endParaRPr/>
          </a:p>
        </p:txBody>
      </p:sp>
      <p:pic>
        <p:nvPicPr>
          <p:cNvPr id="268" name="object 268"/>
          <p:cNvPicPr/>
          <p:nvPr/>
        </p:nvPicPr>
        <p:blipFill>
          <a:blip r:embed="rId256" cstate="print"/>
          <a:stretch>
            <a:fillRect/>
          </a:stretch>
        </p:blipFill>
        <p:spPr>
          <a:xfrm>
            <a:off x="16934135" y="6330417"/>
            <a:ext cx="64505" cy="64362"/>
          </a:xfrm>
          <a:prstGeom prst="rect">
            <a:avLst/>
          </a:prstGeom>
        </p:spPr>
      </p:pic>
      <p:pic>
        <p:nvPicPr>
          <p:cNvPr id="269" name="object 269"/>
          <p:cNvPicPr/>
          <p:nvPr/>
        </p:nvPicPr>
        <p:blipFill>
          <a:blip r:embed="rId257" cstate="print"/>
          <a:stretch>
            <a:fillRect/>
          </a:stretch>
        </p:blipFill>
        <p:spPr>
          <a:xfrm>
            <a:off x="14341239" y="2287724"/>
            <a:ext cx="66620" cy="64151"/>
          </a:xfrm>
          <a:prstGeom prst="rect">
            <a:avLst/>
          </a:prstGeom>
        </p:spPr>
      </p:pic>
      <p:sp>
        <p:nvSpPr>
          <p:cNvPr id="270" name="object 270"/>
          <p:cNvSpPr/>
          <p:nvPr/>
        </p:nvSpPr>
        <p:spPr>
          <a:xfrm>
            <a:off x="14341899" y="2587132"/>
            <a:ext cx="66040" cy="59055"/>
          </a:xfrm>
          <a:custGeom>
            <a:avLst/>
            <a:gdLst/>
            <a:ahLst/>
            <a:cxnLst/>
            <a:rect l="l" t="t" r="r" b="b"/>
            <a:pathLst>
              <a:path w="66040" h="59055">
                <a:moveTo>
                  <a:pt x="41144" y="0"/>
                </a:moveTo>
                <a:lnTo>
                  <a:pt x="23276" y="0"/>
                </a:lnTo>
                <a:lnTo>
                  <a:pt x="19430" y="1056"/>
                </a:lnTo>
                <a:lnTo>
                  <a:pt x="16258" y="6235"/>
                </a:lnTo>
                <a:lnTo>
                  <a:pt x="13086" y="10145"/>
                </a:lnTo>
                <a:lnTo>
                  <a:pt x="8856" y="13210"/>
                </a:lnTo>
                <a:lnTo>
                  <a:pt x="5683" y="16592"/>
                </a:lnTo>
                <a:lnTo>
                  <a:pt x="1107" y="22527"/>
                </a:lnTo>
                <a:lnTo>
                  <a:pt x="0" y="27927"/>
                </a:lnTo>
                <a:lnTo>
                  <a:pt x="2263" y="33446"/>
                </a:lnTo>
                <a:lnTo>
                  <a:pt x="7798" y="39737"/>
                </a:lnTo>
                <a:lnTo>
                  <a:pt x="10971" y="42485"/>
                </a:lnTo>
                <a:lnTo>
                  <a:pt x="9913" y="46818"/>
                </a:lnTo>
                <a:lnTo>
                  <a:pt x="13203" y="50095"/>
                </a:lnTo>
                <a:lnTo>
                  <a:pt x="21545" y="57598"/>
                </a:lnTo>
                <a:lnTo>
                  <a:pt x="21545" y="58761"/>
                </a:lnTo>
                <a:lnTo>
                  <a:pt x="41541" y="58761"/>
                </a:lnTo>
                <a:lnTo>
                  <a:pt x="42598" y="57598"/>
                </a:lnTo>
                <a:lnTo>
                  <a:pt x="46924" y="53054"/>
                </a:lnTo>
                <a:lnTo>
                  <a:pt x="53269" y="50095"/>
                </a:lnTo>
                <a:lnTo>
                  <a:pt x="54327" y="42908"/>
                </a:lnTo>
                <a:lnTo>
                  <a:pt x="54327" y="40583"/>
                </a:lnTo>
                <a:lnTo>
                  <a:pt x="56442" y="39103"/>
                </a:lnTo>
                <a:lnTo>
                  <a:pt x="60671" y="39103"/>
                </a:lnTo>
                <a:lnTo>
                  <a:pt x="62786" y="38046"/>
                </a:lnTo>
                <a:lnTo>
                  <a:pt x="63844" y="37307"/>
                </a:lnTo>
                <a:lnTo>
                  <a:pt x="65842" y="22527"/>
                </a:lnTo>
                <a:lnTo>
                  <a:pt x="65959" y="21665"/>
                </a:lnTo>
                <a:lnTo>
                  <a:pt x="58556" y="15747"/>
                </a:lnTo>
                <a:lnTo>
                  <a:pt x="54327" y="12787"/>
                </a:lnTo>
                <a:lnTo>
                  <a:pt x="51154" y="9300"/>
                </a:lnTo>
                <a:lnTo>
                  <a:pt x="47982" y="5495"/>
                </a:lnTo>
                <a:lnTo>
                  <a:pt x="44809" y="1373"/>
                </a:lnTo>
                <a:lnTo>
                  <a:pt x="41144" y="0"/>
                </a:lnTo>
                <a:close/>
              </a:path>
            </a:pathLst>
          </a:custGeom>
          <a:solidFill>
            <a:srgbClr val="000000"/>
          </a:solidFill>
        </p:spPr>
        <p:txBody>
          <a:bodyPr wrap="square" lIns="0" tIns="0" rIns="0" bIns="0" rtlCol="0"/>
          <a:lstStyle/>
          <a:p>
            <a:endParaRPr/>
          </a:p>
        </p:txBody>
      </p:sp>
      <p:sp>
        <p:nvSpPr>
          <p:cNvPr id="271" name="object 271"/>
          <p:cNvSpPr/>
          <p:nvPr/>
        </p:nvSpPr>
        <p:spPr>
          <a:xfrm>
            <a:off x="14341239" y="2871321"/>
            <a:ext cx="66040" cy="59690"/>
          </a:xfrm>
          <a:custGeom>
            <a:avLst/>
            <a:gdLst/>
            <a:ahLst/>
            <a:cxnLst/>
            <a:rect l="l" t="t" r="r" b="b"/>
            <a:pathLst>
              <a:path w="66040" h="59689">
                <a:moveTo>
                  <a:pt x="11632" y="8877"/>
                </a:moveTo>
                <a:lnTo>
                  <a:pt x="11608" y="12999"/>
                </a:lnTo>
                <a:lnTo>
                  <a:pt x="10574" y="17649"/>
                </a:lnTo>
                <a:lnTo>
                  <a:pt x="9517" y="19868"/>
                </a:lnTo>
                <a:lnTo>
                  <a:pt x="3172" y="19868"/>
                </a:lnTo>
                <a:lnTo>
                  <a:pt x="1057" y="21771"/>
                </a:lnTo>
                <a:lnTo>
                  <a:pt x="1057" y="34770"/>
                </a:lnTo>
                <a:lnTo>
                  <a:pt x="0" y="39632"/>
                </a:lnTo>
                <a:lnTo>
                  <a:pt x="8523" y="39632"/>
                </a:lnTo>
                <a:lnTo>
                  <a:pt x="10574" y="43014"/>
                </a:lnTo>
                <a:lnTo>
                  <a:pt x="10574" y="45022"/>
                </a:lnTo>
                <a:lnTo>
                  <a:pt x="11632" y="48087"/>
                </a:lnTo>
                <a:lnTo>
                  <a:pt x="9517" y="53054"/>
                </a:lnTo>
                <a:lnTo>
                  <a:pt x="12689" y="53477"/>
                </a:lnTo>
                <a:lnTo>
                  <a:pt x="17976" y="53899"/>
                </a:lnTo>
                <a:lnTo>
                  <a:pt x="20091" y="58127"/>
                </a:lnTo>
                <a:lnTo>
                  <a:pt x="23264" y="58338"/>
                </a:lnTo>
                <a:lnTo>
                  <a:pt x="26436" y="58655"/>
                </a:lnTo>
                <a:lnTo>
                  <a:pt x="30666" y="58972"/>
                </a:lnTo>
                <a:lnTo>
                  <a:pt x="33838" y="58972"/>
                </a:lnTo>
                <a:lnTo>
                  <a:pt x="34896" y="59289"/>
                </a:lnTo>
                <a:lnTo>
                  <a:pt x="41241" y="59289"/>
                </a:lnTo>
                <a:lnTo>
                  <a:pt x="48643" y="57493"/>
                </a:lnTo>
                <a:lnTo>
                  <a:pt x="53930" y="48826"/>
                </a:lnTo>
                <a:lnTo>
                  <a:pt x="54988" y="45022"/>
                </a:lnTo>
                <a:lnTo>
                  <a:pt x="54988" y="38680"/>
                </a:lnTo>
                <a:lnTo>
                  <a:pt x="64505" y="38680"/>
                </a:lnTo>
                <a:lnTo>
                  <a:pt x="64505" y="37201"/>
                </a:lnTo>
                <a:lnTo>
                  <a:pt x="65562" y="32339"/>
                </a:lnTo>
                <a:lnTo>
                  <a:pt x="65562" y="27266"/>
                </a:lnTo>
                <a:lnTo>
                  <a:pt x="64505" y="22722"/>
                </a:lnTo>
                <a:lnTo>
                  <a:pt x="64505" y="20925"/>
                </a:lnTo>
                <a:lnTo>
                  <a:pt x="59217" y="20925"/>
                </a:lnTo>
                <a:lnTo>
                  <a:pt x="54988" y="16909"/>
                </a:lnTo>
                <a:lnTo>
                  <a:pt x="54988" y="12999"/>
                </a:lnTo>
                <a:lnTo>
                  <a:pt x="52873" y="10991"/>
                </a:lnTo>
                <a:lnTo>
                  <a:pt x="52608" y="10462"/>
                </a:lnTo>
                <a:lnTo>
                  <a:pt x="15861" y="10462"/>
                </a:lnTo>
                <a:lnTo>
                  <a:pt x="11632" y="8877"/>
                </a:lnTo>
                <a:close/>
              </a:path>
              <a:path w="66040" h="59689">
                <a:moveTo>
                  <a:pt x="64505" y="38680"/>
                </a:moveTo>
                <a:lnTo>
                  <a:pt x="62390" y="38680"/>
                </a:lnTo>
                <a:lnTo>
                  <a:pt x="63447" y="38892"/>
                </a:lnTo>
                <a:lnTo>
                  <a:pt x="64505" y="38892"/>
                </a:lnTo>
                <a:lnTo>
                  <a:pt x="64505" y="38680"/>
                </a:lnTo>
                <a:close/>
              </a:path>
              <a:path w="66040" h="59689">
                <a:moveTo>
                  <a:pt x="40183" y="0"/>
                </a:moveTo>
                <a:lnTo>
                  <a:pt x="24321" y="0"/>
                </a:lnTo>
                <a:lnTo>
                  <a:pt x="19034" y="634"/>
                </a:lnTo>
                <a:lnTo>
                  <a:pt x="22107" y="7186"/>
                </a:lnTo>
                <a:lnTo>
                  <a:pt x="22206" y="7398"/>
                </a:lnTo>
                <a:lnTo>
                  <a:pt x="19034" y="9194"/>
                </a:lnTo>
                <a:lnTo>
                  <a:pt x="15861" y="10462"/>
                </a:lnTo>
                <a:lnTo>
                  <a:pt x="52608" y="10462"/>
                </a:lnTo>
                <a:lnTo>
                  <a:pt x="51815" y="8877"/>
                </a:lnTo>
                <a:lnTo>
                  <a:pt x="47585" y="8454"/>
                </a:lnTo>
                <a:lnTo>
                  <a:pt x="45470" y="7186"/>
                </a:lnTo>
                <a:lnTo>
                  <a:pt x="45470" y="3381"/>
                </a:lnTo>
                <a:lnTo>
                  <a:pt x="44413" y="1056"/>
                </a:lnTo>
                <a:lnTo>
                  <a:pt x="43355" y="845"/>
                </a:lnTo>
                <a:lnTo>
                  <a:pt x="40183" y="0"/>
                </a:lnTo>
                <a:close/>
              </a:path>
            </a:pathLst>
          </a:custGeom>
          <a:solidFill>
            <a:srgbClr val="000000"/>
          </a:solidFill>
        </p:spPr>
        <p:txBody>
          <a:bodyPr wrap="square" lIns="0" tIns="0" rIns="0" bIns="0" rtlCol="0"/>
          <a:lstStyle/>
          <a:p>
            <a:endParaRPr/>
          </a:p>
        </p:txBody>
      </p:sp>
      <p:sp>
        <p:nvSpPr>
          <p:cNvPr id="272" name="object 272"/>
          <p:cNvSpPr/>
          <p:nvPr/>
        </p:nvSpPr>
        <p:spPr>
          <a:xfrm>
            <a:off x="14347617" y="2003852"/>
            <a:ext cx="53975" cy="59055"/>
          </a:xfrm>
          <a:custGeom>
            <a:avLst/>
            <a:gdLst/>
            <a:ahLst/>
            <a:cxnLst/>
            <a:rect l="l" t="t" r="r" b="b"/>
            <a:pathLst>
              <a:path w="53975" h="59055">
                <a:moveTo>
                  <a:pt x="46948" y="9828"/>
                </a:moveTo>
                <a:lnTo>
                  <a:pt x="7316" y="9828"/>
                </a:lnTo>
                <a:lnTo>
                  <a:pt x="5254" y="13950"/>
                </a:lnTo>
                <a:lnTo>
                  <a:pt x="3139" y="18812"/>
                </a:lnTo>
                <a:lnTo>
                  <a:pt x="0" y="27356"/>
                </a:lnTo>
                <a:lnTo>
                  <a:pt x="231" y="35008"/>
                </a:lnTo>
                <a:lnTo>
                  <a:pt x="4031" y="42145"/>
                </a:lnTo>
                <a:lnTo>
                  <a:pt x="11599" y="49143"/>
                </a:lnTo>
                <a:lnTo>
                  <a:pt x="12656" y="49989"/>
                </a:lnTo>
                <a:lnTo>
                  <a:pt x="14771" y="51363"/>
                </a:lnTo>
                <a:lnTo>
                  <a:pt x="14771" y="52525"/>
                </a:lnTo>
                <a:lnTo>
                  <a:pt x="13713" y="57070"/>
                </a:lnTo>
                <a:lnTo>
                  <a:pt x="15953" y="58972"/>
                </a:lnTo>
                <a:lnTo>
                  <a:pt x="21116" y="58972"/>
                </a:lnTo>
                <a:lnTo>
                  <a:pt x="23231" y="58549"/>
                </a:lnTo>
                <a:lnTo>
                  <a:pt x="23231" y="58338"/>
                </a:lnTo>
                <a:lnTo>
                  <a:pt x="31992" y="58338"/>
                </a:lnTo>
                <a:lnTo>
                  <a:pt x="33805" y="57070"/>
                </a:lnTo>
                <a:lnTo>
                  <a:pt x="36978" y="53159"/>
                </a:lnTo>
                <a:lnTo>
                  <a:pt x="40150" y="48192"/>
                </a:lnTo>
                <a:lnTo>
                  <a:pt x="47552" y="48192"/>
                </a:lnTo>
                <a:lnTo>
                  <a:pt x="48610" y="45550"/>
                </a:lnTo>
                <a:lnTo>
                  <a:pt x="48610" y="44282"/>
                </a:lnTo>
                <a:lnTo>
                  <a:pt x="52179" y="36402"/>
                </a:lnTo>
                <a:lnTo>
                  <a:pt x="53368" y="30701"/>
                </a:lnTo>
                <a:lnTo>
                  <a:pt x="52179" y="24842"/>
                </a:lnTo>
                <a:lnTo>
                  <a:pt x="48610" y="16486"/>
                </a:lnTo>
                <a:lnTo>
                  <a:pt x="49667" y="10462"/>
                </a:lnTo>
                <a:lnTo>
                  <a:pt x="46948" y="9828"/>
                </a:lnTo>
                <a:close/>
              </a:path>
              <a:path w="53975" h="59055">
                <a:moveTo>
                  <a:pt x="31992" y="58338"/>
                </a:moveTo>
                <a:lnTo>
                  <a:pt x="25346" y="58338"/>
                </a:lnTo>
                <a:lnTo>
                  <a:pt x="27460" y="58972"/>
                </a:lnTo>
                <a:lnTo>
                  <a:pt x="30280" y="58972"/>
                </a:lnTo>
                <a:lnTo>
                  <a:pt x="31690" y="58549"/>
                </a:lnTo>
                <a:lnTo>
                  <a:pt x="31992" y="58338"/>
                </a:lnTo>
                <a:close/>
              </a:path>
              <a:path w="53975" h="59055">
                <a:moveTo>
                  <a:pt x="28518" y="0"/>
                </a:moveTo>
                <a:lnTo>
                  <a:pt x="23231" y="0"/>
                </a:lnTo>
                <a:lnTo>
                  <a:pt x="20058" y="1902"/>
                </a:lnTo>
                <a:lnTo>
                  <a:pt x="17943" y="4121"/>
                </a:lnTo>
                <a:lnTo>
                  <a:pt x="15828" y="8032"/>
                </a:lnTo>
                <a:lnTo>
                  <a:pt x="12656" y="8560"/>
                </a:lnTo>
                <a:lnTo>
                  <a:pt x="6888" y="9828"/>
                </a:lnTo>
                <a:lnTo>
                  <a:pt x="36978" y="9828"/>
                </a:lnTo>
                <a:lnTo>
                  <a:pt x="35920" y="8771"/>
                </a:lnTo>
                <a:lnTo>
                  <a:pt x="34863" y="7609"/>
                </a:lnTo>
                <a:lnTo>
                  <a:pt x="33805" y="6341"/>
                </a:lnTo>
                <a:lnTo>
                  <a:pt x="31690" y="2325"/>
                </a:lnTo>
                <a:lnTo>
                  <a:pt x="28518" y="0"/>
                </a:lnTo>
                <a:close/>
              </a:path>
            </a:pathLst>
          </a:custGeom>
          <a:solidFill>
            <a:srgbClr val="000000"/>
          </a:solidFill>
        </p:spPr>
        <p:txBody>
          <a:bodyPr wrap="square" lIns="0" tIns="0" rIns="0" bIns="0" rtlCol="0"/>
          <a:lstStyle/>
          <a:p>
            <a:endParaRPr/>
          </a:p>
        </p:txBody>
      </p:sp>
      <p:sp>
        <p:nvSpPr>
          <p:cNvPr id="273" name="object 273"/>
          <p:cNvSpPr/>
          <p:nvPr/>
        </p:nvSpPr>
        <p:spPr>
          <a:xfrm>
            <a:off x="18089940" y="6629719"/>
            <a:ext cx="59690" cy="58419"/>
          </a:xfrm>
          <a:custGeom>
            <a:avLst/>
            <a:gdLst/>
            <a:ahLst/>
            <a:cxnLst/>
            <a:rect l="l" t="t" r="r" b="b"/>
            <a:pathLst>
              <a:path w="59690" h="58420">
                <a:moveTo>
                  <a:pt x="48723" y="38258"/>
                </a:moveTo>
                <a:lnTo>
                  <a:pt x="7402" y="38258"/>
                </a:lnTo>
                <a:lnTo>
                  <a:pt x="9517" y="40266"/>
                </a:lnTo>
                <a:lnTo>
                  <a:pt x="10574" y="42274"/>
                </a:lnTo>
                <a:lnTo>
                  <a:pt x="11632" y="47769"/>
                </a:lnTo>
                <a:lnTo>
                  <a:pt x="12689" y="48087"/>
                </a:lnTo>
                <a:lnTo>
                  <a:pt x="16919" y="48826"/>
                </a:lnTo>
                <a:lnTo>
                  <a:pt x="20091" y="49038"/>
                </a:lnTo>
                <a:lnTo>
                  <a:pt x="20091" y="55696"/>
                </a:lnTo>
                <a:lnTo>
                  <a:pt x="22495" y="58338"/>
                </a:lnTo>
                <a:lnTo>
                  <a:pt x="38068" y="58338"/>
                </a:lnTo>
                <a:lnTo>
                  <a:pt x="40183" y="56858"/>
                </a:lnTo>
                <a:lnTo>
                  <a:pt x="40183" y="50940"/>
                </a:lnTo>
                <a:lnTo>
                  <a:pt x="42298" y="48615"/>
                </a:lnTo>
                <a:lnTo>
                  <a:pt x="50678" y="48615"/>
                </a:lnTo>
                <a:lnTo>
                  <a:pt x="48782" y="38575"/>
                </a:lnTo>
                <a:lnTo>
                  <a:pt x="48723" y="38258"/>
                </a:lnTo>
                <a:close/>
              </a:path>
              <a:path w="59690" h="58420">
                <a:moveTo>
                  <a:pt x="50678" y="48615"/>
                </a:moveTo>
                <a:lnTo>
                  <a:pt x="42298" y="48615"/>
                </a:lnTo>
                <a:lnTo>
                  <a:pt x="44413" y="49038"/>
                </a:lnTo>
                <a:lnTo>
                  <a:pt x="50758" y="49038"/>
                </a:lnTo>
                <a:lnTo>
                  <a:pt x="50678" y="48615"/>
                </a:lnTo>
                <a:close/>
              </a:path>
              <a:path w="59690" h="58420">
                <a:moveTo>
                  <a:pt x="33838" y="0"/>
                </a:moveTo>
                <a:lnTo>
                  <a:pt x="28551" y="0"/>
                </a:lnTo>
                <a:lnTo>
                  <a:pt x="22206" y="634"/>
                </a:lnTo>
                <a:lnTo>
                  <a:pt x="21149" y="845"/>
                </a:lnTo>
                <a:lnTo>
                  <a:pt x="21149" y="5601"/>
                </a:lnTo>
                <a:lnTo>
                  <a:pt x="20091" y="6869"/>
                </a:lnTo>
                <a:lnTo>
                  <a:pt x="17976" y="8666"/>
                </a:lnTo>
                <a:lnTo>
                  <a:pt x="13635" y="8666"/>
                </a:lnTo>
                <a:lnTo>
                  <a:pt x="9517" y="12576"/>
                </a:lnTo>
                <a:lnTo>
                  <a:pt x="9517" y="18177"/>
                </a:lnTo>
                <a:lnTo>
                  <a:pt x="8459" y="18389"/>
                </a:lnTo>
                <a:lnTo>
                  <a:pt x="2114" y="19234"/>
                </a:lnTo>
                <a:lnTo>
                  <a:pt x="0" y="21137"/>
                </a:lnTo>
                <a:lnTo>
                  <a:pt x="1057" y="27266"/>
                </a:lnTo>
                <a:lnTo>
                  <a:pt x="1057" y="30331"/>
                </a:lnTo>
                <a:lnTo>
                  <a:pt x="0" y="34136"/>
                </a:lnTo>
                <a:lnTo>
                  <a:pt x="1057" y="36567"/>
                </a:lnTo>
                <a:lnTo>
                  <a:pt x="3172" y="38575"/>
                </a:lnTo>
                <a:lnTo>
                  <a:pt x="7402" y="38258"/>
                </a:lnTo>
                <a:lnTo>
                  <a:pt x="48723" y="38258"/>
                </a:lnTo>
                <a:lnTo>
                  <a:pt x="48663" y="37941"/>
                </a:lnTo>
                <a:lnTo>
                  <a:pt x="57216" y="37941"/>
                </a:lnTo>
                <a:lnTo>
                  <a:pt x="58160" y="35299"/>
                </a:lnTo>
                <a:lnTo>
                  <a:pt x="59217" y="32551"/>
                </a:lnTo>
                <a:lnTo>
                  <a:pt x="59217" y="20291"/>
                </a:lnTo>
                <a:lnTo>
                  <a:pt x="57102" y="19023"/>
                </a:lnTo>
                <a:lnTo>
                  <a:pt x="50909" y="19023"/>
                </a:lnTo>
                <a:lnTo>
                  <a:pt x="48643" y="17438"/>
                </a:lnTo>
                <a:lnTo>
                  <a:pt x="49700" y="14478"/>
                </a:lnTo>
                <a:lnTo>
                  <a:pt x="49700" y="10040"/>
                </a:lnTo>
                <a:lnTo>
                  <a:pt x="46528" y="9406"/>
                </a:lnTo>
                <a:lnTo>
                  <a:pt x="36870" y="9406"/>
                </a:lnTo>
                <a:lnTo>
                  <a:pt x="42298" y="1268"/>
                </a:lnTo>
                <a:lnTo>
                  <a:pt x="38672" y="634"/>
                </a:lnTo>
                <a:lnTo>
                  <a:pt x="35953" y="211"/>
                </a:lnTo>
                <a:lnTo>
                  <a:pt x="33838" y="0"/>
                </a:lnTo>
                <a:close/>
              </a:path>
              <a:path w="59690" h="58420">
                <a:moveTo>
                  <a:pt x="57216" y="37941"/>
                </a:moveTo>
                <a:lnTo>
                  <a:pt x="56045" y="37941"/>
                </a:lnTo>
                <a:lnTo>
                  <a:pt x="57102" y="38258"/>
                </a:lnTo>
                <a:lnTo>
                  <a:pt x="57216" y="37941"/>
                </a:lnTo>
                <a:close/>
              </a:path>
            </a:pathLst>
          </a:custGeom>
          <a:solidFill>
            <a:srgbClr val="000000"/>
          </a:solidFill>
        </p:spPr>
        <p:txBody>
          <a:bodyPr wrap="square" lIns="0" tIns="0" rIns="0" bIns="0" rtlCol="0"/>
          <a:lstStyle/>
          <a:p>
            <a:endParaRPr/>
          </a:p>
        </p:txBody>
      </p:sp>
      <p:sp>
        <p:nvSpPr>
          <p:cNvPr id="274" name="object 274"/>
          <p:cNvSpPr/>
          <p:nvPr/>
        </p:nvSpPr>
        <p:spPr>
          <a:xfrm>
            <a:off x="14347088" y="3160055"/>
            <a:ext cx="55880" cy="55880"/>
          </a:xfrm>
          <a:custGeom>
            <a:avLst/>
            <a:gdLst/>
            <a:ahLst/>
            <a:cxnLst/>
            <a:rect l="l" t="t" r="r" b="b"/>
            <a:pathLst>
              <a:path w="55880" h="55880">
                <a:moveTo>
                  <a:pt x="32219" y="0"/>
                </a:moveTo>
                <a:lnTo>
                  <a:pt x="26932" y="0"/>
                </a:lnTo>
                <a:lnTo>
                  <a:pt x="24817" y="105"/>
                </a:lnTo>
                <a:lnTo>
                  <a:pt x="23759" y="422"/>
                </a:lnTo>
                <a:lnTo>
                  <a:pt x="22702" y="317"/>
                </a:lnTo>
                <a:lnTo>
                  <a:pt x="20587" y="0"/>
                </a:lnTo>
                <a:lnTo>
                  <a:pt x="17415" y="105"/>
                </a:lnTo>
                <a:lnTo>
                  <a:pt x="17415" y="422"/>
                </a:lnTo>
                <a:lnTo>
                  <a:pt x="13185" y="3276"/>
                </a:lnTo>
                <a:lnTo>
                  <a:pt x="10012" y="6763"/>
                </a:lnTo>
                <a:lnTo>
                  <a:pt x="6840" y="10568"/>
                </a:lnTo>
                <a:lnTo>
                  <a:pt x="3668" y="14161"/>
                </a:lnTo>
                <a:lnTo>
                  <a:pt x="4725" y="19763"/>
                </a:lnTo>
                <a:lnTo>
                  <a:pt x="495" y="22405"/>
                </a:lnTo>
                <a:lnTo>
                  <a:pt x="0" y="29580"/>
                </a:lnTo>
                <a:lnTo>
                  <a:pt x="1288" y="36289"/>
                </a:lnTo>
                <a:lnTo>
                  <a:pt x="3767" y="42662"/>
                </a:lnTo>
                <a:lnTo>
                  <a:pt x="6840" y="48826"/>
                </a:lnTo>
                <a:lnTo>
                  <a:pt x="12127" y="48826"/>
                </a:lnTo>
                <a:lnTo>
                  <a:pt x="14242" y="52420"/>
                </a:lnTo>
                <a:lnTo>
                  <a:pt x="17415" y="53582"/>
                </a:lnTo>
                <a:lnTo>
                  <a:pt x="19529" y="54533"/>
                </a:lnTo>
                <a:lnTo>
                  <a:pt x="22702" y="55167"/>
                </a:lnTo>
                <a:lnTo>
                  <a:pt x="25874" y="55167"/>
                </a:lnTo>
                <a:lnTo>
                  <a:pt x="27989" y="55273"/>
                </a:lnTo>
                <a:lnTo>
                  <a:pt x="30104" y="54745"/>
                </a:lnTo>
                <a:lnTo>
                  <a:pt x="31162" y="53688"/>
                </a:lnTo>
                <a:lnTo>
                  <a:pt x="35391" y="50834"/>
                </a:lnTo>
                <a:lnTo>
                  <a:pt x="40679" y="50306"/>
                </a:lnTo>
                <a:lnTo>
                  <a:pt x="43851" y="47241"/>
                </a:lnTo>
                <a:lnTo>
                  <a:pt x="47023" y="43965"/>
                </a:lnTo>
                <a:lnTo>
                  <a:pt x="50196" y="40371"/>
                </a:lnTo>
                <a:lnTo>
                  <a:pt x="54426" y="36884"/>
                </a:lnTo>
                <a:lnTo>
                  <a:pt x="54426" y="34559"/>
                </a:lnTo>
                <a:lnTo>
                  <a:pt x="53368" y="30014"/>
                </a:lnTo>
                <a:lnTo>
                  <a:pt x="55483" y="25047"/>
                </a:lnTo>
                <a:lnTo>
                  <a:pt x="52311" y="20608"/>
                </a:lnTo>
                <a:lnTo>
                  <a:pt x="48081" y="15852"/>
                </a:lnTo>
                <a:lnTo>
                  <a:pt x="48081" y="7080"/>
                </a:lnTo>
                <a:lnTo>
                  <a:pt x="36449" y="4861"/>
                </a:lnTo>
                <a:close/>
              </a:path>
            </a:pathLst>
          </a:custGeom>
          <a:solidFill>
            <a:srgbClr val="000000"/>
          </a:solidFill>
        </p:spPr>
        <p:txBody>
          <a:bodyPr wrap="square" lIns="0" tIns="0" rIns="0" bIns="0" rtlCol="0"/>
          <a:lstStyle/>
          <a:p>
            <a:endParaRPr/>
          </a:p>
        </p:txBody>
      </p:sp>
      <p:sp>
        <p:nvSpPr>
          <p:cNvPr id="275" name="object 275"/>
          <p:cNvSpPr/>
          <p:nvPr/>
        </p:nvSpPr>
        <p:spPr>
          <a:xfrm>
            <a:off x="15204392" y="8821"/>
            <a:ext cx="55880" cy="31115"/>
          </a:xfrm>
          <a:custGeom>
            <a:avLst/>
            <a:gdLst/>
            <a:ahLst/>
            <a:cxnLst/>
            <a:rect l="l" t="t" r="r" b="b"/>
            <a:pathLst>
              <a:path w="55880" h="31115">
                <a:moveTo>
                  <a:pt x="55640" y="0"/>
                </a:moveTo>
                <a:lnTo>
                  <a:pt x="621" y="0"/>
                </a:lnTo>
                <a:lnTo>
                  <a:pt x="0" y="4970"/>
                </a:lnTo>
                <a:lnTo>
                  <a:pt x="5022" y="14056"/>
                </a:lnTo>
                <a:lnTo>
                  <a:pt x="5022" y="23990"/>
                </a:lnTo>
                <a:lnTo>
                  <a:pt x="7137" y="25470"/>
                </a:lnTo>
                <a:lnTo>
                  <a:pt x="11367" y="25470"/>
                </a:lnTo>
                <a:lnTo>
                  <a:pt x="12425" y="25258"/>
                </a:lnTo>
                <a:lnTo>
                  <a:pt x="14540" y="25258"/>
                </a:lnTo>
                <a:lnTo>
                  <a:pt x="15597" y="25364"/>
                </a:lnTo>
                <a:lnTo>
                  <a:pt x="16655" y="25787"/>
                </a:lnTo>
                <a:lnTo>
                  <a:pt x="19827" y="27372"/>
                </a:lnTo>
                <a:lnTo>
                  <a:pt x="22999" y="30331"/>
                </a:lnTo>
                <a:lnTo>
                  <a:pt x="27229" y="30860"/>
                </a:lnTo>
                <a:lnTo>
                  <a:pt x="33574" y="30860"/>
                </a:lnTo>
                <a:lnTo>
                  <a:pt x="35689" y="25681"/>
                </a:lnTo>
                <a:lnTo>
                  <a:pt x="39919" y="25258"/>
                </a:lnTo>
                <a:lnTo>
                  <a:pt x="43091" y="25047"/>
                </a:lnTo>
                <a:lnTo>
                  <a:pt x="46263" y="22511"/>
                </a:lnTo>
                <a:lnTo>
                  <a:pt x="47321" y="20080"/>
                </a:lnTo>
                <a:lnTo>
                  <a:pt x="50493" y="15641"/>
                </a:lnTo>
                <a:lnTo>
                  <a:pt x="52608" y="10674"/>
                </a:lnTo>
                <a:lnTo>
                  <a:pt x="54723" y="6024"/>
                </a:lnTo>
                <a:lnTo>
                  <a:pt x="53666" y="2959"/>
                </a:lnTo>
                <a:lnTo>
                  <a:pt x="55640" y="0"/>
                </a:lnTo>
                <a:close/>
              </a:path>
            </a:pathLst>
          </a:custGeom>
          <a:solidFill>
            <a:srgbClr val="000000"/>
          </a:solidFill>
        </p:spPr>
        <p:txBody>
          <a:bodyPr wrap="square" lIns="0" tIns="0" rIns="0" bIns="0" rtlCol="0"/>
          <a:lstStyle/>
          <a:p>
            <a:endParaRPr/>
          </a:p>
        </p:txBody>
      </p:sp>
      <p:sp>
        <p:nvSpPr>
          <p:cNvPr id="276" name="object 276"/>
          <p:cNvSpPr/>
          <p:nvPr/>
        </p:nvSpPr>
        <p:spPr>
          <a:xfrm>
            <a:off x="15498102" y="5467809"/>
            <a:ext cx="59690" cy="54610"/>
          </a:xfrm>
          <a:custGeom>
            <a:avLst/>
            <a:gdLst/>
            <a:ahLst/>
            <a:cxnLst/>
            <a:rect l="l" t="t" r="r" b="b"/>
            <a:pathLst>
              <a:path w="59690" h="54610">
                <a:moveTo>
                  <a:pt x="29080" y="0"/>
                </a:moveTo>
                <a:lnTo>
                  <a:pt x="24321" y="0"/>
                </a:lnTo>
                <a:lnTo>
                  <a:pt x="24321" y="528"/>
                </a:lnTo>
                <a:lnTo>
                  <a:pt x="24086" y="528"/>
                </a:lnTo>
                <a:lnTo>
                  <a:pt x="20091" y="2325"/>
                </a:lnTo>
                <a:lnTo>
                  <a:pt x="15861" y="5284"/>
                </a:lnTo>
                <a:lnTo>
                  <a:pt x="11632" y="6235"/>
                </a:lnTo>
                <a:lnTo>
                  <a:pt x="11632" y="14478"/>
                </a:lnTo>
                <a:lnTo>
                  <a:pt x="3172" y="17121"/>
                </a:lnTo>
                <a:lnTo>
                  <a:pt x="1057" y="23673"/>
                </a:lnTo>
                <a:lnTo>
                  <a:pt x="0" y="25893"/>
                </a:lnTo>
                <a:lnTo>
                  <a:pt x="0" y="28640"/>
                </a:lnTo>
                <a:lnTo>
                  <a:pt x="1057" y="30965"/>
                </a:lnTo>
                <a:lnTo>
                  <a:pt x="2114" y="37201"/>
                </a:lnTo>
                <a:lnTo>
                  <a:pt x="11632" y="38258"/>
                </a:lnTo>
                <a:lnTo>
                  <a:pt x="10574" y="46501"/>
                </a:lnTo>
                <a:lnTo>
                  <a:pt x="10574" y="46924"/>
                </a:lnTo>
                <a:lnTo>
                  <a:pt x="11632" y="48192"/>
                </a:lnTo>
                <a:lnTo>
                  <a:pt x="17976" y="48192"/>
                </a:lnTo>
                <a:lnTo>
                  <a:pt x="21043" y="54322"/>
                </a:lnTo>
                <a:lnTo>
                  <a:pt x="21149" y="54533"/>
                </a:lnTo>
                <a:lnTo>
                  <a:pt x="27494" y="54533"/>
                </a:lnTo>
                <a:lnTo>
                  <a:pt x="28551" y="54322"/>
                </a:lnTo>
                <a:lnTo>
                  <a:pt x="29608" y="53899"/>
                </a:lnTo>
                <a:lnTo>
                  <a:pt x="34896" y="51257"/>
                </a:lnTo>
                <a:lnTo>
                  <a:pt x="43355" y="50517"/>
                </a:lnTo>
                <a:lnTo>
                  <a:pt x="46528" y="44176"/>
                </a:lnTo>
                <a:lnTo>
                  <a:pt x="49700" y="38258"/>
                </a:lnTo>
                <a:lnTo>
                  <a:pt x="54988" y="32973"/>
                </a:lnTo>
                <a:lnTo>
                  <a:pt x="54988" y="25364"/>
                </a:lnTo>
                <a:lnTo>
                  <a:pt x="59217" y="17860"/>
                </a:lnTo>
                <a:lnTo>
                  <a:pt x="49700" y="14478"/>
                </a:lnTo>
                <a:lnTo>
                  <a:pt x="49700" y="7820"/>
                </a:lnTo>
                <a:lnTo>
                  <a:pt x="48643" y="5284"/>
                </a:lnTo>
                <a:lnTo>
                  <a:pt x="47585" y="4967"/>
                </a:lnTo>
                <a:lnTo>
                  <a:pt x="39549" y="4967"/>
                </a:lnTo>
                <a:lnTo>
                  <a:pt x="37011" y="4333"/>
                </a:lnTo>
                <a:lnTo>
                  <a:pt x="35953" y="1796"/>
                </a:lnTo>
                <a:lnTo>
                  <a:pt x="32781" y="1162"/>
                </a:lnTo>
                <a:lnTo>
                  <a:pt x="31723" y="528"/>
                </a:lnTo>
                <a:lnTo>
                  <a:pt x="29080" y="0"/>
                </a:lnTo>
                <a:close/>
              </a:path>
            </a:pathLst>
          </a:custGeom>
          <a:solidFill>
            <a:srgbClr val="000000"/>
          </a:solidFill>
        </p:spPr>
        <p:txBody>
          <a:bodyPr wrap="square" lIns="0" tIns="0" rIns="0" bIns="0" rtlCol="0"/>
          <a:lstStyle/>
          <a:p>
            <a:endParaRPr/>
          </a:p>
        </p:txBody>
      </p:sp>
      <p:sp>
        <p:nvSpPr>
          <p:cNvPr id="277" name="object 277"/>
          <p:cNvSpPr/>
          <p:nvPr/>
        </p:nvSpPr>
        <p:spPr>
          <a:xfrm>
            <a:off x="14636139" y="857373"/>
            <a:ext cx="45085" cy="45085"/>
          </a:xfrm>
          <a:custGeom>
            <a:avLst/>
            <a:gdLst/>
            <a:ahLst/>
            <a:cxnLst/>
            <a:rect l="l" t="t" r="r" b="b"/>
            <a:pathLst>
              <a:path w="45084" h="45084">
                <a:moveTo>
                  <a:pt x="15994" y="44388"/>
                </a:moveTo>
                <a:lnTo>
                  <a:pt x="10706" y="44388"/>
                </a:lnTo>
                <a:lnTo>
                  <a:pt x="10706" y="44599"/>
                </a:lnTo>
                <a:lnTo>
                  <a:pt x="11764" y="44599"/>
                </a:lnTo>
                <a:lnTo>
                  <a:pt x="15994" y="44388"/>
                </a:lnTo>
                <a:close/>
              </a:path>
              <a:path w="45084" h="45084">
                <a:moveTo>
                  <a:pt x="15994" y="0"/>
                </a:moveTo>
                <a:lnTo>
                  <a:pt x="13879" y="0"/>
                </a:lnTo>
                <a:lnTo>
                  <a:pt x="11764" y="317"/>
                </a:lnTo>
                <a:lnTo>
                  <a:pt x="10706" y="1902"/>
                </a:lnTo>
                <a:lnTo>
                  <a:pt x="7534" y="5601"/>
                </a:lnTo>
                <a:lnTo>
                  <a:pt x="3304" y="8877"/>
                </a:lnTo>
                <a:lnTo>
                  <a:pt x="132" y="12365"/>
                </a:lnTo>
                <a:lnTo>
                  <a:pt x="214" y="18787"/>
                </a:lnTo>
                <a:lnTo>
                  <a:pt x="0" y="25298"/>
                </a:lnTo>
                <a:lnTo>
                  <a:pt x="1173" y="31552"/>
                </a:lnTo>
                <a:lnTo>
                  <a:pt x="5419" y="37201"/>
                </a:lnTo>
                <a:lnTo>
                  <a:pt x="4362" y="42274"/>
                </a:lnTo>
                <a:lnTo>
                  <a:pt x="6588" y="44388"/>
                </a:lnTo>
                <a:lnTo>
                  <a:pt x="42313" y="44388"/>
                </a:lnTo>
                <a:lnTo>
                  <a:pt x="43488" y="42274"/>
                </a:lnTo>
                <a:lnTo>
                  <a:pt x="43488" y="41111"/>
                </a:lnTo>
                <a:lnTo>
                  <a:pt x="44545" y="35404"/>
                </a:lnTo>
                <a:lnTo>
                  <a:pt x="44545" y="5918"/>
                </a:lnTo>
                <a:lnTo>
                  <a:pt x="36085" y="5918"/>
                </a:lnTo>
                <a:lnTo>
                  <a:pt x="33970" y="317"/>
                </a:lnTo>
                <a:lnTo>
                  <a:pt x="17051" y="317"/>
                </a:lnTo>
                <a:lnTo>
                  <a:pt x="15994" y="0"/>
                </a:lnTo>
                <a:close/>
              </a:path>
            </a:pathLst>
          </a:custGeom>
          <a:solidFill>
            <a:srgbClr val="000000"/>
          </a:solidFill>
        </p:spPr>
        <p:txBody>
          <a:bodyPr wrap="square" lIns="0" tIns="0" rIns="0" bIns="0" rtlCol="0"/>
          <a:lstStyle/>
          <a:p>
            <a:endParaRPr/>
          </a:p>
        </p:txBody>
      </p:sp>
      <p:sp>
        <p:nvSpPr>
          <p:cNvPr id="278" name="object 278"/>
          <p:cNvSpPr/>
          <p:nvPr/>
        </p:nvSpPr>
        <p:spPr>
          <a:xfrm>
            <a:off x="14635213" y="4315834"/>
            <a:ext cx="45720" cy="50165"/>
          </a:xfrm>
          <a:custGeom>
            <a:avLst/>
            <a:gdLst/>
            <a:ahLst/>
            <a:cxnLst/>
            <a:rect l="l" t="t" r="r" b="b"/>
            <a:pathLst>
              <a:path w="45719" h="50164">
                <a:moveTo>
                  <a:pt x="26436" y="0"/>
                </a:moveTo>
                <a:lnTo>
                  <a:pt x="22206" y="0"/>
                </a:lnTo>
                <a:lnTo>
                  <a:pt x="21149" y="422"/>
                </a:lnTo>
                <a:lnTo>
                  <a:pt x="19034" y="1056"/>
                </a:lnTo>
                <a:lnTo>
                  <a:pt x="14804" y="2853"/>
                </a:lnTo>
                <a:lnTo>
                  <a:pt x="11632" y="5601"/>
                </a:lnTo>
                <a:lnTo>
                  <a:pt x="7402" y="6869"/>
                </a:lnTo>
                <a:lnTo>
                  <a:pt x="7402" y="13316"/>
                </a:lnTo>
                <a:lnTo>
                  <a:pt x="1057" y="17121"/>
                </a:lnTo>
                <a:lnTo>
                  <a:pt x="1057" y="23884"/>
                </a:lnTo>
                <a:lnTo>
                  <a:pt x="0" y="32022"/>
                </a:lnTo>
                <a:lnTo>
                  <a:pt x="6344" y="36461"/>
                </a:lnTo>
                <a:lnTo>
                  <a:pt x="7402" y="43436"/>
                </a:lnTo>
                <a:lnTo>
                  <a:pt x="7402" y="44070"/>
                </a:lnTo>
                <a:lnTo>
                  <a:pt x="9517" y="44176"/>
                </a:lnTo>
                <a:lnTo>
                  <a:pt x="11632" y="44810"/>
                </a:lnTo>
                <a:lnTo>
                  <a:pt x="14804" y="46290"/>
                </a:lnTo>
                <a:lnTo>
                  <a:pt x="17976" y="48509"/>
                </a:lnTo>
                <a:lnTo>
                  <a:pt x="21149" y="49672"/>
                </a:lnTo>
                <a:lnTo>
                  <a:pt x="22206" y="49883"/>
                </a:lnTo>
                <a:lnTo>
                  <a:pt x="23264" y="49989"/>
                </a:lnTo>
                <a:lnTo>
                  <a:pt x="24321" y="49989"/>
                </a:lnTo>
                <a:lnTo>
                  <a:pt x="27494" y="49883"/>
                </a:lnTo>
                <a:lnTo>
                  <a:pt x="30666" y="46713"/>
                </a:lnTo>
                <a:lnTo>
                  <a:pt x="33838" y="44810"/>
                </a:lnTo>
                <a:lnTo>
                  <a:pt x="34896" y="44599"/>
                </a:lnTo>
                <a:lnTo>
                  <a:pt x="34896" y="44388"/>
                </a:lnTo>
                <a:lnTo>
                  <a:pt x="37011" y="44388"/>
                </a:lnTo>
                <a:lnTo>
                  <a:pt x="38068" y="44705"/>
                </a:lnTo>
                <a:lnTo>
                  <a:pt x="42298" y="44705"/>
                </a:lnTo>
                <a:lnTo>
                  <a:pt x="45470" y="44599"/>
                </a:lnTo>
                <a:lnTo>
                  <a:pt x="45470" y="27583"/>
                </a:lnTo>
                <a:lnTo>
                  <a:pt x="45470" y="6024"/>
                </a:lnTo>
                <a:lnTo>
                  <a:pt x="42298" y="5601"/>
                </a:lnTo>
                <a:lnTo>
                  <a:pt x="34896" y="5601"/>
                </a:lnTo>
                <a:lnTo>
                  <a:pt x="32781" y="5389"/>
                </a:lnTo>
                <a:lnTo>
                  <a:pt x="28551" y="845"/>
                </a:lnTo>
                <a:close/>
              </a:path>
            </a:pathLst>
          </a:custGeom>
          <a:solidFill>
            <a:srgbClr val="000000"/>
          </a:solidFill>
        </p:spPr>
        <p:txBody>
          <a:bodyPr wrap="square" lIns="0" tIns="0" rIns="0" bIns="0" rtlCol="0"/>
          <a:lstStyle/>
          <a:p>
            <a:endParaRPr/>
          </a:p>
        </p:txBody>
      </p:sp>
      <p:sp>
        <p:nvSpPr>
          <p:cNvPr id="279" name="object 279"/>
          <p:cNvSpPr/>
          <p:nvPr/>
        </p:nvSpPr>
        <p:spPr>
          <a:xfrm>
            <a:off x="17810556" y="6633946"/>
            <a:ext cx="45085" cy="45085"/>
          </a:xfrm>
          <a:custGeom>
            <a:avLst/>
            <a:gdLst/>
            <a:ahLst/>
            <a:cxnLst/>
            <a:rect l="l" t="t" r="r" b="b"/>
            <a:pathLst>
              <a:path w="45084" h="45084">
                <a:moveTo>
                  <a:pt x="24536" y="0"/>
                </a:moveTo>
                <a:lnTo>
                  <a:pt x="20306" y="0"/>
                </a:lnTo>
                <a:lnTo>
                  <a:pt x="18191" y="845"/>
                </a:lnTo>
                <a:lnTo>
                  <a:pt x="15019" y="2536"/>
                </a:lnTo>
                <a:lnTo>
                  <a:pt x="6311" y="7510"/>
                </a:lnTo>
                <a:lnTo>
                  <a:pt x="1668" y="11889"/>
                </a:lnTo>
                <a:lnTo>
                  <a:pt x="0" y="17933"/>
                </a:lnTo>
                <a:lnTo>
                  <a:pt x="214" y="27901"/>
                </a:lnTo>
                <a:lnTo>
                  <a:pt x="1272" y="29592"/>
                </a:lnTo>
                <a:lnTo>
                  <a:pt x="214" y="31705"/>
                </a:lnTo>
                <a:lnTo>
                  <a:pt x="1272" y="32445"/>
                </a:lnTo>
                <a:lnTo>
                  <a:pt x="4444" y="35087"/>
                </a:lnTo>
                <a:lnTo>
                  <a:pt x="5502" y="39103"/>
                </a:lnTo>
                <a:lnTo>
                  <a:pt x="6559" y="42591"/>
                </a:lnTo>
                <a:lnTo>
                  <a:pt x="7617" y="44388"/>
                </a:lnTo>
                <a:lnTo>
                  <a:pt x="8674" y="44916"/>
                </a:lnTo>
                <a:lnTo>
                  <a:pt x="11846" y="44916"/>
                </a:lnTo>
                <a:lnTo>
                  <a:pt x="13961" y="44388"/>
                </a:lnTo>
                <a:lnTo>
                  <a:pt x="43570" y="44388"/>
                </a:lnTo>
                <a:lnTo>
                  <a:pt x="44628" y="43753"/>
                </a:lnTo>
                <a:lnTo>
                  <a:pt x="44628" y="6235"/>
                </a:lnTo>
                <a:lnTo>
                  <a:pt x="42513" y="5072"/>
                </a:lnTo>
                <a:lnTo>
                  <a:pt x="33207" y="5072"/>
                </a:lnTo>
                <a:lnTo>
                  <a:pt x="29823" y="3381"/>
                </a:lnTo>
                <a:lnTo>
                  <a:pt x="26651" y="1056"/>
                </a:lnTo>
                <a:lnTo>
                  <a:pt x="24536" y="0"/>
                </a:lnTo>
                <a:close/>
              </a:path>
            </a:pathLst>
          </a:custGeom>
          <a:solidFill>
            <a:srgbClr val="000000"/>
          </a:solidFill>
        </p:spPr>
        <p:txBody>
          <a:bodyPr wrap="square" lIns="0" tIns="0" rIns="0" bIns="0" rtlCol="0"/>
          <a:lstStyle/>
          <a:p>
            <a:endParaRPr/>
          </a:p>
        </p:txBody>
      </p:sp>
      <p:sp>
        <p:nvSpPr>
          <p:cNvPr id="280" name="object 280"/>
          <p:cNvSpPr/>
          <p:nvPr/>
        </p:nvSpPr>
        <p:spPr>
          <a:xfrm>
            <a:off x="15209415" y="5188165"/>
            <a:ext cx="45085" cy="45085"/>
          </a:xfrm>
          <a:custGeom>
            <a:avLst/>
            <a:gdLst/>
            <a:ahLst/>
            <a:cxnLst/>
            <a:rect l="l" t="t" r="r" b="b"/>
            <a:pathLst>
              <a:path w="45084" h="45085">
                <a:moveTo>
                  <a:pt x="35953" y="0"/>
                </a:moveTo>
                <a:lnTo>
                  <a:pt x="32781" y="0"/>
                </a:lnTo>
                <a:lnTo>
                  <a:pt x="31723" y="528"/>
                </a:lnTo>
                <a:lnTo>
                  <a:pt x="1057" y="528"/>
                </a:lnTo>
                <a:lnTo>
                  <a:pt x="0" y="1268"/>
                </a:lnTo>
                <a:lnTo>
                  <a:pt x="0" y="36144"/>
                </a:lnTo>
                <a:lnTo>
                  <a:pt x="1057" y="38575"/>
                </a:lnTo>
                <a:lnTo>
                  <a:pt x="2114" y="39737"/>
                </a:lnTo>
                <a:lnTo>
                  <a:pt x="9517" y="39737"/>
                </a:lnTo>
                <a:lnTo>
                  <a:pt x="11632" y="39949"/>
                </a:lnTo>
                <a:lnTo>
                  <a:pt x="14804" y="41323"/>
                </a:lnTo>
                <a:lnTo>
                  <a:pt x="19269" y="43753"/>
                </a:lnTo>
                <a:lnTo>
                  <a:pt x="21149" y="44599"/>
                </a:lnTo>
                <a:lnTo>
                  <a:pt x="24321" y="44599"/>
                </a:lnTo>
                <a:lnTo>
                  <a:pt x="26436" y="43753"/>
                </a:lnTo>
                <a:lnTo>
                  <a:pt x="29608" y="42274"/>
                </a:lnTo>
                <a:lnTo>
                  <a:pt x="38762" y="37346"/>
                </a:lnTo>
                <a:lnTo>
                  <a:pt x="43355" y="32973"/>
                </a:lnTo>
                <a:lnTo>
                  <a:pt x="44776" y="26936"/>
                </a:lnTo>
                <a:lnTo>
                  <a:pt x="44413" y="17015"/>
                </a:lnTo>
                <a:lnTo>
                  <a:pt x="44413" y="13210"/>
                </a:lnTo>
                <a:lnTo>
                  <a:pt x="43355" y="12470"/>
                </a:lnTo>
                <a:lnTo>
                  <a:pt x="40183" y="9723"/>
                </a:lnTo>
                <a:lnTo>
                  <a:pt x="40183" y="5812"/>
                </a:lnTo>
                <a:lnTo>
                  <a:pt x="38068" y="2325"/>
                </a:lnTo>
                <a:lnTo>
                  <a:pt x="38068" y="528"/>
                </a:lnTo>
                <a:lnTo>
                  <a:pt x="35953" y="0"/>
                </a:lnTo>
                <a:close/>
              </a:path>
            </a:pathLst>
          </a:custGeom>
          <a:solidFill>
            <a:srgbClr val="000000"/>
          </a:solidFill>
        </p:spPr>
        <p:txBody>
          <a:bodyPr wrap="square" lIns="0" tIns="0" rIns="0" bIns="0" rtlCol="0"/>
          <a:lstStyle/>
          <a:p>
            <a:endParaRPr/>
          </a:p>
        </p:txBody>
      </p:sp>
      <p:sp>
        <p:nvSpPr>
          <p:cNvPr id="281" name="object 281"/>
          <p:cNvSpPr/>
          <p:nvPr/>
        </p:nvSpPr>
        <p:spPr>
          <a:xfrm>
            <a:off x="15793133" y="5766583"/>
            <a:ext cx="45720" cy="45085"/>
          </a:xfrm>
          <a:custGeom>
            <a:avLst/>
            <a:gdLst/>
            <a:ahLst/>
            <a:cxnLst/>
            <a:rect l="l" t="t" r="r" b="b"/>
            <a:pathLst>
              <a:path w="45719" h="45085">
                <a:moveTo>
                  <a:pt x="21149" y="0"/>
                </a:moveTo>
                <a:lnTo>
                  <a:pt x="14804" y="0"/>
                </a:lnTo>
                <a:lnTo>
                  <a:pt x="11632" y="951"/>
                </a:lnTo>
                <a:lnTo>
                  <a:pt x="8459" y="3276"/>
                </a:lnTo>
                <a:lnTo>
                  <a:pt x="0" y="9194"/>
                </a:lnTo>
                <a:lnTo>
                  <a:pt x="0" y="42274"/>
                </a:lnTo>
                <a:lnTo>
                  <a:pt x="2337" y="44493"/>
                </a:lnTo>
                <a:lnTo>
                  <a:pt x="36971" y="44493"/>
                </a:lnTo>
                <a:lnTo>
                  <a:pt x="38068" y="41534"/>
                </a:lnTo>
                <a:lnTo>
                  <a:pt x="39126" y="37729"/>
                </a:lnTo>
                <a:lnTo>
                  <a:pt x="41241" y="33396"/>
                </a:lnTo>
                <a:lnTo>
                  <a:pt x="43355" y="29697"/>
                </a:lnTo>
                <a:lnTo>
                  <a:pt x="44413" y="24836"/>
                </a:lnTo>
                <a:lnTo>
                  <a:pt x="45470" y="18177"/>
                </a:lnTo>
                <a:lnTo>
                  <a:pt x="39126" y="15007"/>
                </a:lnTo>
                <a:lnTo>
                  <a:pt x="39062" y="9194"/>
                </a:lnTo>
                <a:lnTo>
                  <a:pt x="38747" y="7080"/>
                </a:lnTo>
                <a:lnTo>
                  <a:pt x="29608" y="7080"/>
                </a:lnTo>
                <a:lnTo>
                  <a:pt x="28661" y="2536"/>
                </a:lnTo>
                <a:lnTo>
                  <a:pt x="28551" y="2008"/>
                </a:lnTo>
                <a:lnTo>
                  <a:pt x="25379" y="951"/>
                </a:lnTo>
                <a:lnTo>
                  <a:pt x="21149" y="0"/>
                </a:lnTo>
                <a:close/>
              </a:path>
              <a:path w="45719" h="45085">
                <a:moveTo>
                  <a:pt x="38068" y="2536"/>
                </a:moveTo>
                <a:lnTo>
                  <a:pt x="29608" y="7080"/>
                </a:lnTo>
                <a:lnTo>
                  <a:pt x="38747" y="7080"/>
                </a:lnTo>
                <a:lnTo>
                  <a:pt x="38179" y="3276"/>
                </a:lnTo>
                <a:lnTo>
                  <a:pt x="38068" y="2536"/>
                </a:lnTo>
                <a:close/>
              </a:path>
            </a:pathLst>
          </a:custGeom>
          <a:solidFill>
            <a:srgbClr val="000000"/>
          </a:solidFill>
        </p:spPr>
        <p:txBody>
          <a:bodyPr wrap="square" lIns="0" tIns="0" rIns="0" bIns="0" rtlCol="0"/>
          <a:lstStyle/>
          <a:p>
            <a:endParaRPr/>
          </a:p>
        </p:txBody>
      </p:sp>
      <p:sp>
        <p:nvSpPr>
          <p:cNvPr id="282" name="object 282"/>
          <p:cNvSpPr/>
          <p:nvPr/>
        </p:nvSpPr>
        <p:spPr>
          <a:xfrm>
            <a:off x="14351813" y="1724630"/>
            <a:ext cx="46990" cy="45085"/>
          </a:xfrm>
          <a:custGeom>
            <a:avLst/>
            <a:gdLst/>
            <a:ahLst/>
            <a:cxnLst/>
            <a:rect l="l" t="t" r="r" b="b"/>
            <a:pathLst>
              <a:path w="46990" h="45085">
                <a:moveTo>
                  <a:pt x="24321" y="0"/>
                </a:moveTo>
                <a:lnTo>
                  <a:pt x="21149" y="0"/>
                </a:lnTo>
                <a:lnTo>
                  <a:pt x="19034" y="845"/>
                </a:lnTo>
                <a:lnTo>
                  <a:pt x="14804" y="2959"/>
                </a:lnTo>
                <a:lnTo>
                  <a:pt x="12689" y="4650"/>
                </a:lnTo>
                <a:lnTo>
                  <a:pt x="9517" y="5072"/>
                </a:lnTo>
                <a:lnTo>
                  <a:pt x="2114" y="5072"/>
                </a:lnTo>
                <a:lnTo>
                  <a:pt x="0" y="6235"/>
                </a:lnTo>
                <a:lnTo>
                  <a:pt x="0" y="42697"/>
                </a:lnTo>
                <a:lnTo>
                  <a:pt x="2114" y="44282"/>
                </a:lnTo>
                <a:lnTo>
                  <a:pt x="21149" y="44282"/>
                </a:lnTo>
                <a:lnTo>
                  <a:pt x="23264" y="43859"/>
                </a:lnTo>
                <a:lnTo>
                  <a:pt x="27494" y="43859"/>
                </a:lnTo>
                <a:lnTo>
                  <a:pt x="28551" y="44282"/>
                </a:lnTo>
                <a:lnTo>
                  <a:pt x="30666" y="44810"/>
                </a:lnTo>
                <a:lnTo>
                  <a:pt x="31723" y="44916"/>
                </a:lnTo>
                <a:lnTo>
                  <a:pt x="32781" y="44916"/>
                </a:lnTo>
                <a:lnTo>
                  <a:pt x="39126" y="44916"/>
                </a:lnTo>
                <a:lnTo>
                  <a:pt x="39126" y="39103"/>
                </a:lnTo>
                <a:lnTo>
                  <a:pt x="42298" y="34664"/>
                </a:lnTo>
                <a:lnTo>
                  <a:pt x="46528" y="27055"/>
                </a:lnTo>
                <a:lnTo>
                  <a:pt x="44413" y="19234"/>
                </a:lnTo>
                <a:lnTo>
                  <a:pt x="43355" y="11519"/>
                </a:lnTo>
                <a:lnTo>
                  <a:pt x="43355" y="10251"/>
                </a:lnTo>
                <a:lnTo>
                  <a:pt x="40183" y="8137"/>
                </a:lnTo>
                <a:lnTo>
                  <a:pt x="33838" y="4650"/>
                </a:lnTo>
                <a:lnTo>
                  <a:pt x="29608" y="2959"/>
                </a:lnTo>
                <a:lnTo>
                  <a:pt x="26436" y="1056"/>
                </a:lnTo>
                <a:lnTo>
                  <a:pt x="24321" y="0"/>
                </a:lnTo>
                <a:close/>
              </a:path>
            </a:pathLst>
          </a:custGeom>
          <a:solidFill>
            <a:srgbClr val="000000"/>
          </a:solidFill>
        </p:spPr>
        <p:txBody>
          <a:bodyPr wrap="square" lIns="0" tIns="0" rIns="0" bIns="0" rtlCol="0"/>
          <a:lstStyle/>
          <a:p>
            <a:endParaRPr/>
          </a:p>
        </p:txBody>
      </p:sp>
      <p:sp>
        <p:nvSpPr>
          <p:cNvPr id="283" name="object 283"/>
          <p:cNvSpPr/>
          <p:nvPr/>
        </p:nvSpPr>
        <p:spPr>
          <a:xfrm>
            <a:off x="14351813" y="3449422"/>
            <a:ext cx="45720" cy="44450"/>
          </a:xfrm>
          <a:custGeom>
            <a:avLst/>
            <a:gdLst/>
            <a:ahLst/>
            <a:cxnLst/>
            <a:rect l="l" t="t" r="r" b="b"/>
            <a:pathLst>
              <a:path w="45719" h="44450">
                <a:moveTo>
                  <a:pt x="8459" y="4650"/>
                </a:moveTo>
                <a:lnTo>
                  <a:pt x="1922" y="4650"/>
                </a:lnTo>
                <a:lnTo>
                  <a:pt x="0" y="5707"/>
                </a:lnTo>
                <a:lnTo>
                  <a:pt x="0" y="42485"/>
                </a:lnTo>
                <a:lnTo>
                  <a:pt x="2114" y="44176"/>
                </a:lnTo>
                <a:lnTo>
                  <a:pt x="5287" y="44176"/>
                </a:lnTo>
                <a:lnTo>
                  <a:pt x="4229" y="43965"/>
                </a:lnTo>
                <a:lnTo>
                  <a:pt x="37011" y="43965"/>
                </a:lnTo>
                <a:lnTo>
                  <a:pt x="37011" y="43648"/>
                </a:lnTo>
                <a:lnTo>
                  <a:pt x="42298" y="34030"/>
                </a:lnTo>
                <a:lnTo>
                  <a:pt x="45470" y="28323"/>
                </a:lnTo>
                <a:lnTo>
                  <a:pt x="45470" y="22299"/>
                </a:lnTo>
                <a:lnTo>
                  <a:pt x="43355" y="17755"/>
                </a:lnTo>
                <a:lnTo>
                  <a:pt x="42298" y="13950"/>
                </a:lnTo>
                <a:lnTo>
                  <a:pt x="41241" y="8666"/>
                </a:lnTo>
                <a:lnTo>
                  <a:pt x="37011" y="5918"/>
                </a:lnTo>
                <a:lnTo>
                  <a:pt x="35953" y="4861"/>
                </a:lnTo>
                <a:lnTo>
                  <a:pt x="8459" y="4861"/>
                </a:lnTo>
                <a:lnTo>
                  <a:pt x="8459" y="4650"/>
                </a:lnTo>
                <a:close/>
              </a:path>
              <a:path w="45719" h="44450">
                <a:moveTo>
                  <a:pt x="23264" y="0"/>
                </a:moveTo>
                <a:lnTo>
                  <a:pt x="17976" y="0"/>
                </a:lnTo>
                <a:lnTo>
                  <a:pt x="16919" y="211"/>
                </a:lnTo>
                <a:lnTo>
                  <a:pt x="13747" y="3064"/>
                </a:lnTo>
                <a:lnTo>
                  <a:pt x="12813" y="4650"/>
                </a:lnTo>
                <a:lnTo>
                  <a:pt x="12689" y="4861"/>
                </a:lnTo>
                <a:lnTo>
                  <a:pt x="35953" y="4861"/>
                </a:lnTo>
                <a:lnTo>
                  <a:pt x="33838" y="2747"/>
                </a:lnTo>
                <a:lnTo>
                  <a:pt x="27494" y="1373"/>
                </a:lnTo>
                <a:lnTo>
                  <a:pt x="23264" y="0"/>
                </a:lnTo>
                <a:close/>
              </a:path>
            </a:pathLst>
          </a:custGeom>
          <a:solidFill>
            <a:srgbClr val="000000"/>
          </a:solidFill>
        </p:spPr>
        <p:txBody>
          <a:bodyPr wrap="square" lIns="0" tIns="0" rIns="0" bIns="0" rtlCol="0"/>
          <a:lstStyle/>
          <a:p>
            <a:endParaRPr/>
          </a:p>
        </p:txBody>
      </p:sp>
      <p:sp>
        <p:nvSpPr>
          <p:cNvPr id="284" name="object 284"/>
          <p:cNvSpPr/>
          <p:nvPr/>
        </p:nvSpPr>
        <p:spPr>
          <a:xfrm>
            <a:off x="16659195" y="6340140"/>
            <a:ext cx="45720" cy="45085"/>
          </a:xfrm>
          <a:custGeom>
            <a:avLst/>
            <a:gdLst/>
            <a:ahLst/>
            <a:cxnLst/>
            <a:rect l="l" t="t" r="r" b="b"/>
            <a:pathLst>
              <a:path w="45719" h="45085">
                <a:moveTo>
                  <a:pt x="23264" y="0"/>
                </a:moveTo>
                <a:lnTo>
                  <a:pt x="15861" y="0"/>
                </a:lnTo>
                <a:lnTo>
                  <a:pt x="11632" y="845"/>
                </a:lnTo>
                <a:lnTo>
                  <a:pt x="7402" y="5072"/>
                </a:lnTo>
                <a:lnTo>
                  <a:pt x="7402" y="4861"/>
                </a:lnTo>
                <a:lnTo>
                  <a:pt x="2114" y="4861"/>
                </a:lnTo>
                <a:lnTo>
                  <a:pt x="0" y="7292"/>
                </a:lnTo>
                <a:lnTo>
                  <a:pt x="1057" y="11836"/>
                </a:lnTo>
                <a:lnTo>
                  <a:pt x="1057" y="21665"/>
                </a:lnTo>
                <a:lnTo>
                  <a:pt x="1057" y="36990"/>
                </a:lnTo>
                <a:lnTo>
                  <a:pt x="2114" y="37729"/>
                </a:lnTo>
                <a:lnTo>
                  <a:pt x="6344" y="39737"/>
                </a:lnTo>
                <a:lnTo>
                  <a:pt x="10574" y="42697"/>
                </a:lnTo>
                <a:lnTo>
                  <a:pt x="13747" y="43859"/>
                </a:lnTo>
                <a:lnTo>
                  <a:pt x="16919" y="44493"/>
                </a:lnTo>
                <a:lnTo>
                  <a:pt x="19034" y="44705"/>
                </a:lnTo>
                <a:lnTo>
                  <a:pt x="21149" y="44705"/>
                </a:lnTo>
                <a:lnTo>
                  <a:pt x="24321" y="44810"/>
                </a:lnTo>
                <a:lnTo>
                  <a:pt x="30666" y="44176"/>
                </a:lnTo>
                <a:lnTo>
                  <a:pt x="32781" y="43859"/>
                </a:lnTo>
                <a:lnTo>
                  <a:pt x="34896" y="41534"/>
                </a:lnTo>
                <a:lnTo>
                  <a:pt x="37011" y="40160"/>
                </a:lnTo>
                <a:lnTo>
                  <a:pt x="41241" y="36567"/>
                </a:lnTo>
                <a:lnTo>
                  <a:pt x="40183" y="30014"/>
                </a:lnTo>
                <a:lnTo>
                  <a:pt x="44413" y="26210"/>
                </a:lnTo>
                <a:lnTo>
                  <a:pt x="45470" y="25153"/>
                </a:lnTo>
                <a:lnTo>
                  <a:pt x="45470" y="21031"/>
                </a:lnTo>
                <a:lnTo>
                  <a:pt x="41241" y="13950"/>
                </a:lnTo>
                <a:lnTo>
                  <a:pt x="40183" y="7609"/>
                </a:lnTo>
                <a:lnTo>
                  <a:pt x="32781" y="317"/>
                </a:lnTo>
                <a:lnTo>
                  <a:pt x="31723" y="317"/>
                </a:lnTo>
                <a:lnTo>
                  <a:pt x="26436" y="422"/>
                </a:lnTo>
                <a:close/>
              </a:path>
            </a:pathLst>
          </a:custGeom>
          <a:solidFill>
            <a:srgbClr val="000000"/>
          </a:solidFill>
        </p:spPr>
        <p:txBody>
          <a:bodyPr wrap="square" lIns="0" tIns="0" rIns="0" bIns="0" rtlCol="0"/>
          <a:lstStyle/>
          <a:p>
            <a:endParaRPr/>
          </a:p>
        </p:txBody>
      </p:sp>
      <p:sp>
        <p:nvSpPr>
          <p:cNvPr id="285" name="object 285"/>
          <p:cNvSpPr/>
          <p:nvPr/>
        </p:nvSpPr>
        <p:spPr>
          <a:xfrm>
            <a:off x="17526313" y="6639124"/>
            <a:ext cx="46355" cy="39370"/>
          </a:xfrm>
          <a:custGeom>
            <a:avLst/>
            <a:gdLst/>
            <a:ahLst/>
            <a:cxnLst/>
            <a:rect l="l" t="t" r="r" b="b"/>
            <a:pathLst>
              <a:path w="46355" h="39370">
                <a:moveTo>
                  <a:pt x="39181" y="0"/>
                </a:moveTo>
                <a:lnTo>
                  <a:pt x="7402" y="0"/>
                </a:lnTo>
                <a:lnTo>
                  <a:pt x="1057" y="5707"/>
                </a:lnTo>
                <a:lnTo>
                  <a:pt x="1057" y="8560"/>
                </a:lnTo>
                <a:lnTo>
                  <a:pt x="0" y="15852"/>
                </a:lnTo>
                <a:lnTo>
                  <a:pt x="0" y="23250"/>
                </a:lnTo>
                <a:lnTo>
                  <a:pt x="1057" y="30543"/>
                </a:lnTo>
                <a:lnTo>
                  <a:pt x="1057" y="33502"/>
                </a:lnTo>
                <a:lnTo>
                  <a:pt x="7641" y="39315"/>
                </a:lnTo>
                <a:lnTo>
                  <a:pt x="39126" y="39315"/>
                </a:lnTo>
                <a:lnTo>
                  <a:pt x="40183" y="36884"/>
                </a:lnTo>
                <a:lnTo>
                  <a:pt x="40183" y="32339"/>
                </a:lnTo>
                <a:lnTo>
                  <a:pt x="44347" y="25968"/>
                </a:lnTo>
                <a:lnTo>
                  <a:pt x="45735" y="19657"/>
                </a:lnTo>
                <a:lnTo>
                  <a:pt x="44347" y="13346"/>
                </a:lnTo>
                <a:lnTo>
                  <a:pt x="40183" y="6975"/>
                </a:lnTo>
                <a:lnTo>
                  <a:pt x="40183" y="1902"/>
                </a:lnTo>
                <a:lnTo>
                  <a:pt x="39181" y="0"/>
                </a:lnTo>
                <a:close/>
              </a:path>
            </a:pathLst>
          </a:custGeom>
          <a:solidFill>
            <a:srgbClr val="000000"/>
          </a:solidFill>
        </p:spPr>
        <p:txBody>
          <a:bodyPr wrap="square" lIns="0" tIns="0" rIns="0" bIns="0" rtlCol="0"/>
          <a:lstStyle/>
          <a:p>
            <a:endParaRPr/>
          </a:p>
        </p:txBody>
      </p:sp>
      <p:sp>
        <p:nvSpPr>
          <p:cNvPr id="286" name="object 286"/>
          <p:cNvSpPr/>
          <p:nvPr/>
        </p:nvSpPr>
        <p:spPr>
          <a:xfrm>
            <a:off x="14926016" y="279589"/>
            <a:ext cx="39370" cy="39370"/>
          </a:xfrm>
          <a:custGeom>
            <a:avLst/>
            <a:gdLst/>
            <a:ahLst/>
            <a:cxnLst/>
            <a:rect l="l" t="t" r="r" b="b"/>
            <a:pathLst>
              <a:path w="39369" h="39370">
                <a:moveTo>
                  <a:pt x="22206" y="38786"/>
                </a:moveTo>
                <a:lnTo>
                  <a:pt x="6344" y="38786"/>
                </a:lnTo>
                <a:lnTo>
                  <a:pt x="10574" y="39209"/>
                </a:lnTo>
                <a:lnTo>
                  <a:pt x="17976" y="39209"/>
                </a:lnTo>
                <a:lnTo>
                  <a:pt x="22206" y="38786"/>
                </a:lnTo>
                <a:close/>
              </a:path>
              <a:path w="39369" h="39370">
                <a:moveTo>
                  <a:pt x="34896" y="0"/>
                </a:moveTo>
                <a:lnTo>
                  <a:pt x="906" y="0"/>
                </a:lnTo>
                <a:lnTo>
                  <a:pt x="0" y="1268"/>
                </a:lnTo>
                <a:lnTo>
                  <a:pt x="0" y="37307"/>
                </a:lnTo>
                <a:lnTo>
                  <a:pt x="5694" y="38786"/>
                </a:lnTo>
                <a:lnTo>
                  <a:pt x="33838" y="38786"/>
                </a:lnTo>
                <a:lnTo>
                  <a:pt x="33838" y="39209"/>
                </a:lnTo>
                <a:lnTo>
                  <a:pt x="35742" y="39209"/>
                </a:lnTo>
                <a:lnTo>
                  <a:pt x="37011" y="37941"/>
                </a:lnTo>
                <a:lnTo>
                  <a:pt x="39126" y="36567"/>
                </a:lnTo>
                <a:lnTo>
                  <a:pt x="39126" y="14373"/>
                </a:lnTo>
                <a:lnTo>
                  <a:pt x="38068" y="8032"/>
                </a:lnTo>
                <a:lnTo>
                  <a:pt x="38068" y="1585"/>
                </a:lnTo>
                <a:lnTo>
                  <a:pt x="34896" y="0"/>
                </a:lnTo>
                <a:close/>
              </a:path>
            </a:pathLst>
          </a:custGeom>
          <a:solidFill>
            <a:srgbClr val="000000"/>
          </a:solidFill>
        </p:spPr>
        <p:txBody>
          <a:bodyPr wrap="square" lIns="0" tIns="0" rIns="0" bIns="0" rtlCol="0"/>
          <a:lstStyle/>
          <a:p>
            <a:endParaRPr/>
          </a:p>
        </p:txBody>
      </p:sp>
      <p:sp>
        <p:nvSpPr>
          <p:cNvPr id="287" name="object 287"/>
          <p:cNvSpPr/>
          <p:nvPr/>
        </p:nvSpPr>
        <p:spPr>
          <a:xfrm>
            <a:off x="14922844" y="4899854"/>
            <a:ext cx="42545" cy="44450"/>
          </a:xfrm>
          <a:custGeom>
            <a:avLst/>
            <a:gdLst/>
            <a:ahLst/>
            <a:cxnLst/>
            <a:rect l="l" t="t" r="r" b="b"/>
            <a:pathLst>
              <a:path w="42544" h="44450">
                <a:moveTo>
                  <a:pt x="19034" y="0"/>
                </a:moveTo>
                <a:lnTo>
                  <a:pt x="15861" y="5707"/>
                </a:lnTo>
                <a:lnTo>
                  <a:pt x="7402" y="4333"/>
                </a:lnTo>
                <a:lnTo>
                  <a:pt x="4229" y="10357"/>
                </a:lnTo>
                <a:lnTo>
                  <a:pt x="0" y="16486"/>
                </a:lnTo>
                <a:lnTo>
                  <a:pt x="3172" y="23039"/>
                </a:lnTo>
                <a:lnTo>
                  <a:pt x="3172" y="29169"/>
                </a:lnTo>
                <a:lnTo>
                  <a:pt x="2114" y="30965"/>
                </a:lnTo>
                <a:lnTo>
                  <a:pt x="4229" y="33396"/>
                </a:lnTo>
                <a:lnTo>
                  <a:pt x="6344" y="35087"/>
                </a:lnTo>
                <a:lnTo>
                  <a:pt x="13747" y="43753"/>
                </a:lnTo>
                <a:lnTo>
                  <a:pt x="14804" y="43965"/>
                </a:lnTo>
                <a:lnTo>
                  <a:pt x="25379" y="43965"/>
                </a:lnTo>
                <a:lnTo>
                  <a:pt x="38068" y="44070"/>
                </a:lnTo>
                <a:lnTo>
                  <a:pt x="41241" y="40160"/>
                </a:lnTo>
                <a:lnTo>
                  <a:pt x="41241" y="12576"/>
                </a:lnTo>
                <a:lnTo>
                  <a:pt x="42298" y="9088"/>
                </a:lnTo>
                <a:lnTo>
                  <a:pt x="40183" y="6552"/>
                </a:lnTo>
                <a:lnTo>
                  <a:pt x="39126" y="3064"/>
                </a:lnTo>
                <a:lnTo>
                  <a:pt x="33838" y="4967"/>
                </a:lnTo>
                <a:lnTo>
                  <a:pt x="29608" y="422"/>
                </a:lnTo>
                <a:lnTo>
                  <a:pt x="27494" y="211"/>
                </a:lnTo>
                <a:lnTo>
                  <a:pt x="20091" y="211"/>
                </a:lnTo>
                <a:close/>
              </a:path>
            </a:pathLst>
          </a:custGeom>
          <a:solidFill>
            <a:srgbClr val="000000"/>
          </a:solidFill>
        </p:spPr>
        <p:txBody>
          <a:bodyPr wrap="square" lIns="0" tIns="0" rIns="0" bIns="0" rtlCol="0"/>
          <a:lstStyle/>
          <a:p>
            <a:endParaRPr/>
          </a:p>
        </p:txBody>
      </p:sp>
      <p:sp>
        <p:nvSpPr>
          <p:cNvPr id="288" name="object 288"/>
          <p:cNvSpPr/>
          <p:nvPr/>
        </p:nvSpPr>
        <p:spPr>
          <a:xfrm>
            <a:off x="16076533" y="6056267"/>
            <a:ext cx="44450" cy="39370"/>
          </a:xfrm>
          <a:custGeom>
            <a:avLst/>
            <a:gdLst/>
            <a:ahLst/>
            <a:cxnLst/>
            <a:rect l="l" t="t" r="r" b="b"/>
            <a:pathLst>
              <a:path w="44450" h="39370">
                <a:moveTo>
                  <a:pt x="18505" y="38892"/>
                </a:moveTo>
                <a:lnTo>
                  <a:pt x="12478" y="38892"/>
                </a:lnTo>
                <a:lnTo>
                  <a:pt x="13747" y="39209"/>
                </a:lnTo>
                <a:lnTo>
                  <a:pt x="16919" y="39209"/>
                </a:lnTo>
                <a:lnTo>
                  <a:pt x="18505" y="38892"/>
                </a:lnTo>
                <a:close/>
              </a:path>
              <a:path w="44450" h="39370">
                <a:moveTo>
                  <a:pt x="33882" y="0"/>
                </a:moveTo>
                <a:lnTo>
                  <a:pt x="16919" y="0"/>
                </a:lnTo>
                <a:lnTo>
                  <a:pt x="11632" y="528"/>
                </a:lnTo>
                <a:lnTo>
                  <a:pt x="10574" y="3064"/>
                </a:lnTo>
                <a:lnTo>
                  <a:pt x="10574" y="7398"/>
                </a:lnTo>
                <a:lnTo>
                  <a:pt x="8459" y="8983"/>
                </a:lnTo>
                <a:lnTo>
                  <a:pt x="6344" y="9406"/>
                </a:lnTo>
                <a:lnTo>
                  <a:pt x="0" y="10040"/>
                </a:lnTo>
                <a:lnTo>
                  <a:pt x="111" y="27266"/>
                </a:lnTo>
                <a:lnTo>
                  <a:pt x="1057" y="29063"/>
                </a:lnTo>
                <a:lnTo>
                  <a:pt x="6344" y="29274"/>
                </a:lnTo>
                <a:lnTo>
                  <a:pt x="10574" y="29592"/>
                </a:lnTo>
                <a:lnTo>
                  <a:pt x="9517" y="34347"/>
                </a:lnTo>
                <a:lnTo>
                  <a:pt x="10574" y="36778"/>
                </a:lnTo>
                <a:lnTo>
                  <a:pt x="11749" y="38892"/>
                </a:lnTo>
                <a:lnTo>
                  <a:pt x="25379" y="38892"/>
                </a:lnTo>
                <a:lnTo>
                  <a:pt x="26965" y="39209"/>
                </a:lnTo>
                <a:lnTo>
                  <a:pt x="32605" y="39209"/>
                </a:lnTo>
                <a:lnTo>
                  <a:pt x="35953" y="37201"/>
                </a:lnTo>
                <a:lnTo>
                  <a:pt x="35953" y="30226"/>
                </a:lnTo>
                <a:lnTo>
                  <a:pt x="38068" y="29592"/>
                </a:lnTo>
                <a:lnTo>
                  <a:pt x="39126" y="29063"/>
                </a:lnTo>
                <a:lnTo>
                  <a:pt x="43355" y="28006"/>
                </a:lnTo>
                <a:lnTo>
                  <a:pt x="43403" y="27055"/>
                </a:lnTo>
                <a:lnTo>
                  <a:pt x="44413" y="22616"/>
                </a:lnTo>
                <a:lnTo>
                  <a:pt x="44413" y="10568"/>
                </a:lnTo>
                <a:lnTo>
                  <a:pt x="42474" y="9406"/>
                </a:lnTo>
                <a:lnTo>
                  <a:pt x="36019" y="9406"/>
                </a:lnTo>
                <a:lnTo>
                  <a:pt x="34896" y="7609"/>
                </a:lnTo>
                <a:lnTo>
                  <a:pt x="34896" y="2430"/>
                </a:lnTo>
                <a:lnTo>
                  <a:pt x="33882" y="0"/>
                </a:lnTo>
                <a:close/>
              </a:path>
            </a:pathLst>
          </a:custGeom>
          <a:solidFill>
            <a:srgbClr val="000000"/>
          </a:solidFill>
        </p:spPr>
        <p:txBody>
          <a:bodyPr wrap="square" lIns="0" tIns="0" rIns="0" bIns="0" rtlCol="0"/>
          <a:lstStyle/>
          <a:p>
            <a:endParaRPr/>
          </a:p>
        </p:txBody>
      </p:sp>
      <p:sp>
        <p:nvSpPr>
          <p:cNvPr id="289" name="object 289"/>
          <p:cNvSpPr/>
          <p:nvPr/>
        </p:nvSpPr>
        <p:spPr>
          <a:xfrm>
            <a:off x="14350756" y="1430296"/>
            <a:ext cx="42545" cy="40640"/>
          </a:xfrm>
          <a:custGeom>
            <a:avLst/>
            <a:gdLst/>
            <a:ahLst/>
            <a:cxnLst/>
            <a:rect l="l" t="t" r="r" b="b"/>
            <a:pathLst>
              <a:path w="42544" h="40640">
                <a:moveTo>
                  <a:pt x="21149" y="0"/>
                </a:moveTo>
                <a:lnTo>
                  <a:pt x="23264" y="528"/>
                </a:lnTo>
                <a:lnTo>
                  <a:pt x="27494" y="528"/>
                </a:lnTo>
                <a:lnTo>
                  <a:pt x="28551" y="317"/>
                </a:lnTo>
                <a:lnTo>
                  <a:pt x="32781" y="6552"/>
                </a:lnTo>
                <a:lnTo>
                  <a:pt x="42298" y="9406"/>
                </a:lnTo>
                <a:lnTo>
                  <a:pt x="40183" y="19551"/>
                </a:lnTo>
                <a:lnTo>
                  <a:pt x="40183" y="34136"/>
                </a:lnTo>
                <a:lnTo>
                  <a:pt x="34896" y="39420"/>
                </a:lnTo>
                <a:lnTo>
                  <a:pt x="27494" y="39526"/>
                </a:lnTo>
                <a:lnTo>
                  <a:pt x="26436" y="39315"/>
                </a:lnTo>
                <a:lnTo>
                  <a:pt x="24321" y="39315"/>
                </a:lnTo>
                <a:lnTo>
                  <a:pt x="22206" y="39526"/>
                </a:lnTo>
                <a:lnTo>
                  <a:pt x="21149" y="39843"/>
                </a:lnTo>
                <a:lnTo>
                  <a:pt x="20091" y="39949"/>
                </a:lnTo>
                <a:lnTo>
                  <a:pt x="19034" y="39949"/>
                </a:lnTo>
                <a:lnTo>
                  <a:pt x="19034" y="40160"/>
                </a:lnTo>
                <a:lnTo>
                  <a:pt x="13747" y="40160"/>
                </a:lnTo>
                <a:lnTo>
                  <a:pt x="10574" y="35510"/>
                </a:lnTo>
                <a:lnTo>
                  <a:pt x="6344" y="32022"/>
                </a:lnTo>
                <a:lnTo>
                  <a:pt x="0" y="27583"/>
                </a:lnTo>
                <a:lnTo>
                  <a:pt x="2114" y="22194"/>
                </a:lnTo>
                <a:lnTo>
                  <a:pt x="1057" y="16698"/>
                </a:lnTo>
                <a:lnTo>
                  <a:pt x="1057" y="11308"/>
                </a:lnTo>
                <a:lnTo>
                  <a:pt x="3172" y="10145"/>
                </a:lnTo>
                <a:lnTo>
                  <a:pt x="8459" y="9723"/>
                </a:lnTo>
                <a:lnTo>
                  <a:pt x="9517" y="9723"/>
                </a:lnTo>
                <a:lnTo>
                  <a:pt x="10574" y="3910"/>
                </a:lnTo>
                <a:lnTo>
                  <a:pt x="11632" y="2113"/>
                </a:lnTo>
                <a:lnTo>
                  <a:pt x="13747" y="317"/>
                </a:lnTo>
                <a:lnTo>
                  <a:pt x="16919" y="0"/>
                </a:lnTo>
                <a:close/>
              </a:path>
            </a:pathLst>
          </a:custGeom>
          <a:solidFill>
            <a:srgbClr val="000000"/>
          </a:solidFill>
        </p:spPr>
        <p:txBody>
          <a:bodyPr wrap="square" lIns="0" tIns="0" rIns="0" bIns="0" rtlCol="0"/>
          <a:lstStyle/>
          <a:p>
            <a:endParaRPr/>
          </a:p>
        </p:txBody>
      </p:sp>
      <p:sp>
        <p:nvSpPr>
          <p:cNvPr id="290" name="object 290"/>
          <p:cNvSpPr/>
          <p:nvPr/>
        </p:nvSpPr>
        <p:spPr>
          <a:xfrm>
            <a:off x="14350756" y="3748302"/>
            <a:ext cx="40640" cy="40005"/>
          </a:xfrm>
          <a:custGeom>
            <a:avLst/>
            <a:gdLst/>
            <a:ahLst/>
            <a:cxnLst/>
            <a:rect l="l" t="t" r="r" b="b"/>
            <a:pathLst>
              <a:path w="40640" h="40004">
                <a:moveTo>
                  <a:pt x="25379" y="0"/>
                </a:moveTo>
                <a:lnTo>
                  <a:pt x="19034" y="0"/>
                </a:lnTo>
                <a:lnTo>
                  <a:pt x="15861" y="528"/>
                </a:lnTo>
                <a:lnTo>
                  <a:pt x="11632" y="1056"/>
                </a:lnTo>
                <a:lnTo>
                  <a:pt x="11632" y="7926"/>
                </a:lnTo>
                <a:lnTo>
                  <a:pt x="9517" y="9194"/>
                </a:lnTo>
                <a:lnTo>
                  <a:pt x="7402" y="9723"/>
                </a:lnTo>
                <a:lnTo>
                  <a:pt x="5287" y="9934"/>
                </a:lnTo>
                <a:lnTo>
                  <a:pt x="3172" y="9934"/>
                </a:lnTo>
                <a:lnTo>
                  <a:pt x="3172" y="10779"/>
                </a:lnTo>
                <a:lnTo>
                  <a:pt x="0" y="14373"/>
                </a:lnTo>
                <a:lnTo>
                  <a:pt x="1057" y="25998"/>
                </a:lnTo>
                <a:lnTo>
                  <a:pt x="3172" y="28852"/>
                </a:lnTo>
                <a:lnTo>
                  <a:pt x="8459" y="33502"/>
                </a:lnTo>
                <a:lnTo>
                  <a:pt x="12689" y="39737"/>
                </a:lnTo>
                <a:lnTo>
                  <a:pt x="19034" y="39737"/>
                </a:lnTo>
                <a:lnTo>
                  <a:pt x="20091" y="39843"/>
                </a:lnTo>
                <a:lnTo>
                  <a:pt x="21149" y="39632"/>
                </a:lnTo>
                <a:lnTo>
                  <a:pt x="22206" y="39209"/>
                </a:lnTo>
                <a:lnTo>
                  <a:pt x="32781" y="39209"/>
                </a:lnTo>
                <a:lnTo>
                  <a:pt x="40183" y="33608"/>
                </a:lnTo>
                <a:lnTo>
                  <a:pt x="40365" y="24611"/>
                </a:lnTo>
                <a:lnTo>
                  <a:pt x="40051" y="17226"/>
                </a:lnTo>
                <a:lnTo>
                  <a:pt x="37952" y="10238"/>
                </a:lnTo>
                <a:lnTo>
                  <a:pt x="32781" y="3804"/>
                </a:lnTo>
                <a:lnTo>
                  <a:pt x="28551" y="845"/>
                </a:lnTo>
                <a:close/>
              </a:path>
            </a:pathLst>
          </a:custGeom>
          <a:solidFill>
            <a:srgbClr val="000000"/>
          </a:solidFill>
        </p:spPr>
        <p:txBody>
          <a:bodyPr wrap="square" lIns="0" tIns="0" rIns="0" bIns="0" rtlCol="0"/>
          <a:lstStyle/>
          <a:p>
            <a:endParaRPr/>
          </a:p>
        </p:txBody>
      </p:sp>
      <p:sp>
        <p:nvSpPr>
          <p:cNvPr id="291" name="object 291"/>
          <p:cNvSpPr/>
          <p:nvPr/>
        </p:nvSpPr>
        <p:spPr>
          <a:xfrm>
            <a:off x="17227052" y="6639230"/>
            <a:ext cx="48895" cy="39370"/>
          </a:xfrm>
          <a:custGeom>
            <a:avLst/>
            <a:gdLst/>
            <a:ahLst/>
            <a:cxnLst/>
            <a:rect l="l" t="t" r="r" b="b"/>
            <a:pathLst>
              <a:path w="48894" h="39370">
                <a:moveTo>
                  <a:pt x="25379" y="29169"/>
                </a:moveTo>
                <a:lnTo>
                  <a:pt x="13747" y="29169"/>
                </a:lnTo>
                <a:lnTo>
                  <a:pt x="14131" y="29592"/>
                </a:lnTo>
                <a:lnTo>
                  <a:pt x="14804" y="30437"/>
                </a:lnTo>
                <a:lnTo>
                  <a:pt x="14804" y="38258"/>
                </a:lnTo>
                <a:lnTo>
                  <a:pt x="19638" y="39103"/>
                </a:lnTo>
                <a:lnTo>
                  <a:pt x="33838" y="39103"/>
                </a:lnTo>
                <a:lnTo>
                  <a:pt x="35953" y="37095"/>
                </a:lnTo>
                <a:lnTo>
                  <a:pt x="35953" y="31705"/>
                </a:lnTo>
                <a:lnTo>
                  <a:pt x="37011" y="30437"/>
                </a:lnTo>
                <a:lnTo>
                  <a:pt x="43355" y="29592"/>
                </a:lnTo>
                <a:lnTo>
                  <a:pt x="0" y="29592"/>
                </a:lnTo>
                <a:lnTo>
                  <a:pt x="25379" y="29169"/>
                </a:lnTo>
                <a:close/>
              </a:path>
              <a:path w="48894" h="39370">
                <a:moveTo>
                  <a:pt x="30666" y="0"/>
                </a:moveTo>
                <a:lnTo>
                  <a:pt x="16919" y="0"/>
                </a:lnTo>
                <a:lnTo>
                  <a:pt x="15861" y="2430"/>
                </a:lnTo>
                <a:lnTo>
                  <a:pt x="15861" y="7820"/>
                </a:lnTo>
                <a:lnTo>
                  <a:pt x="14804" y="9406"/>
                </a:lnTo>
                <a:lnTo>
                  <a:pt x="8459" y="9406"/>
                </a:lnTo>
                <a:lnTo>
                  <a:pt x="6344" y="10779"/>
                </a:lnTo>
                <a:lnTo>
                  <a:pt x="6344" y="13105"/>
                </a:lnTo>
                <a:lnTo>
                  <a:pt x="5287" y="15430"/>
                </a:lnTo>
                <a:lnTo>
                  <a:pt x="6344" y="17966"/>
                </a:lnTo>
                <a:lnTo>
                  <a:pt x="6344" y="20503"/>
                </a:lnTo>
                <a:lnTo>
                  <a:pt x="5287" y="25153"/>
                </a:lnTo>
                <a:lnTo>
                  <a:pt x="6267" y="29169"/>
                </a:lnTo>
                <a:lnTo>
                  <a:pt x="6370" y="29592"/>
                </a:lnTo>
                <a:lnTo>
                  <a:pt x="11632" y="29592"/>
                </a:lnTo>
                <a:lnTo>
                  <a:pt x="13747" y="29169"/>
                </a:lnTo>
                <a:lnTo>
                  <a:pt x="43809" y="29169"/>
                </a:lnTo>
                <a:lnTo>
                  <a:pt x="46528" y="26632"/>
                </a:lnTo>
                <a:lnTo>
                  <a:pt x="45470" y="18389"/>
                </a:lnTo>
                <a:lnTo>
                  <a:pt x="48643" y="11625"/>
                </a:lnTo>
                <a:lnTo>
                  <a:pt x="43355" y="9723"/>
                </a:lnTo>
                <a:lnTo>
                  <a:pt x="37011" y="8666"/>
                </a:lnTo>
                <a:lnTo>
                  <a:pt x="35953" y="8666"/>
                </a:lnTo>
                <a:lnTo>
                  <a:pt x="35953" y="4650"/>
                </a:lnTo>
                <a:lnTo>
                  <a:pt x="34896" y="3064"/>
                </a:lnTo>
                <a:lnTo>
                  <a:pt x="34896" y="528"/>
                </a:lnTo>
                <a:lnTo>
                  <a:pt x="33838" y="528"/>
                </a:lnTo>
                <a:lnTo>
                  <a:pt x="30666" y="0"/>
                </a:lnTo>
                <a:close/>
              </a:path>
            </a:pathLst>
          </a:custGeom>
          <a:solidFill>
            <a:srgbClr val="000000"/>
          </a:solidFill>
        </p:spPr>
        <p:txBody>
          <a:bodyPr wrap="square" lIns="0" tIns="0" rIns="0" bIns="0" rtlCol="0"/>
          <a:lstStyle/>
          <a:p>
            <a:endParaRPr/>
          </a:p>
        </p:txBody>
      </p:sp>
      <p:sp>
        <p:nvSpPr>
          <p:cNvPr id="292" name="object 292"/>
          <p:cNvSpPr/>
          <p:nvPr/>
        </p:nvSpPr>
        <p:spPr>
          <a:xfrm>
            <a:off x="14640500" y="577940"/>
            <a:ext cx="40640" cy="34925"/>
          </a:xfrm>
          <a:custGeom>
            <a:avLst/>
            <a:gdLst/>
            <a:ahLst/>
            <a:cxnLst/>
            <a:rect l="l" t="t" r="r" b="b"/>
            <a:pathLst>
              <a:path w="40640" h="34925">
                <a:moveTo>
                  <a:pt x="34896" y="24519"/>
                </a:moveTo>
                <a:lnTo>
                  <a:pt x="8459" y="24519"/>
                </a:lnTo>
                <a:lnTo>
                  <a:pt x="10574" y="25575"/>
                </a:lnTo>
                <a:lnTo>
                  <a:pt x="10574" y="32551"/>
                </a:lnTo>
                <a:lnTo>
                  <a:pt x="11632" y="34559"/>
                </a:lnTo>
                <a:lnTo>
                  <a:pt x="26436" y="34559"/>
                </a:lnTo>
                <a:lnTo>
                  <a:pt x="28551" y="24941"/>
                </a:lnTo>
                <a:lnTo>
                  <a:pt x="34896" y="24519"/>
                </a:lnTo>
                <a:close/>
              </a:path>
              <a:path w="40640" h="34925">
                <a:moveTo>
                  <a:pt x="20091" y="0"/>
                </a:moveTo>
                <a:lnTo>
                  <a:pt x="13747" y="0"/>
                </a:lnTo>
                <a:lnTo>
                  <a:pt x="11523" y="2113"/>
                </a:lnTo>
                <a:lnTo>
                  <a:pt x="7402" y="6129"/>
                </a:lnTo>
                <a:lnTo>
                  <a:pt x="5287" y="8349"/>
                </a:lnTo>
                <a:lnTo>
                  <a:pt x="2114" y="10462"/>
                </a:lnTo>
                <a:lnTo>
                  <a:pt x="1016" y="13422"/>
                </a:lnTo>
                <a:lnTo>
                  <a:pt x="0" y="16064"/>
                </a:lnTo>
                <a:lnTo>
                  <a:pt x="1057" y="19763"/>
                </a:lnTo>
                <a:lnTo>
                  <a:pt x="1057" y="23673"/>
                </a:lnTo>
                <a:lnTo>
                  <a:pt x="1409" y="23673"/>
                </a:lnTo>
                <a:lnTo>
                  <a:pt x="4229" y="24519"/>
                </a:lnTo>
                <a:lnTo>
                  <a:pt x="37011" y="24519"/>
                </a:lnTo>
                <a:lnTo>
                  <a:pt x="39126" y="23673"/>
                </a:lnTo>
                <a:lnTo>
                  <a:pt x="39126" y="22828"/>
                </a:lnTo>
                <a:lnTo>
                  <a:pt x="40183" y="19763"/>
                </a:lnTo>
                <a:lnTo>
                  <a:pt x="40183" y="13422"/>
                </a:lnTo>
                <a:lnTo>
                  <a:pt x="39126" y="10991"/>
                </a:lnTo>
                <a:lnTo>
                  <a:pt x="37011" y="10145"/>
                </a:lnTo>
                <a:lnTo>
                  <a:pt x="34896" y="9828"/>
                </a:lnTo>
                <a:lnTo>
                  <a:pt x="32892" y="9828"/>
                </a:lnTo>
                <a:lnTo>
                  <a:pt x="30666" y="7715"/>
                </a:lnTo>
                <a:lnTo>
                  <a:pt x="28551" y="6341"/>
                </a:lnTo>
                <a:lnTo>
                  <a:pt x="24321" y="2113"/>
                </a:lnTo>
                <a:lnTo>
                  <a:pt x="20091" y="0"/>
                </a:lnTo>
                <a:close/>
              </a:path>
            </a:pathLst>
          </a:custGeom>
          <a:solidFill>
            <a:srgbClr val="000000"/>
          </a:solidFill>
        </p:spPr>
        <p:txBody>
          <a:bodyPr wrap="square" lIns="0" tIns="0" rIns="0" bIns="0" rtlCol="0"/>
          <a:lstStyle/>
          <a:p>
            <a:endParaRPr/>
          </a:p>
        </p:txBody>
      </p:sp>
      <p:sp>
        <p:nvSpPr>
          <p:cNvPr id="293" name="object 293"/>
          <p:cNvSpPr/>
          <p:nvPr/>
        </p:nvSpPr>
        <p:spPr>
          <a:xfrm>
            <a:off x="14640500" y="4620209"/>
            <a:ext cx="34925" cy="34925"/>
          </a:xfrm>
          <a:custGeom>
            <a:avLst/>
            <a:gdLst/>
            <a:ahLst/>
            <a:cxnLst/>
            <a:rect l="l" t="t" r="r" b="b"/>
            <a:pathLst>
              <a:path w="34925" h="34925">
                <a:moveTo>
                  <a:pt x="16919" y="0"/>
                </a:moveTo>
                <a:lnTo>
                  <a:pt x="12689" y="0"/>
                </a:lnTo>
                <a:lnTo>
                  <a:pt x="10574" y="1479"/>
                </a:lnTo>
                <a:lnTo>
                  <a:pt x="9517" y="3699"/>
                </a:lnTo>
                <a:lnTo>
                  <a:pt x="6344" y="7926"/>
                </a:lnTo>
                <a:lnTo>
                  <a:pt x="0" y="10040"/>
                </a:lnTo>
                <a:lnTo>
                  <a:pt x="0" y="17015"/>
                </a:lnTo>
                <a:lnTo>
                  <a:pt x="1057" y="21242"/>
                </a:lnTo>
                <a:lnTo>
                  <a:pt x="1057" y="24624"/>
                </a:lnTo>
                <a:lnTo>
                  <a:pt x="8459" y="24624"/>
                </a:lnTo>
                <a:lnTo>
                  <a:pt x="10574" y="26315"/>
                </a:lnTo>
                <a:lnTo>
                  <a:pt x="10574" y="31705"/>
                </a:lnTo>
                <a:lnTo>
                  <a:pt x="11632" y="34559"/>
                </a:lnTo>
                <a:lnTo>
                  <a:pt x="21149" y="34559"/>
                </a:lnTo>
                <a:lnTo>
                  <a:pt x="24321" y="33502"/>
                </a:lnTo>
                <a:lnTo>
                  <a:pt x="27494" y="30120"/>
                </a:lnTo>
                <a:lnTo>
                  <a:pt x="29608" y="27583"/>
                </a:lnTo>
                <a:lnTo>
                  <a:pt x="31723" y="25787"/>
                </a:lnTo>
                <a:lnTo>
                  <a:pt x="33838" y="23145"/>
                </a:lnTo>
                <a:lnTo>
                  <a:pt x="34896" y="21454"/>
                </a:lnTo>
                <a:lnTo>
                  <a:pt x="34896" y="12999"/>
                </a:lnTo>
                <a:lnTo>
                  <a:pt x="33838" y="12048"/>
                </a:lnTo>
                <a:lnTo>
                  <a:pt x="30666" y="7926"/>
                </a:lnTo>
                <a:lnTo>
                  <a:pt x="26436" y="4016"/>
                </a:lnTo>
                <a:lnTo>
                  <a:pt x="22206" y="317"/>
                </a:lnTo>
                <a:lnTo>
                  <a:pt x="16919" y="317"/>
                </a:lnTo>
                <a:lnTo>
                  <a:pt x="16919" y="0"/>
                </a:lnTo>
                <a:close/>
              </a:path>
              <a:path w="34925" h="34925">
                <a:moveTo>
                  <a:pt x="22206" y="0"/>
                </a:moveTo>
                <a:lnTo>
                  <a:pt x="19739" y="0"/>
                </a:lnTo>
                <a:lnTo>
                  <a:pt x="18681" y="317"/>
                </a:lnTo>
                <a:lnTo>
                  <a:pt x="22206" y="317"/>
                </a:lnTo>
                <a:lnTo>
                  <a:pt x="22206" y="0"/>
                </a:lnTo>
                <a:close/>
              </a:path>
            </a:pathLst>
          </a:custGeom>
          <a:solidFill>
            <a:srgbClr val="000000"/>
          </a:solidFill>
        </p:spPr>
        <p:txBody>
          <a:bodyPr wrap="square" lIns="0" tIns="0" rIns="0" bIns="0" rtlCol="0"/>
          <a:lstStyle/>
          <a:p>
            <a:endParaRPr/>
          </a:p>
        </p:txBody>
      </p:sp>
      <p:sp>
        <p:nvSpPr>
          <p:cNvPr id="294" name="object 294"/>
          <p:cNvSpPr/>
          <p:nvPr/>
        </p:nvSpPr>
        <p:spPr>
          <a:xfrm>
            <a:off x="15218933" y="5482605"/>
            <a:ext cx="25400" cy="24765"/>
          </a:xfrm>
          <a:custGeom>
            <a:avLst/>
            <a:gdLst/>
            <a:ahLst/>
            <a:cxnLst/>
            <a:rect l="l" t="t" r="r" b="b"/>
            <a:pathLst>
              <a:path w="25400" h="24764">
                <a:moveTo>
                  <a:pt x="23314" y="317"/>
                </a:moveTo>
                <a:lnTo>
                  <a:pt x="2114" y="317"/>
                </a:lnTo>
                <a:lnTo>
                  <a:pt x="1057" y="2430"/>
                </a:lnTo>
                <a:lnTo>
                  <a:pt x="1057" y="3699"/>
                </a:lnTo>
                <a:lnTo>
                  <a:pt x="0" y="6024"/>
                </a:lnTo>
                <a:lnTo>
                  <a:pt x="0" y="22828"/>
                </a:lnTo>
                <a:lnTo>
                  <a:pt x="2247" y="24624"/>
                </a:lnTo>
                <a:lnTo>
                  <a:pt x="17737" y="24624"/>
                </a:lnTo>
                <a:lnTo>
                  <a:pt x="24321" y="18812"/>
                </a:lnTo>
                <a:lnTo>
                  <a:pt x="24321" y="15747"/>
                </a:lnTo>
                <a:lnTo>
                  <a:pt x="25379" y="11836"/>
                </a:lnTo>
                <a:lnTo>
                  <a:pt x="25379" y="7609"/>
                </a:lnTo>
                <a:lnTo>
                  <a:pt x="24321" y="3699"/>
                </a:lnTo>
                <a:lnTo>
                  <a:pt x="24321" y="2430"/>
                </a:lnTo>
                <a:lnTo>
                  <a:pt x="23314" y="317"/>
                </a:lnTo>
                <a:close/>
              </a:path>
              <a:path w="25400" h="24764">
                <a:moveTo>
                  <a:pt x="19034" y="0"/>
                </a:moveTo>
                <a:lnTo>
                  <a:pt x="6344" y="0"/>
                </a:lnTo>
                <a:lnTo>
                  <a:pt x="1586" y="317"/>
                </a:lnTo>
                <a:lnTo>
                  <a:pt x="23792" y="317"/>
                </a:lnTo>
                <a:lnTo>
                  <a:pt x="19034" y="0"/>
                </a:lnTo>
                <a:close/>
              </a:path>
            </a:pathLst>
          </a:custGeom>
          <a:solidFill>
            <a:srgbClr val="000000"/>
          </a:solidFill>
        </p:spPr>
        <p:txBody>
          <a:bodyPr wrap="square" lIns="0" tIns="0" rIns="0" bIns="0" rtlCol="0"/>
          <a:lstStyle/>
          <a:p>
            <a:endParaRPr/>
          </a:p>
        </p:txBody>
      </p:sp>
      <p:sp>
        <p:nvSpPr>
          <p:cNvPr id="295" name="object 295"/>
          <p:cNvSpPr/>
          <p:nvPr/>
        </p:nvSpPr>
        <p:spPr>
          <a:xfrm>
            <a:off x="14361331" y="4041897"/>
            <a:ext cx="25400" cy="25400"/>
          </a:xfrm>
          <a:custGeom>
            <a:avLst/>
            <a:gdLst/>
            <a:ahLst/>
            <a:cxnLst/>
            <a:rect l="l" t="t" r="r" b="b"/>
            <a:pathLst>
              <a:path w="25400" h="25400">
                <a:moveTo>
                  <a:pt x="8459" y="0"/>
                </a:moveTo>
                <a:lnTo>
                  <a:pt x="9517" y="211"/>
                </a:lnTo>
                <a:lnTo>
                  <a:pt x="11632" y="211"/>
                </a:lnTo>
                <a:lnTo>
                  <a:pt x="21149" y="422"/>
                </a:lnTo>
                <a:lnTo>
                  <a:pt x="25379" y="4755"/>
                </a:lnTo>
                <a:lnTo>
                  <a:pt x="25379" y="22511"/>
                </a:lnTo>
                <a:lnTo>
                  <a:pt x="24321" y="24307"/>
                </a:lnTo>
                <a:lnTo>
                  <a:pt x="21149" y="24519"/>
                </a:lnTo>
                <a:lnTo>
                  <a:pt x="20091" y="24624"/>
                </a:lnTo>
                <a:lnTo>
                  <a:pt x="15861" y="24624"/>
                </a:lnTo>
                <a:lnTo>
                  <a:pt x="13747" y="24519"/>
                </a:lnTo>
                <a:lnTo>
                  <a:pt x="11632" y="24519"/>
                </a:lnTo>
                <a:lnTo>
                  <a:pt x="10574" y="24624"/>
                </a:lnTo>
                <a:lnTo>
                  <a:pt x="8459" y="24730"/>
                </a:lnTo>
                <a:lnTo>
                  <a:pt x="7402" y="24730"/>
                </a:lnTo>
                <a:lnTo>
                  <a:pt x="7402" y="24941"/>
                </a:lnTo>
                <a:lnTo>
                  <a:pt x="5287" y="24941"/>
                </a:lnTo>
                <a:lnTo>
                  <a:pt x="4229" y="24730"/>
                </a:lnTo>
                <a:lnTo>
                  <a:pt x="2114" y="24519"/>
                </a:lnTo>
                <a:lnTo>
                  <a:pt x="0" y="23145"/>
                </a:lnTo>
                <a:lnTo>
                  <a:pt x="1057" y="20080"/>
                </a:lnTo>
                <a:lnTo>
                  <a:pt x="1057" y="14478"/>
                </a:lnTo>
                <a:lnTo>
                  <a:pt x="0" y="8771"/>
                </a:lnTo>
                <a:lnTo>
                  <a:pt x="1057" y="3064"/>
                </a:lnTo>
                <a:lnTo>
                  <a:pt x="1057" y="2113"/>
                </a:lnTo>
                <a:lnTo>
                  <a:pt x="3172" y="528"/>
                </a:lnTo>
                <a:lnTo>
                  <a:pt x="4229" y="317"/>
                </a:lnTo>
                <a:lnTo>
                  <a:pt x="5287" y="211"/>
                </a:lnTo>
                <a:lnTo>
                  <a:pt x="6344" y="0"/>
                </a:lnTo>
                <a:close/>
              </a:path>
            </a:pathLst>
          </a:custGeom>
          <a:solidFill>
            <a:srgbClr val="000000"/>
          </a:solidFill>
        </p:spPr>
        <p:txBody>
          <a:bodyPr wrap="square" lIns="0" tIns="0" rIns="0" bIns="0" rtlCol="0"/>
          <a:lstStyle/>
          <a:p>
            <a:endParaRPr/>
          </a:p>
        </p:txBody>
      </p:sp>
      <p:sp>
        <p:nvSpPr>
          <p:cNvPr id="296" name="object 296"/>
          <p:cNvSpPr/>
          <p:nvPr/>
        </p:nvSpPr>
        <p:spPr>
          <a:xfrm>
            <a:off x="16378967" y="6349968"/>
            <a:ext cx="26670" cy="24765"/>
          </a:xfrm>
          <a:custGeom>
            <a:avLst/>
            <a:gdLst/>
            <a:ahLst/>
            <a:cxnLst/>
            <a:rect l="l" t="t" r="r" b="b"/>
            <a:pathLst>
              <a:path w="26669" h="24764">
                <a:moveTo>
                  <a:pt x="16919" y="0"/>
                </a:moveTo>
                <a:lnTo>
                  <a:pt x="19034" y="105"/>
                </a:lnTo>
                <a:lnTo>
                  <a:pt x="24321" y="105"/>
                </a:lnTo>
                <a:lnTo>
                  <a:pt x="25379" y="1690"/>
                </a:lnTo>
                <a:lnTo>
                  <a:pt x="26436" y="4121"/>
                </a:lnTo>
                <a:lnTo>
                  <a:pt x="26436" y="13739"/>
                </a:lnTo>
                <a:lnTo>
                  <a:pt x="26436" y="20714"/>
                </a:lnTo>
                <a:lnTo>
                  <a:pt x="25379" y="21982"/>
                </a:lnTo>
                <a:lnTo>
                  <a:pt x="24321" y="24096"/>
                </a:lnTo>
                <a:lnTo>
                  <a:pt x="23264" y="24202"/>
                </a:lnTo>
                <a:lnTo>
                  <a:pt x="21149" y="24519"/>
                </a:lnTo>
                <a:lnTo>
                  <a:pt x="17976" y="24624"/>
                </a:lnTo>
                <a:lnTo>
                  <a:pt x="15861" y="24624"/>
                </a:lnTo>
                <a:lnTo>
                  <a:pt x="13747" y="24730"/>
                </a:lnTo>
                <a:lnTo>
                  <a:pt x="11632" y="24624"/>
                </a:lnTo>
                <a:lnTo>
                  <a:pt x="9517" y="24413"/>
                </a:lnTo>
                <a:lnTo>
                  <a:pt x="7402" y="23990"/>
                </a:lnTo>
                <a:lnTo>
                  <a:pt x="6344" y="21031"/>
                </a:lnTo>
                <a:lnTo>
                  <a:pt x="4229" y="19657"/>
                </a:lnTo>
                <a:lnTo>
                  <a:pt x="0" y="16592"/>
                </a:lnTo>
                <a:lnTo>
                  <a:pt x="2114" y="12365"/>
                </a:lnTo>
                <a:lnTo>
                  <a:pt x="2114" y="5389"/>
                </a:lnTo>
                <a:lnTo>
                  <a:pt x="8459" y="422"/>
                </a:lnTo>
                <a:lnTo>
                  <a:pt x="12689" y="0"/>
                </a:lnTo>
                <a:close/>
              </a:path>
            </a:pathLst>
          </a:custGeom>
          <a:solidFill>
            <a:srgbClr val="000000"/>
          </a:solidFill>
        </p:spPr>
        <p:txBody>
          <a:bodyPr wrap="square" lIns="0" tIns="0" rIns="0" bIns="0" rtlCol="0"/>
          <a:lstStyle/>
          <a:p>
            <a:endParaRPr/>
          </a:p>
        </p:txBody>
      </p:sp>
      <p:sp>
        <p:nvSpPr>
          <p:cNvPr id="297" name="object 297"/>
          <p:cNvSpPr/>
          <p:nvPr/>
        </p:nvSpPr>
        <p:spPr>
          <a:xfrm>
            <a:off x="14361331" y="1156252"/>
            <a:ext cx="25400" cy="24765"/>
          </a:xfrm>
          <a:custGeom>
            <a:avLst/>
            <a:gdLst/>
            <a:ahLst/>
            <a:cxnLst/>
            <a:rect l="l" t="t" r="r" b="b"/>
            <a:pathLst>
              <a:path w="25400" h="24765">
                <a:moveTo>
                  <a:pt x="21149" y="0"/>
                </a:moveTo>
                <a:lnTo>
                  <a:pt x="22206" y="211"/>
                </a:lnTo>
                <a:lnTo>
                  <a:pt x="23264" y="317"/>
                </a:lnTo>
                <a:lnTo>
                  <a:pt x="24321" y="2325"/>
                </a:lnTo>
                <a:lnTo>
                  <a:pt x="24321" y="3593"/>
                </a:lnTo>
                <a:lnTo>
                  <a:pt x="25379" y="6763"/>
                </a:lnTo>
                <a:lnTo>
                  <a:pt x="25379" y="10145"/>
                </a:lnTo>
                <a:lnTo>
                  <a:pt x="24321" y="13316"/>
                </a:lnTo>
                <a:lnTo>
                  <a:pt x="24321" y="19657"/>
                </a:lnTo>
                <a:lnTo>
                  <a:pt x="19034" y="24519"/>
                </a:lnTo>
                <a:lnTo>
                  <a:pt x="12689" y="24519"/>
                </a:lnTo>
                <a:lnTo>
                  <a:pt x="12689" y="24730"/>
                </a:lnTo>
                <a:lnTo>
                  <a:pt x="6344" y="24730"/>
                </a:lnTo>
                <a:lnTo>
                  <a:pt x="1057" y="19763"/>
                </a:lnTo>
                <a:lnTo>
                  <a:pt x="0" y="13422"/>
                </a:lnTo>
                <a:lnTo>
                  <a:pt x="0" y="2853"/>
                </a:lnTo>
                <a:lnTo>
                  <a:pt x="1057" y="105"/>
                </a:lnTo>
                <a:lnTo>
                  <a:pt x="14804" y="105"/>
                </a:lnTo>
                <a:lnTo>
                  <a:pt x="15861" y="0"/>
                </a:lnTo>
                <a:close/>
              </a:path>
            </a:pathLst>
          </a:custGeom>
          <a:solidFill>
            <a:srgbClr val="000000"/>
          </a:solidFill>
        </p:spPr>
        <p:txBody>
          <a:bodyPr wrap="square" lIns="0" tIns="0" rIns="0" bIns="0" rtlCol="0"/>
          <a:lstStyle/>
          <a:p>
            <a:endParaRPr/>
          </a:p>
        </p:txBody>
      </p:sp>
      <p:sp>
        <p:nvSpPr>
          <p:cNvPr id="298" name="object 298"/>
          <p:cNvSpPr/>
          <p:nvPr/>
        </p:nvSpPr>
        <p:spPr>
          <a:xfrm>
            <a:off x="16954227" y="6648742"/>
            <a:ext cx="24765" cy="20320"/>
          </a:xfrm>
          <a:custGeom>
            <a:avLst/>
            <a:gdLst/>
            <a:ahLst/>
            <a:cxnLst/>
            <a:rect l="l" t="t" r="r" b="b"/>
            <a:pathLst>
              <a:path w="24765" h="20320">
                <a:moveTo>
                  <a:pt x="22206" y="317"/>
                </a:moveTo>
                <a:lnTo>
                  <a:pt x="1057" y="317"/>
                </a:lnTo>
                <a:lnTo>
                  <a:pt x="0" y="2325"/>
                </a:lnTo>
                <a:lnTo>
                  <a:pt x="0" y="18283"/>
                </a:lnTo>
                <a:lnTo>
                  <a:pt x="1057" y="19868"/>
                </a:lnTo>
                <a:lnTo>
                  <a:pt x="4229" y="19868"/>
                </a:lnTo>
                <a:lnTo>
                  <a:pt x="5287" y="19657"/>
                </a:lnTo>
                <a:lnTo>
                  <a:pt x="23342" y="19657"/>
                </a:lnTo>
                <a:lnTo>
                  <a:pt x="24321" y="17015"/>
                </a:lnTo>
                <a:lnTo>
                  <a:pt x="24321" y="2747"/>
                </a:lnTo>
                <a:lnTo>
                  <a:pt x="22206" y="317"/>
                </a:lnTo>
                <a:close/>
              </a:path>
              <a:path w="24765" h="20320">
                <a:moveTo>
                  <a:pt x="23342" y="19657"/>
                </a:moveTo>
                <a:lnTo>
                  <a:pt x="8459" y="19657"/>
                </a:lnTo>
                <a:lnTo>
                  <a:pt x="10574" y="19868"/>
                </a:lnTo>
                <a:lnTo>
                  <a:pt x="23264" y="19868"/>
                </a:lnTo>
                <a:lnTo>
                  <a:pt x="23342" y="19657"/>
                </a:lnTo>
                <a:close/>
              </a:path>
              <a:path w="24765" h="20320">
                <a:moveTo>
                  <a:pt x="14804" y="0"/>
                </a:moveTo>
                <a:lnTo>
                  <a:pt x="8459" y="0"/>
                </a:lnTo>
                <a:lnTo>
                  <a:pt x="3701" y="317"/>
                </a:lnTo>
                <a:lnTo>
                  <a:pt x="19563" y="317"/>
                </a:lnTo>
                <a:lnTo>
                  <a:pt x="14804" y="0"/>
                </a:lnTo>
                <a:close/>
              </a:path>
            </a:pathLst>
          </a:custGeom>
          <a:solidFill>
            <a:srgbClr val="000000"/>
          </a:solidFill>
        </p:spPr>
        <p:txBody>
          <a:bodyPr wrap="square" lIns="0" tIns="0" rIns="0" bIns="0" rtlCol="0"/>
          <a:lstStyle/>
          <a:p>
            <a:endParaRPr/>
          </a:p>
        </p:txBody>
      </p:sp>
      <p:sp>
        <p:nvSpPr>
          <p:cNvPr id="299" name="object 299"/>
          <p:cNvSpPr/>
          <p:nvPr/>
        </p:nvSpPr>
        <p:spPr>
          <a:xfrm>
            <a:off x="14934476" y="8821"/>
            <a:ext cx="20320" cy="15875"/>
          </a:xfrm>
          <a:custGeom>
            <a:avLst/>
            <a:gdLst/>
            <a:ahLst/>
            <a:cxnLst/>
            <a:rect l="l" t="t" r="r" b="b"/>
            <a:pathLst>
              <a:path w="20319" h="15875">
                <a:moveTo>
                  <a:pt x="20091" y="0"/>
                </a:moveTo>
                <a:lnTo>
                  <a:pt x="51" y="0"/>
                </a:lnTo>
                <a:lnTo>
                  <a:pt x="0" y="317"/>
                </a:lnTo>
                <a:lnTo>
                  <a:pt x="0" y="6763"/>
                </a:lnTo>
                <a:lnTo>
                  <a:pt x="1057" y="13210"/>
                </a:lnTo>
                <a:lnTo>
                  <a:pt x="1057" y="14056"/>
                </a:lnTo>
                <a:lnTo>
                  <a:pt x="3172" y="15535"/>
                </a:lnTo>
                <a:lnTo>
                  <a:pt x="5287" y="15747"/>
                </a:lnTo>
                <a:lnTo>
                  <a:pt x="10574" y="15747"/>
                </a:lnTo>
                <a:lnTo>
                  <a:pt x="11632" y="15641"/>
                </a:lnTo>
                <a:lnTo>
                  <a:pt x="16919" y="15641"/>
                </a:lnTo>
                <a:lnTo>
                  <a:pt x="20091" y="15324"/>
                </a:lnTo>
                <a:lnTo>
                  <a:pt x="20091" y="0"/>
                </a:lnTo>
                <a:close/>
              </a:path>
            </a:pathLst>
          </a:custGeom>
          <a:solidFill>
            <a:srgbClr val="000000"/>
          </a:solidFill>
        </p:spPr>
        <p:txBody>
          <a:bodyPr wrap="square" lIns="0" tIns="0" rIns="0" bIns="0" rtlCol="0"/>
          <a:lstStyle/>
          <a:p>
            <a:endParaRPr/>
          </a:p>
        </p:txBody>
      </p:sp>
      <p:sp>
        <p:nvSpPr>
          <p:cNvPr id="300" name="object 300"/>
          <p:cNvSpPr/>
          <p:nvPr/>
        </p:nvSpPr>
        <p:spPr>
          <a:xfrm>
            <a:off x="15518193" y="5781590"/>
            <a:ext cx="20320" cy="20320"/>
          </a:xfrm>
          <a:custGeom>
            <a:avLst/>
            <a:gdLst/>
            <a:ahLst/>
            <a:cxnLst/>
            <a:rect l="l" t="t" r="r" b="b"/>
            <a:pathLst>
              <a:path w="20319" h="20320">
                <a:moveTo>
                  <a:pt x="9517" y="0"/>
                </a:moveTo>
                <a:lnTo>
                  <a:pt x="5287" y="0"/>
                </a:lnTo>
                <a:lnTo>
                  <a:pt x="4229" y="105"/>
                </a:lnTo>
                <a:lnTo>
                  <a:pt x="1057" y="528"/>
                </a:lnTo>
                <a:lnTo>
                  <a:pt x="0" y="1902"/>
                </a:lnTo>
                <a:lnTo>
                  <a:pt x="0" y="18600"/>
                </a:lnTo>
                <a:lnTo>
                  <a:pt x="1057" y="19340"/>
                </a:lnTo>
                <a:lnTo>
                  <a:pt x="6344" y="19551"/>
                </a:lnTo>
                <a:lnTo>
                  <a:pt x="8459" y="19551"/>
                </a:lnTo>
                <a:lnTo>
                  <a:pt x="9517" y="19657"/>
                </a:lnTo>
                <a:lnTo>
                  <a:pt x="11632" y="19657"/>
                </a:lnTo>
                <a:lnTo>
                  <a:pt x="14804" y="19763"/>
                </a:lnTo>
                <a:lnTo>
                  <a:pt x="19034" y="19340"/>
                </a:lnTo>
                <a:lnTo>
                  <a:pt x="20091" y="17860"/>
                </a:lnTo>
                <a:lnTo>
                  <a:pt x="20091" y="14796"/>
                </a:lnTo>
                <a:lnTo>
                  <a:pt x="19034" y="13316"/>
                </a:lnTo>
                <a:lnTo>
                  <a:pt x="20091" y="11625"/>
                </a:lnTo>
                <a:lnTo>
                  <a:pt x="20091" y="951"/>
                </a:lnTo>
                <a:lnTo>
                  <a:pt x="19034" y="211"/>
                </a:lnTo>
                <a:lnTo>
                  <a:pt x="13747" y="105"/>
                </a:lnTo>
                <a:lnTo>
                  <a:pt x="11632" y="105"/>
                </a:lnTo>
                <a:close/>
              </a:path>
            </a:pathLst>
          </a:custGeom>
          <a:solidFill>
            <a:srgbClr val="000000"/>
          </a:solidFill>
        </p:spPr>
        <p:txBody>
          <a:bodyPr wrap="square" lIns="0" tIns="0" rIns="0" bIns="0" rtlCol="0"/>
          <a:lstStyle/>
          <a:p>
            <a:endParaRPr/>
          </a:p>
        </p:txBody>
      </p:sp>
      <p:sp>
        <p:nvSpPr>
          <p:cNvPr id="301" name="object 301"/>
          <p:cNvSpPr/>
          <p:nvPr/>
        </p:nvSpPr>
        <p:spPr>
          <a:xfrm>
            <a:off x="14077931" y="2308122"/>
            <a:ext cx="10795" cy="24130"/>
          </a:xfrm>
          <a:custGeom>
            <a:avLst/>
            <a:gdLst/>
            <a:ahLst/>
            <a:cxnLst/>
            <a:rect l="l" t="t" r="r" b="b"/>
            <a:pathLst>
              <a:path w="10794" h="24130">
                <a:moveTo>
                  <a:pt x="7564" y="0"/>
                </a:moveTo>
                <a:lnTo>
                  <a:pt x="4229" y="0"/>
                </a:lnTo>
                <a:lnTo>
                  <a:pt x="0" y="1268"/>
                </a:lnTo>
                <a:lnTo>
                  <a:pt x="0" y="22616"/>
                </a:lnTo>
                <a:lnTo>
                  <a:pt x="2277" y="24096"/>
                </a:lnTo>
                <a:lnTo>
                  <a:pt x="5710" y="24096"/>
                </a:lnTo>
                <a:lnTo>
                  <a:pt x="9517" y="22828"/>
                </a:lnTo>
                <a:lnTo>
                  <a:pt x="9517" y="21559"/>
                </a:lnTo>
                <a:lnTo>
                  <a:pt x="10574" y="18495"/>
                </a:lnTo>
                <a:lnTo>
                  <a:pt x="9517" y="15113"/>
                </a:lnTo>
                <a:lnTo>
                  <a:pt x="9517" y="8771"/>
                </a:lnTo>
                <a:lnTo>
                  <a:pt x="10574" y="5495"/>
                </a:lnTo>
                <a:lnTo>
                  <a:pt x="9517" y="2325"/>
                </a:lnTo>
                <a:lnTo>
                  <a:pt x="9517" y="1268"/>
                </a:lnTo>
                <a:lnTo>
                  <a:pt x="7564" y="0"/>
                </a:lnTo>
                <a:close/>
              </a:path>
            </a:pathLst>
          </a:custGeom>
          <a:solidFill>
            <a:srgbClr val="000000"/>
          </a:solidFill>
        </p:spPr>
        <p:txBody>
          <a:bodyPr wrap="square" lIns="0" tIns="0" rIns="0" bIns="0" rtlCol="0"/>
          <a:lstStyle/>
          <a:p>
            <a:endParaRPr/>
          </a:p>
        </p:txBody>
      </p:sp>
      <p:sp>
        <p:nvSpPr>
          <p:cNvPr id="302" name="object 302"/>
          <p:cNvSpPr/>
          <p:nvPr/>
        </p:nvSpPr>
        <p:spPr>
          <a:xfrm>
            <a:off x="14077931" y="2606578"/>
            <a:ext cx="10795" cy="19685"/>
          </a:xfrm>
          <a:custGeom>
            <a:avLst/>
            <a:gdLst/>
            <a:ahLst/>
            <a:cxnLst/>
            <a:rect l="l" t="t" r="r" b="b"/>
            <a:pathLst>
              <a:path w="10794" h="19685">
                <a:moveTo>
                  <a:pt x="7402" y="0"/>
                </a:moveTo>
                <a:lnTo>
                  <a:pt x="2114" y="0"/>
                </a:lnTo>
                <a:lnTo>
                  <a:pt x="0" y="1479"/>
                </a:lnTo>
                <a:lnTo>
                  <a:pt x="0" y="13316"/>
                </a:lnTo>
                <a:lnTo>
                  <a:pt x="1057" y="17966"/>
                </a:lnTo>
                <a:lnTo>
                  <a:pt x="1057" y="18706"/>
                </a:lnTo>
                <a:lnTo>
                  <a:pt x="3172" y="19551"/>
                </a:lnTo>
                <a:lnTo>
                  <a:pt x="4229" y="19551"/>
                </a:lnTo>
                <a:lnTo>
                  <a:pt x="5287" y="19657"/>
                </a:lnTo>
                <a:lnTo>
                  <a:pt x="6344" y="19657"/>
                </a:lnTo>
                <a:lnTo>
                  <a:pt x="8459" y="19023"/>
                </a:lnTo>
                <a:lnTo>
                  <a:pt x="8459" y="17966"/>
                </a:lnTo>
                <a:lnTo>
                  <a:pt x="9517" y="15958"/>
                </a:lnTo>
                <a:lnTo>
                  <a:pt x="9517" y="8771"/>
                </a:lnTo>
                <a:lnTo>
                  <a:pt x="10574" y="6341"/>
                </a:lnTo>
                <a:lnTo>
                  <a:pt x="9517" y="3910"/>
                </a:lnTo>
                <a:lnTo>
                  <a:pt x="9517" y="1268"/>
                </a:lnTo>
                <a:close/>
              </a:path>
            </a:pathLst>
          </a:custGeom>
          <a:solidFill>
            <a:srgbClr val="000000"/>
          </a:solidFill>
        </p:spPr>
        <p:txBody>
          <a:bodyPr wrap="square" lIns="0" tIns="0" rIns="0" bIns="0" rtlCol="0"/>
          <a:lstStyle/>
          <a:p>
            <a:endParaRPr/>
          </a:p>
        </p:txBody>
      </p:sp>
      <p:grpSp>
        <p:nvGrpSpPr>
          <p:cNvPr id="303" name="object 303"/>
          <p:cNvGrpSpPr/>
          <p:nvPr/>
        </p:nvGrpSpPr>
        <p:grpSpPr>
          <a:xfrm>
            <a:off x="8933" y="6801246"/>
            <a:ext cx="18273395" cy="3480435"/>
            <a:chOff x="8933" y="6801246"/>
            <a:chExt cx="18273395" cy="3480435"/>
          </a:xfrm>
        </p:grpSpPr>
        <p:sp>
          <p:nvSpPr>
            <p:cNvPr id="304" name="object 304"/>
            <p:cNvSpPr/>
            <p:nvPr/>
          </p:nvSpPr>
          <p:spPr>
            <a:xfrm>
              <a:off x="9182" y="6823125"/>
              <a:ext cx="18273395" cy="3458845"/>
            </a:xfrm>
            <a:custGeom>
              <a:avLst/>
              <a:gdLst/>
              <a:ahLst/>
              <a:cxnLst/>
              <a:rect l="l" t="t" r="r" b="b"/>
              <a:pathLst>
                <a:path w="18273395" h="3458845">
                  <a:moveTo>
                    <a:pt x="18272938" y="0"/>
                  </a:moveTo>
                  <a:lnTo>
                    <a:pt x="0" y="0"/>
                  </a:lnTo>
                  <a:lnTo>
                    <a:pt x="0" y="1943303"/>
                  </a:lnTo>
                  <a:lnTo>
                    <a:pt x="0" y="3458375"/>
                  </a:lnTo>
                  <a:lnTo>
                    <a:pt x="18272684" y="3458375"/>
                  </a:lnTo>
                  <a:lnTo>
                    <a:pt x="18272684" y="1943354"/>
                  </a:lnTo>
                  <a:lnTo>
                    <a:pt x="18272938" y="1943354"/>
                  </a:lnTo>
                  <a:lnTo>
                    <a:pt x="18272938" y="0"/>
                  </a:lnTo>
                  <a:close/>
                </a:path>
              </a:pathLst>
            </a:custGeom>
            <a:solidFill>
              <a:srgbClr val="000000">
                <a:alpha val="59606"/>
              </a:srgbClr>
            </a:solidFill>
          </p:spPr>
          <p:txBody>
            <a:bodyPr wrap="square" lIns="0" tIns="0" rIns="0" bIns="0" rtlCol="0"/>
            <a:lstStyle/>
            <a:p>
              <a:endParaRPr/>
            </a:p>
          </p:txBody>
        </p:sp>
        <p:sp>
          <p:nvSpPr>
            <p:cNvPr id="305" name="object 305"/>
            <p:cNvSpPr/>
            <p:nvPr/>
          </p:nvSpPr>
          <p:spPr>
            <a:xfrm>
              <a:off x="8933" y="8906179"/>
              <a:ext cx="18273395" cy="67310"/>
            </a:xfrm>
            <a:custGeom>
              <a:avLst/>
              <a:gdLst/>
              <a:ahLst/>
              <a:cxnLst/>
              <a:rect l="l" t="t" r="r" b="b"/>
              <a:pathLst>
                <a:path w="18273395" h="67309">
                  <a:moveTo>
                    <a:pt x="11887374" y="0"/>
                  </a:moveTo>
                  <a:lnTo>
                    <a:pt x="1053562" y="0"/>
                  </a:lnTo>
                  <a:lnTo>
                    <a:pt x="0" y="1763"/>
                  </a:lnTo>
                  <a:lnTo>
                    <a:pt x="0" y="65589"/>
                  </a:lnTo>
                  <a:lnTo>
                    <a:pt x="1053562" y="67256"/>
                  </a:lnTo>
                  <a:lnTo>
                    <a:pt x="11887374" y="67256"/>
                  </a:lnTo>
                  <a:lnTo>
                    <a:pt x="18272936" y="44645"/>
                  </a:lnTo>
                  <a:lnTo>
                    <a:pt x="18272936" y="22631"/>
                  </a:lnTo>
                  <a:lnTo>
                    <a:pt x="11887374" y="0"/>
                  </a:lnTo>
                  <a:close/>
                </a:path>
              </a:pathLst>
            </a:custGeom>
            <a:solidFill>
              <a:srgbClr val="000000">
                <a:alpha val="49803"/>
              </a:srgbClr>
            </a:solidFill>
          </p:spPr>
          <p:txBody>
            <a:bodyPr wrap="square" lIns="0" tIns="0" rIns="0" bIns="0" rtlCol="0"/>
            <a:lstStyle/>
            <a:p>
              <a:endParaRPr/>
            </a:p>
          </p:txBody>
        </p:sp>
        <p:pic>
          <p:nvPicPr>
            <p:cNvPr id="306" name="object 306"/>
            <p:cNvPicPr/>
            <p:nvPr/>
          </p:nvPicPr>
          <p:blipFill>
            <a:blip r:embed="rId258" cstate="print"/>
            <a:stretch>
              <a:fillRect/>
            </a:stretch>
          </p:blipFill>
          <p:spPr>
            <a:xfrm>
              <a:off x="54235" y="7374380"/>
              <a:ext cx="227269" cy="226801"/>
            </a:xfrm>
            <a:prstGeom prst="rect">
              <a:avLst/>
            </a:prstGeom>
          </p:spPr>
        </p:pic>
        <p:pic>
          <p:nvPicPr>
            <p:cNvPr id="307" name="object 307"/>
            <p:cNvPicPr/>
            <p:nvPr/>
          </p:nvPicPr>
          <p:blipFill>
            <a:blip r:embed="rId259" cstate="print"/>
            <a:stretch>
              <a:fillRect/>
            </a:stretch>
          </p:blipFill>
          <p:spPr>
            <a:xfrm>
              <a:off x="53600" y="7081208"/>
              <a:ext cx="222574" cy="220883"/>
            </a:xfrm>
            <a:prstGeom prst="rect">
              <a:avLst/>
            </a:prstGeom>
          </p:spPr>
        </p:pic>
        <p:pic>
          <p:nvPicPr>
            <p:cNvPr id="308" name="object 308"/>
            <p:cNvPicPr/>
            <p:nvPr/>
          </p:nvPicPr>
          <p:blipFill>
            <a:blip r:embed="rId260" cstate="print"/>
            <a:stretch>
              <a:fillRect/>
            </a:stretch>
          </p:blipFill>
          <p:spPr>
            <a:xfrm>
              <a:off x="53981" y="7663748"/>
              <a:ext cx="221446" cy="221306"/>
            </a:xfrm>
            <a:prstGeom prst="rect">
              <a:avLst/>
            </a:prstGeom>
          </p:spPr>
        </p:pic>
        <p:pic>
          <p:nvPicPr>
            <p:cNvPr id="309" name="object 309"/>
            <p:cNvPicPr/>
            <p:nvPr/>
          </p:nvPicPr>
          <p:blipFill>
            <a:blip r:embed="rId261" cstate="print"/>
            <a:stretch>
              <a:fillRect/>
            </a:stretch>
          </p:blipFill>
          <p:spPr>
            <a:xfrm>
              <a:off x="348251" y="7379876"/>
              <a:ext cx="211788" cy="211477"/>
            </a:xfrm>
            <a:prstGeom prst="rect">
              <a:avLst/>
            </a:prstGeom>
          </p:spPr>
        </p:pic>
        <p:pic>
          <p:nvPicPr>
            <p:cNvPr id="310" name="object 310"/>
            <p:cNvPicPr/>
            <p:nvPr/>
          </p:nvPicPr>
          <p:blipFill>
            <a:blip r:embed="rId262" cstate="print"/>
            <a:stretch>
              <a:fillRect/>
            </a:stretch>
          </p:blipFill>
          <p:spPr>
            <a:xfrm>
              <a:off x="348026" y="7085647"/>
              <a:ext cx="206556" cy="211477"/>
            </a:xfrm>
            <a:prstGeom prst="rect">
              <a:avLst/>
            </a:prstGeom>
          </p:spPr>
        </p:pic>
        <p:pic>
          <p:nvPicPr>
            <p:cNvPr id="311" name="object 311"/>
            <p:cNvPicPr/>
            <p:nvPr/>
          </p:nvPicPr>
          <p:blipFill>
            <a:blip r:embed="rId263" cstate="print"/>
            <a:stretch>
              <a:fillRect/>
            </a:stretch>
          </p:blipFill>
          <p:spPr>
            <a:xfrm>
              <a:off x="348251" y="7668187"/>
              <a:ext cx="206445" cy="206827"/>
            </a:xfrm>
            <a:prstGeom prst="rect">
              <a:avLst/>
            </a:prstGeom>
          </p:spPr>
        </p:pic>
        <p:pic>
          <p:nvPicPr>
            <p:cNvPr id="312" name="object 312"/>
            <p:cNvPicPr/>
            <p:nvPr/>
          </p:nvPicPr>
          <p:blipFill>
            <a:blip r:embed="rId264" cstate="print"/>
            <a:stretch>
              <a:fillRect/>
            </a:stretch>
          </p:blipFill>
          <p:spPr>
            <a:xfrm>
              <a:off x="64133" y="6801880"/>
              <a:ext cx="206331" cy="206298"/>
            </a:xfrm>
            <a:prstGeom prst="rect">
              <a:avLst/>
            </a:prstGeom>
          </p:spPr>
        </p:pic>
        <p:pic>
          <p:nvPicPr>
            <p:cNvPr id="313" name="object 313"/>
            <p:cNvPicPr/>
            <p:nvPr/>
          </p:nvPicPr>
          <p:blipFill>
            <a:blip r:embed="rId265" cstate="print"/>
            <a:stretch>
              <a:fillRect/>
            </a:stretch>
          </p:blipFill>
          <p:spPr>
            <a:xfrm>
              <a:off x="63752" y="7958506"/>
              <a:ext cx="207727" cy="207038"/>
            </a:xfrm>
            <a:prstGeom prst="rect">
              <a:avLst/>
            </a:prstGeom>
          </p:spPr>
        </p:pic>
        <p:pic>
          <p:nvPicPr>
            <p:cNvPr id="314" name="object 314"/>
            <p:cNvPicPr/>
            <p:nvPr/>
          </p:nvPicPr>
          <p:blipFill>
            <a:blip r:embed="rId266" cstate="print"/>
            <a:stretch>
              <a:fillRect/>
            </a:stretch>
          </p:blipFill>
          <p:spPr>
            <a:xfrm>
              <a:off x="348755" y="6801246"/>
              <a:ext cx="206589" cy="206827"/>
            </a:xfrm>
            <a:prstGeom prst="rect">
              <a:avLst/>
            </a:prstGeom>
          </p:spPr>
        </p:pic>
        <p:pic>
          <p:nvPicPr>
            <p:cNvPr id="315" name="object 315"/>
            <p:cNvPicPr/>
            <p:nvPr/>
          </p:nvPicPr>
          <p:blipFill>
            <a:blip r:embed="rId267" cstate="print"/>
            <a:stretch>
              <a:fillRect/>
            </a:stretch>
          </p:blipFill>
          <p:spPr>
            <a:xfrm>
              <a:off x="629705" y="7384315"/>
              <a:ext cx="209504" cy="206615"/>
            </a:xfrm>
            <a:prstGeom prst="rect">
              <a:avLst/>
            </a:prstGeom>
          </p:spPr>
        </p:pic>
        <p:pic>
          <p:nvPicPr>
            <p:cNvPr id="316" name="object 316"/>
            <p:cNvPicPr/>
            <p:nvPr/>
          </p:nvPicPr>
          <p:blipFill>
            <a:blip r:embed="rId268" cstate="print"/>
            <a:stretch>
              <a:fillRect/>
            </a:stretch>
          </p:blipFill>
          <p:spPr>
            <a:xfrm>
              <a:off x="348632" y="7957554"/>
              <a:ext cx="205824" cy="207144"/>
            </a:xfrm>
            <a:prstGeom prst="rect">
              <a:avLst/>
            </a:prstGeom>
          </p:spPr>
        </p:pic>
        <p:pic>
          <p:nvPicPr>
            <p:cNvPr id="317" name="object 317"/>
            <p:cNvPicPr/>
            <p:nvPr/>
          </p:nvPicPr>
          <p:blipFill>
            <a:blip r:embed="rId269" cstate="print"/>
            <a:stretch>
              <a:fillRect/>
            </a:stretch>
          </p:blipFill>
          <p:spPr>
            <a:xfrm>
              <a:off x="630340" y="7091671"/>
              <a:ext cx="210265" cy="201120"/>
            </a:xfrm>
            <a:prstGeom prst="rect">
              <a:avLst/>
            </a:prstGeom>
          </p:spPr>
        </p:pic>
        <p:pic>
          <p:nvPicPr>
            <p:cNvPr id="318" name="object 318"/>
            <p:cNvPicPr/>
            <p:nvPr/>
          </p:nvPicPr>
          <p:blipFill>
            <a:blip r:embed="rId270" cstate="print"/>
            <a:stretch>
              <a:fillRect/>
            </a:stretch>
          </p:blipFill>
          <p:spPr>
            <a:xfrm>
              <a:off x="630340" y="7668610"/>
              <a:ext cx="209504" cy="206298"/>
            </a:xfrm>
            <a:prstGeom prst="rect">
              <a:avLst/>
            </a:prstGeom>
          </p:spPr>
        </p:pic>
      </p:grpSp>
      <p:pic>
        <p:nvPicPr>
          <p:cNvPr id="319" name="object 319"/>
          <p:cNvPicPr/>
          <p:nvPr/>
        </p:nvPicPr>
        <p:blipFill>
          <a:blip r:embed="rId271" cstate="print"/>
          <a:stretch>
            <a:fillRect/>
          </a:stretch>
        </p:blipFill>
        <p:spPr>
          <a:xfrm>
            <a:off x="64259" y="6517797"/>
            <a:ext cx="203159" cy="206404"/>
          </a:xfrm>
          <a:prstGeom prst="rect">
            <a:avLst/>
          </a:prstGeom>
        </p:spPr>
      </p:pic>
      <p:pic>
        <p:nvPicPr>
          <p:cNvPr id="320" name="object 320"/>
          <p:cNvPicPr/>
          <p:nvPr/>
        </p:nvPicPr>
        <p:blipFill>
          <a:blip r:embed="rId272" cstate="print"/>
          <a:stretch>
            <a:fillRect/>
          </a:stretch>
        </p:blipFill>
        <p:spPr>
          <a:xfrm>
            <a:off x="63625" y="8242589"/>
            <a:ext cx="204428" cy="206298"/>
          </a:xfrm>
          <a:prstGeom prst="rect">
            <a:avLst/>
          </a:prstGeom>
        </p:spPr>
      </p:pic>
      <p:pic>
        <p:nvPicPr>
          <p:cNvPr id="321" name="object 321"/>
          <p:cNvPicPr/>
          <p:nvPr/>
        </p:nvPicPr>
        <p:blipFill>
          <a:blip r:embed="rId273" cstate="print"/>
          <a:stretch>
            <a:fillRect/>
          </a:stretch>
        </p:blipFill>
        <p:spPr>
          <a:xfrm>
            <a:off x="637319" y="6801775"/>
            <a:ext cx="202271" cy="206404"/>
          </a:xfrm>
          <a:prstGeom prst="rect">
            <a:avLst/>
          </a:prstGeom>
        </p:spPr>
      </p:pic>
      <p:pic>
        <p:nvPicPr>
          <p:cNvPr id="322" name="object 322"/>
          <p:cNvPicPr/>
          <p:nvPr/>
        </p:nvPicPr>
        <p:blipFill>
          <a:blip r:embed="rId274" cstate="print"/>
          <a:stretch>
            <a:fillRect/>
          </a:stretch>
        </p:blipFill>
        <p:spPr>
          <a:xfrm>
            <a:off x="348870" y="6516846"/>
            <a:ext cx="206474" cy="206615"/>
          </a:xfrm>
          <a:prstGeom prst="rect">
            <a:avLst/>
          </a:prstGeom>
        </p:spPr>
      </p:pic>
      <p:pic>
        <p:nvPicPr>
          <p:cNvPr id="323" name="object 323"/>
          <p:cNvPicPr/>
          <p:nvPr/>
        </p:nvPicPr>
        <p:blipFill>
          <a:blip r:embed="rId275" cstate="print"/>
          <a:stretch>
            <a:fillRect/>
          </a:stretch>
        </p:blipFill>
        <p:spPr>
          <a:xfrm>
            <a:off x="637065" y="7957449"/>
            <a:ext cx="203540" cy="202388"/>
          </a:xfrm>
          <a:prstGeom prst="rect">
            <a:avLst/>
          </a:prstGeom>
        </p:spPr>
      </p:pic>
      <p:pic>
        <p:nvPicPr>
          <p:cNvPr id="324" name="object 324"/>
          <p:cNvPicPr/>
          <p:nvPr/>
        </p:nvPicPr>
        <p:blipFill>
          <a:blip r:embed="rId276" cstate="print"/>
          <a:stretch>
            <a:fillRect/>
          </a:stretch>
        </p:blipFill>
        <p:spPr>
          <a:xfrm>
            <a:off x="347744" y="8242166"/>
            <a:ext cx="206585" cy="205558"/>
          </a:xfrm>
          <a:prstGeom prst="rect">
            <a:avLst/>
          </a:prstGeom>
        </p:spPr>
      </p:pic>
      <p:pic>
        <p:nvPicPr>
          <p:cNvPr id="325" name="object 325"/>
          <p:cNvPicPr/>
          <p:nvPr/>
        </p:nvPicPr>
        <p:blipFill>
          <a:blip r:embed="rId277" cstate="print"/>
          <a:stretch>
            <a:fillRect/>
          </a:stretch>
        </p:blipFill>
        <p:spPr>
          <a:xfrm>
            <a:off x="932065" y="7384526"/>
            <a:ext cx="201795" cy="201859"/>
          </a:xfrm>
          <a:prstGeom prst="rect">
            <a:avLst/>
          </a:prstGeom>
        </p:spPr>
      </p:pic>
      <p:pic>
        <p:nvPicPr>
          <p:cNvPr id="326" name="object 326"/>
          <p:cNvPicPr/>
          <p:nvPr/>
        </p:nvPicPr>
        <p:blipFill>
          <a:blip r:embed="rId278" cstate="print"/>
          <a:stretch>
            <a:fillRect/>
          </a:stretch>
        </p:blipFill>
        <p:spPr>
          <a:xfrm>
            <a:off x="930828" y="7090720"/>
            <a:ext cx="202503" cy="201437"/>
          </a:xfrm>
          <a:prstGeom prst="rect">
            <a:avLst/>
          </a:prstGeom>
        </p:spPr>
      </p:pic>
      <p:pic>
        <p:nvPicPr>
          <p:cNvPr id="327" name="object 327"/>
          <p:cNvPicPr/>
          <p:nvPr/>
        </p:nvPicPr>
        <p:blipFill>
          <a:blip r:embed="rId279" cstate="print"/>
          <a:stretch>
            <a:fillRect/>
          </a:stretch>
        </p:blipFill>
        <p:spPr>
          <a:xfrm>
            <a:off x="931209" y="7673682"/>
            <a:ext cx="202863" cy="196786"/>
          </a:xfrm>
          <a:prstGeom prst="rect">
            <a:avLst/>
          </a:prstGeom>
        </p:spPr>
      </p:pic>
      <p:pic>
        <p:nvPicPr>
          <p:cNvPr id="328" name="object 328"/>
          <p:cNvPicPr/>
          <p:nvPr/>
        </p:nvPicPr>
        <p:blipFill>
          <a:blip r:embed="rId280" cstate="print"/>
          <a:stretch>
            <a:fillRect/>
          </a:stretch>
        </p:blipFill>
        <p:spPr>
          <a:xfrm>
            <a:off x="638461" y="6521919"/>
            <a:ext cx="201382" cy="196998"/>
          </a:xfrm>
          <a:prstGeom prst="rect">
            <a:avLst/>
          </a:prstGeom>
        </p:spPr>
      </p:pic>
      <p:pic>
        <p:nvPicPr>
          <p:cNvPr id="329" name="object 329"/>
          <p:cNvPicPr/>
          <p:nvPr/>
        </p:nvPicPr>
        <p:blipFill>
          <a:blip r:embed="rId281" cstate="print"/>
          <a:stretch>
            <a:fillRect/>
          </a:stretch>
        </p:blipFill>
        <p:spPr>
          <a:xfrm>
            <a:off x="636177" y="8247028"/>
            <a:ext cx="203739" cy="196258"/>
          </a:xfrm>
          <a:prstGeom prst="rect">
            <a:avLst/>
          </a:prstGeom>
        </p:spPr>
      </p:pic>
      <p:pic>
        <p:nvPicPr>
          <p:cNvPr id="330" name="object 330"/>
          <p:cNvPicPr/>
          <p:nvPr/>
        </p:nvPicPr>
        <p:blipFill>
          <a:blip r:embed="rId282" cstate="print"/>
          <a:stretch>
            <a:fillRect/>
          </a:stretch>
        </p:blipFill>
        <p:spPr>
          <a:xfrm>
            <a:off x="66797" y="6223145"/>
            <a:ext cx="200367" cy="202071"/>
          </a:xfrm>
          <a:prstGeom prst="rect">
            <a:avLst/>
          </a:prstGeom>
        </p:spPr>
      </p:pic>
      <p:pic>
        <p:nvPicPr>
          <p:cNvPr id="331" name="object 331"/>
          <p:cNvPicPr/>
          <p:nvPr/>
        </p:nvPicPr>
        <p:blipFill>
          <a:blip r:embed="rId283" cstate="print"/>
          <a:stretch>
            <a:fillRect/>
          </a:stretch>
        </p:blipFill>
        <p:spPr>
          <a:xfrm>
            <a:off x="935143" y="6810758"/>
            <a:ext cx="195017" cy="192031"/>
          </a:xfrm>
          <a:prstGeom prst="rect">
            <a:avLst/>
          </a:prstGeom>
        </p:spPr>
      </p:pic>
      <p:pic>
        <p:nvPicPr>
          <p:cNvPr id="332" name="object 332"/>
          <p:cNvPicPr/>
          <p:nvPr/>
        </p:nvPicPr>
        <p:blipFill>
          <a:blip r:embed="rId284" cstate="print"/>
          <a:stretch>
            <a:fillRect/>
          </a:stretch>
        </p:blipFill>
        <p:spPr>
          <a:xfrm>
            <a:off x="68066" y="8545907"/>
            <a:ext cx="192246" cy="191396"/>
          </a:xfrm>
          <a:prstGeom prst="rect">
            <a:avLst/>
          </a:prstGeom>
        </p:spPr>
      </p:pic>
      <p:pic>
        <p:nvPicPr>
          <p:cNvPr id="333" name="object 333"/>
          <p:cNvPicPr/>
          <p:nvPr/>
        </p:nvPicPr>
        <p:blipFill>
          <a:blip r:embed="rId285" cstate="print"/>
          <a:stretch>
            <a:fillRect/>
          </a:stretch>
        </p:blipFill>
        <p:spPr>
          <a:xfrm>
            <a:off x="935777" y="7963156"/>
            <a:ext cx="192267" cy="191396"/>
          </a:xfrm>
          <a:prstGeom prst="rect">
            <a:avLst/>
          </a:prstGeom>
        </p:spPr>
      </p:pic>
      <p:pic>
        <p:nvPicPr>
          <p:cNvPr id="334" name="object 334"/>
          <p:cNvPicPr/>
          <p:nvPr/>
        </p:nvPicPr>
        <p:blipFill>
          <a:blip r:embed="rId286" cstate="print"/>
          <a:stretch>
            <a:fillRect/>
          </a:stretch>
        </p:blipFill>
        <p:spPr>
          <a:xfrm>
            <a:off x="358022" y="6228852"/>
            <a:ext cx="187297" cy="190762"/>
          </a:xfrm>
          <a:prstGeom prst="rect">
            <a:avLst/>
          </a:prstGeom>
        </p:spPr>
      </p:pic>
      <p:pic>
        <p:nvPicPr>
          <p:cNvPr id="335" name="object 335"/>
          <p:cNvPicPr/>
          <p:nvPr/>
        </p:nvPicPr>
        <p:blipFill>
          <a:blip r:embed="rId287" cstate="print"/>
          <a:stretch>
            <a:fillRect/>
          </a:stretch>
        </p:blipFill>
        <p:spPr>
          <a:xfrm>
            <a:off x="358149" y="8545907"/>
            <a:ext cx="187170" cy="186958"/>
          </a:xfrm>
          <a:prstGeom prst="rect">
            <a:avLst/>
          </a:prstGeom>
        </p:spPr>
      </p:pic>
      <p:pic>
        <p:nvPicPr>
          <p:cNvPr id="336" name="object 336"/>
          <p:cNvPicPr/>
          <p:nvPr/>
        </p:nvPicPr>
        <p:blipFill>
          <a:blip r:embed="rId288" cstate="print"/>
          <a:stretch>
            <a:fillRect/>
          </a:stretch>
        </p:blipFill>
        <p:spPr>
          <a:xfrm>
            <a:off x="1223322" y="7394250"/>
            <a:ext cx="189708" cy="186852"/>
          </a:xfrm>
          <a:prstGeom prst="rect">
            <a:avLst/>
          </a:prstGeom>
        </p:spPr>
      </p:pic>
      <p:pic>
        <p:nvPicPr>
          <p:cNvPr id="337" name="object 337"/>
          <p:cNvPicPr/>
          <p:nvPr/>
        </p:nvPicPr>
        <p:blipFill>
          <a:blip r:embed="rId289" cstate="print"/>
          <a:stretch>
            <a:fillRect/>
          </a:stretch>
        </p:blipFill>
        <p:spPr>
          <a:xfrm>
            <a:off x="939838" y="6527203"/>
            <a:ext cx="190639" cy="186852"/>
          </a:xfrm>
          <a:prstGeom prst="rect">
            <a:avLst/>
          </a:prstGeom>
        </p:spPr>
      </p:pic>
      <p:pic>
        <p:nvPicPr>
          <p:cNvPr id="338" name="object 338"/>
          <p:cNvPicPr/>
          <p:nvPr/>
        </p:nvPicPr>
        <p:blipFill>
          <a:blip r:embed="rId290" cstate="print"/>
          <a:stretch>
            <a:fillRect/>
          </a:stretch>
        </p:blipFill>
        <p:spPr>
          <a:xfrm>
            <a:off x="1225437" y="7678122"/>
            <a:ext cx="186959" cy="187697"/>
          </a:xfrm>
          <a:prstGeom prst="rect">
            <a:avLst/>
          </a:prstGeom>
        </p:spPr>
      </p:pic>
      <p:pic>
        <p:nvPicPr>
          <p:cNvPr id="339" name="object 339"/>
          <p:cNvPicPr/>
          <p:nvPr/>
        </p:nvPicPr>
        <p:blipFill>
          <a:blip r:embed="rId291" cstate="print"/>
          <a:stretch>
            <a:fillRect/>
          </a:stretch>
        </p:blipFill>
        <p:spPr>
          <a:xfrm>
            <a:off x="941234" y="8251783"/>
            <a:ext cx="189454" cy="186852"/>
          </a:xfrm>
          <a:prstGeom prst="rect">
            <a:avLst/>
          </a:prstGeom>
        </p:spPr>
      </p:pic>
      <p:pic>
        <p:nvPicPr>
          <p:cNvPr id="340" name="object 340"/>
          <p:cNvPicPr/>
          <p:nvPr/>
        </p:nvPicPr>
        <p:blipFill>
          <a:blip r:embed="rId292" cstate="print"/>
          <a:stretch>
            <a:fillRect/>
          </a:stretch>
        </p:blipFill>
        <p:spPr>
          <a:xfrm>
            <a:off x="74411" y="5944452"/>
            <a:ext cx="186425" cy="186218"/>
          </a:xfrm>
          <a:prstGeom prst="rect">
            <a:avLst/>
          </a:prstGeom>
        </p:spPr>
      </p:pic>
      <p:pic>
        <p:nvPicPr>
          <p:cNvPr id="341" name="object 341"/>
          <p:cNvPicPr/>
          <p:nvPr/>
        </p:nvPicPr>
        <p:blipFill>
          <a:blip r:embed="rId293" cstate="print"/>
          <a:stretch>
            <a:fillRect/>
          </a:stretch>
        </p:blipFill>
        <p:spPr>
          <a:xfrm>
            <a:off x="1224802" y="7100760"/>
            <a:ext cx="187593" cy="181779"/>
          </a:xfrm>
          <a:prstGeom prst="rect">
            <a:avLst/>
          </a:prstGeom>
        </p:spPr>
      </p:pic>
      <p:pic>
        <p:nvPicPr>
          <p:cNvPr id="342" name="object 342"/>
          <p:cNvPicPr/>
          <p:nvPr/>
        </p:nvPicPr>
        <p:blipFill>
          <a:blip r:embed="rId294" cstate="print"/>
          <a:stretch>
            <a:fillRect/>
          </a:stretch>
        </p:blipFill>
        <p:spPr>
          <a:xfrm>
            <a:off x="647090" y="8546541"/>
            <a:ext cx="182983" cy="186112"/>
          </a:xfrm>
          <a:prstGeom prst="rect">
            <a:avLst/>
          </a:prstGeom>
        </p:spPr>
      </p:pic>
      <p:pic>
        <p:nvPicPr>
          <p:cNvPr id="343" name="object 343"/>
          <p:cNvPicPr/>
          <p:nvPr/>
        </p:nvPicPr>
        <p:blipFill>
          <a:blip r:embed="rId295" cstate="print"/>
          <a:stretch>
            <a:fillRect/>
          </a:stretch>
        </p:blipFill>
        <p:spPr>
          <a:xfrm>
            <a:off x="1224697" y="6811498"/>
            <a:ext cx="188228" cy="186535"/>
          </a:xfrm>
          <a:prstGeom prst="rect">
            <a:avLst/>
          </a:prstGeom>
        </p:spPr>
      </p:pic>
      <p:pic>
        <p:nvPicPr>
          <p:cNvPr id="344" name="object 344"/>
          <p:cNvPicPr/>
          <p:nvPr/>
        </p:nvPicPr>
        <p:blipFill>
          <a:blip r:embed="rId296" cstate="print"/>
          <a:stretch>
            <a:fillRect/>
          </a:stretch>
        </p:blipFill>
        <p:spPr>
          <a:xfrm>
            <a:off x="646849" y="6232974"/>
            <a:ext cx="182843" cy="182096"/>
          </a:xfrm>
          <a:prstGeom prst="rect">
            <a:avLst/>
          </a:prstGeom>
        </p:spPr>
      </p:pic>
      <p:pic>
        <p:nvPicPr>
          <p:cNvPr id="345" name="object 345"/>
          <p:cNvPicPr/>
          <p:nvPr/>
        </p:nvPicPr>
        <p:blipFill>
          <a:blip r:embed="rId297" cstate="print"/>
          <a:stretch>
            <a:fillRect/>
          </a:stretch>
        </p:blipFill>
        <p:spPr>
          <a:xfrm>
            <a:off x="74284" y="8835063"/>
            <a:ext cx="186790" cy="186958"/>
          </a:xfrm>
          <a:prstGeom prst="rect">
            <a:avLst/>
          </a:prstGeom>
        </p:spPr>
      </p:pic>
      <p:pic>
        <p:nvPicPr>
          <p:cNvPr id="346" name="object 346"/>
          <p:cNvPicPr/>
          <p:nvPr/>
        </p:nvPicPr>
        <p:blipFill>
          <a:blip r:embed="rId298" cstate="print"/>
          <a:stretch>
            <a:fillRect/>
          </a:stretch>
        </p:blipFill>
        <p:spPr>
          <a:xfrm>
            <a:off x="356753" y="5944452"/>
            <a:ext cx="188947" cy="186641"/>
          </a:xfrm>
          <a:prstGeom prst="rect">
            <a:avLst/>
          </a:prstGeom>
        </p:spPr>
      </p:pic>
      <p:pic>
        <p:nvPicPr>
          <p:cNvPr id="347" name="object 347"/>
          <p:cNvPicPr/>
          <p:nvPr/>
        </p:nvPicPr>
        <p:blipFill>
          <a:blip r:embed="rId299" cstate="print"/>
          <a:stretch>
            <a:fillRect/>
          </a:stretch>
        </p:blipFill>
        <p:spPr>
          <a:xfrm>
            <a:off x="1223956" y="7967595"/>
            <a:ext cx="188228" cy="181990"/>
          </a:xfrm>
          <a:prstGeom prst="rect">
            <a:avLst/>
          </a:prstGeom>
        </p:spPr>
      </p:pic>
      <p:pic>
        <p:nvPicPr>
          <p:cNvPr id="348" name="object 348"/>
          <p:cNvPicPr/>
          <p:nvPr/>
        </p:nvPicPr>
        <p:blipFill>
          <a:blip r:embed="rId300" cstate="print"/>
          <a:stretch>
            <a:fillRect/>
          </a:stretch>
        </p:blipFill>
        <p:spPr>
          <a:xfrm>
            <a:off x="357895" y="8835063"/>
            <a:ext cx="187678" cy="182307"/>
          </a:xfrm>
          <a:prstGeom prst="rect">
            <a:avLst/>
          </a:prstGeom>
        </p:spPr>
      </p:pic>
      <p:pic>
        <p:nvPicPr>
          <p:cNvPr id="349" name="object 349"/>
          <p:cNvPicPr/>
          <p:nvPr/>
        </p:nvPicPr>
        <p:blipFill>
          <a:blip r:embed="rId301" cstate="print"/>
          <a:stretch>
            <a:fillRect/>
          </a:stretch>
        </p:blipFill>
        <p:spPr>
          <a:xfrm>
            <a:off x="940853" y="6233608"/>
            <a:ext cx="183067" cy="181568"/>
          </a:xfrm>
          <a:prstGeom prst="rect">
            <a:avLst/>
          </a:prstGeom>
        </p:spPr>
      </p:pic>
      <p:pic>
        <p:nvPicPr>
          <p:cNvPr id="350" name="object 350"/>
          <p:cNvPicPr/>
          <p:nvPr/>
        </p:nvPicPr>
        <p:blipFill>
          <a:blip r:embed="rId302" cstate="print"/>
          <a:stretch>
            <a:fillRect/>
          </a:stretch>
        </p:blipFill>
        <p:spPr>
          <a:xfrm>
            <a:off x="1228186" y="6527309"/>
            <a:ext cx="184421" cy="182096"/>
          </a:xfrm>
          <a:prstGeom prst="rect">
            <a:avLst/>
          </a:prstGeom>
        </p:spPr>
      </p:pic>
      <p:pic>
        <p:nvPicPr>
          <p:cNvPr id="351" name="object 351"/>
          <p:cNvPicPr/>
          <p:nvPr/>
        </p:nvPicPr>
        <p:blipFill>
          <a:blip r:embed="rId303" cstate="print"/>
          <a:stretch>
            <a:fillRect/>
          </a:stretch>
        </p:blipFill>
        <p:spPr>
          <a:xfrm>
            <a:off x="1230724" y="8252207"/>
            <a:ext cx="185373" cy="186852"/>
          </a:xfrm>
          <a:prstGeom prst="rect">
            <a:avLst/>
          </a:prstGeom>
        </p:spPr>
      </p:pic>
      <p:pic>
        <p:nvPicPr>
          <p:cNvPr id="352" name="object 352"/>
          <p:cNvPicPr/>
          <p:nvPr/>
        </p:nvPicPr>
        <p:blipFill>
          <a:blip r:embed="rId304" cstate="print"/>
          <a:stretch>
            <a:fillRect/>
          </a:stretch>
        </p:blipFill>
        <p:spPr>
          <a:xfrm>
            <a:off x="941487" y="8550769"/>
            <a:ext cx="184548" cy="181462"/>
          </a:xfrm>
          <a:prstGeom prst="rect">
            <a:avLst/>
          </a:prstGeom>
        </p:spPr>
      </p:pic>
      <p:pic>
        <p:nvPicPr>
          <p:cNvPr id="353" name="object 353"/>
          <p:cNvPicPr/>
          <p:nvPr/>
        </p:nvPicPr>
        <p:blipFill>
          <a:blip r:embed="rId305" cstate="print"/>
          <a:stretch>
            <a:fillRect/>
          </a:stretch>
        </p:blipFill>
        <p:spPr>
          <a:xfrm>
            <a:off x="1513066" y="7394461"/>
            <a:ext cx="185478" cy="186429"/>
          </a:xfrm>
          <a:prstGeom prst="rect">
            <a:avLst/>
          </a:prstGeom>
        </p:spPr>
      </p:pic>
      <p:pic>
        <p:nvPicPr>
          <p:cNvPr id="354" name="object 354"/>
          <p:cNvPicPr/>
          <p:nvPr/>
        </p:nvPicPr>
        <p:blipFill>
          <a:blip r:embed="rId306" cstate="print"/>
          <a:stretch>
            <a:fillRect/>
          </a:stretch>
        </p:blipFill>
        <p:spPr>
          <a:xfrm>
            <a:off x="647598" y="5944452"/>
            <a:ext cx="181841" cy="186429"/>
          </a:xfrm>
          <a:prstGeom prst="rect">
            <a:avLst/>
          </a:prstGeom>
        </p:spPr>
      </p:pic>
      <p:pic>
        <p:nvPicPr>
          <p:cNvPr id="355" name="object 355"/>
          <p:cNvPicPr/>
          <p:nvPr/>
        </p:nvPicPr>
        <p:blipFill>
          <a:blip r:embed="rId307" cstate="print"/>
          <a:stretch>
            <a:fillRect/>
          </a:stretch>
        </p:blipFill>
        <p:spPr>
          <a:xfrm>
            <a:off x="1513912" y="7100549"/>
            <a:ext cx="183152" cy="181673"/>
          </a:xfrm>
          <a:prstGeom prst="rect">
            <a:avLst/>
          </a:prstGeom>
        </p:spPr>
      </p:pic>
      <p:pic>
        <p:nvPicPr>
          <p:cNvPr id="356" name="object 356"/>
          <p:cNvPicPr/>
          <p:nvPr/>
        </p:nvPicPr>
        <p:blipFill>
          <a:blip r:embed="rId308" cstate="print"/>
          <a:stretch>
            <a:fillRect/>
          </a:stretch>
        </p:blipFill>
        <p:spPr>
          <a:xfrm>
            <a:off x="1513489" y="7683406"/>
            <a:ext cx="184209" cy="182096"/>
          </a:xfrm>
          <a:prstGeom prst="rect">
            <a:avLst/>
          </a:prstGeom>
        </p:spPr>
      </p:pic>
      <p:pic>
        <p:nvPicPr>
          <p:cNvPr id="357" name="object 357"/>
          <p:cNvPicPr/>
          <p:nvPr/>
        </p:nvPicPr>
        <p:blipFill>
          <a:blip r:embed="rId309" cstate="print"/>
          <a:stretch>
            <a:fillRect/>
          </a:stretch>
        </p:blipFill>
        <p:spPr>
          <a:xfrm>
            <a:off x="647598" y="8834958"/>
            <a:ext cx="182221" cy="181568"/>
          </a:xfrm>
          <a:prstGeom prst="rect">
            <a:avLst/>
          </a:prstGeom>
        </p:spPr>
      </p:pic>
      <p:pic>
        <p:nvPicPr>
          <p:cNvPr id="358" name="object 358"/>
          <p:cNvPicPr/>
          <p:nvPr/>
        </p:nvPicPr>
        <p:blipFill>
          <a:blip r:embed="rId310" cstate="print"/>
          <a:stretch>
            <a:fillRect/>
          </a:stretch>
        </p:blipFill>
        <p:spPr>
          <a:xfrm>
            <a:off x="72635" y="5660475"/>
            <a:ext cx="185394" cy="182836"/>
          </a:xfrm>
          <a:prstGeom prst="rect">
            <a:avLst/>
          </a:prstGeom>
        </p:spPr>
      </p:pic>
      <p:pic>
        <p:nvPicPr>
          <p:cNvPr id="359" name="object 359"/>
          <p:cNvPicPr/>
          <p:nvPr/>
        </p:nvPicPr>
        <p:blipFill>
          <a:blip r:embed="rId311" cstate="print"/>
          <a:stretch>
            <a:fillRect/>
          </a:stretch>
        </p:blipFill>
        <p:spPr>
          <a:xfrm>
            <a:off x="1514018" y="6816466"/>
            <a:ext cx="183892" cy="181990"/>
          </a:xfrm>
          <a:prstGeom prst="rect">
            <a:avLst/>
          </a:prstGeom>
        </p:spPr>
      </p:pic>
      <p:pic>
        <p:nvPicPr>
          <p:cNvPr id="360" name="object 360"/>
          <p:cNvPicPr/>
          <p:nvPr/>
        </p:nvPicPr>
        <p:blipFill>
          <a:blip r:embed="rId312" cstate="print"/>
          <a:stretch>
            <a:fillRect/>
          </a:stretch>
        </p:blipFill>
        <p:spPr>
          <a:xfrm>
            <a:off x="1512115" y="7967489"/>
            <a:ext cx="184527" cy="181885"/>
          </a:xfrm>
          <a:prstGeom prst="rect">
            <a:avLst/>
          </a:prstGeom>
        </p:spPr>
      </p:pic>
      <p:pic>
        <p:nvPicPr>
          <p:cNvPr id="361" name="object 361"/>
          <p:cNvPicPr/>
          <p:nvPr/>
        </p:nvPicPr>
        <p:blipFill>
          <a:blip r:embed="rId313" cstate="print"/>
          <a:stretch>
            <a:fillRect/>
          </a:stretch>
        </p:blipFill>
        <p:spPr>
          <a:xfrm>
            <a:off x="79360" y="9124114"/>
            <a:ext cx="176384" cy="176273"/>
          </a:xfrm>
          <a:prstGeom prst="rect">
            <a:avLst/>
          </a:prstGeom>
        </p:spPr>
      </p:pic>
      <p:pic>
        <p:nvPicPr>
          <p:cNvPr id="362" name="object 362"/>
          <p:cNvPicPr/>
          <p:nvPr/>
        </p:nvPicPr>
        <p:blipFill>
          <a:blip r:embed="rId314" cstate="print"/>
          <a:stretch>
            <a:fillRect/>
          </a:stretch>
        </p:blipFill>
        <p:spPr>
          <a:xfrm>
            <a:off x="1228927" y="6233080"/>
            <a:ext cx="179028" cy="182625"/>
          </a:xfrm>
          <a:prstGeom prst="rect">
            <a:avLst/>
          </a:prstGeom>
        </p:spPr>
      </p:pic>
      <p:pic>
        <p:nvPicPr>
          <p:cNvPr id="363" name="object 363"/>
          <p:cNvPicPr/>
          <p:nvPr/>
        </p:nvPicPr>
        <p:blipFill>
          <a:blip r:embed="rId315" cstate="print"/>
          <a:stretch>
            <a:fillRect/>
          </a:stretch>
        </p:blipFill>
        <p:spPr>
          <a:xfrm>
            <a:off x="944913" y="5948679"/>
            <a:ext cx="180593" cy="177340"/>
          </a:xfrm>
          <a:prstGeom prst="rect">
            <a:avLst/>
          </a:prstGeom>
        </p:spPr>
      </p:pic>
      <p:pic>
        <p:nvPicPr>
          <p:cNvPr id="364" name="object 364"/>
          <p:cNvPicPr/>
          <p:nvPr/>
        </p:nvPicPr>
        <p:blipFill>
          <a:blip r:embed="rId316" cstate="print"/>
          <a:stretch>
            <a:fillRect/>
          </a:stretch>
        </p:blipFill>
        <p:spPr>
          <a:xfrm>
            <a:off x="361956" y="5664385"/>
            <a:ext cx="179810" cy="177446"/>
          </a:xfrm>
          <a:prstGeom prst="rect">
            <a:avLst/>
          </a:prstGeom>
        </p:spPr>
      </p:pic>
      <p:pic>
        <p:nvPicPr>
          <p:cNvPr id="365" name="object 365"/>
          <p:cNvPicPr/>
          <p:nvPr/>
        </p:nvPicPr>
        <p:blipFill>
          <a:blip r:embed="rId317" cstate="print"/>
          <a:stretch>
            <a:fillRect/>
          </a:stretch>
        </p:blipFill>
        <p:spPr>
          <a:xfrm>
            <a:off x="366397" y="9129081"/>
            <a:ext cx="171943" cy="166740"/>
          </a:xfrm>
          <a:prstGeom prst="rect">
            <a:avLst/>
          </a:prstGeom>
        </p:spPr>
      </p:pic>
      <p:pic>
        <p:nvPicPr>
          <p:cNvPr id="366" name="object 366"/>
          <p:cNvPicPr/>
          <p:nvPr/>
        </p:nvPicPr>
        <p:blipFill>
          <a:blip r:embed="rId318" cstate="print"/>
          <a:stretch>
            <a:fillRect/>
          </a:stretch>
        </p:blipFill>
        <p:spPr>
          <a:xfrm>
            <a:off x="951512" y="8840030"/>
            <a:ext cx="166592" cy="171845"/>
          </a:xfrm>
          <a:prstGeom prst="rect">
            <a:avLst/>
          </a:prstGeom>
        </p:spPr>
      </p:pic>
      <p:pic>
        <p:nvPicPr>
          <p:cNvPr id="367" name="object 367"/>
          <p:cNvPicPr/>
          <p:nvPr/>
        </p:nvPicPr>
        <p:blipFill>
          <a:blip r:embed="rId319" cstate="print"/>
          <a:stretch>
            <a:fillRect/>
          </a:stretch>
        </p:blipFill>
        <p:spPr>
          <a:xfrm>
            <a:off x="1234531" y="8556159"/>
            <a:ext cx="168770" cy="171422"/>
          </a:xfrm>
          <a:prstGeom prst="rect">
            <a:avLst/>
          </a:prstGeom>
        </p:spPr>
      </p:pic>
      <p:pic>
        <p:nvPicPr>
          <p:cNvPr id="368" name="object 368"/>
          <p:cNvPicPr/>
          <p:nvPr/>
        </p:nvPicPr>
        <p:blipFill>
          <a:blip r:embed="rId320" cstate="print"/>
          <a:stretch>
            <a:fillRect/>
          </a:stretch>
        </p:blipFill>
        <p:spPr>
          <a:xfrm>
            <a:off x="1518988" y="6536715"/>
            <a:ext cx="172154" cy="167723"/>
          </a:xfrm>
          <a:prstGeom prst="rect">
            <a:avLst/>
          </a:prstGeom>
        </p:spPr>
      </p:pic>
      <p:pic>
        <p:nvPicPr>
          <p:cNvPr id="369" name="object 369"/>
          <p:cNvPicPr/>
          <p:nvPr/>
        </p:nvPicPr>
        <p:blipFill>
          <a:blip r:embed="rId321" cstate="print"/>
          <a:stretch>
            <a:fillRect/>
          </a:stretch>
        </p:blipFill>
        <p:spPr>
          <a:xfrm>
            <a:off x="1518883" y="8261718"/>
            <a:ext cx="175221" cy="167406"/>
          </a:xfrm>
          <a:prstGeom prst="rect">
            <a:avLst/>
          </a:prstGeom>
        </p:spPr>
      </p:pic>
      <p:pic>
        <p:nvPicPr>
          <p:cNvPr id="370" name="object 370"/>
          <p:cNvPicPr/>
          <p:nvPr/>
        </p:nvPicPr>
        <p:blipFill>
          <a:blip r:embed="rId322" cstate="print"/>
          <a:stretch>
            <a:fillRect/>
          </a:stretch>
        </p:blipFill>
        <p:spPr>
          <a:xfrm>
            <a:off x="650897" y="5669458"/>
            <a:ext cx="168390" cy="167934"/>
          </a:xfrm>
          <a:prstGeom prst="rect">
            <a:avLst/>
          </a:prstGeom>
        </p:spPr>
      </p:pic>
      <p:pic>
        <p:nvPicPr>
          <p:cNvPr id="371" name="object 371"/>
          <p:cNvPicPr/>
          <p:nvPr/>
        </p:nvPicPr>
        <p:blipFill>
          <a:blip r:embed="rId323" cstate="print"/>
          <a:stretch>
            <a:fillRect/>
          </a:stretch>
        </p:blipFill>
        <p:spPr>
          <a:xfrm>
            <a:off x="657495" y="9129716"/>
            <a:ext cx="161918" cy="166486"/>
          </a:xfrm>
          <a:prstGeom prst="rect">
            <a:avLst/>
          </a:prstGeom>
        </p:spPr>
      </p:pic>
      <p:pic>
        <p:nvPicPr>
          <p:cNvPr id="372" name="object 372"/>
          <p:cNvPicPr/>
          <p:nvPr/>
        </p:nvPicPr>
        <p:blipFill>
          <a:blip r:embed="rId324" cstate="print"/>
          <a:stretch>
            <a:fillRect/>
          </a:stretch>
        </p:blipFill>
        <p:spPr>
          <a:xfrm>
            <a:off x="1817827" y="7404184"/>
            <a:ext cx="167501" cy="167406"/>
          </a:xfrm>
          <a:prstGeom prst="rect">
            <a:avLst/>
          </a:prstGeom>
        </p:spPr>
      </p:pic>
      <p:pic>
        <p:nvPicPr>
          <p:cNvPr id="373" name="object 373"/>
          <p:cNvPicPr/>
          <p:nvPr/>
        </p:nvPicPr>
        <p:blipFill>
          <a:blip r:embed="rId325" cstate="print"/>
          <a:stretch>
            <a:fillRect/>
          </a:stretch>
        </p:blipFill>
        <p:spPr>
          <a:xfrm>
            <a:off x="1235518" y="5953752"/>
            <a:ext cx="166937" cy="167194"/>
          </a:xfrm>
          <a:prstGeom prst="rect">
            <a:avLst/>
          </a:prstGeom>
        </p:spPr>
      </p:pic>
      <p:pic>
        <p:nvPicPr>
          <p:cNvPr id="374" name="object 374"/>
          <p:cNvPicPr/>
          <p:nvPr/>
        </p:nvPicPr>
        <p:blipFill>
          <a:blip r:embed="rId326" cstate="print"/>
          <a:stretch>
            <a:fillRect/>
          </a:stretch>
        </p:blipFill>
        <p:spPr>
          <a:xfrm>
            <a:off x="1818038" y="7688690"/>
            <a:ext cx="167819" cy="166772"/>
          </a:xfrm>
          <a:prstGeom prst="rect">
            <a:avLst/>
          </a:prstGeom>
        </p:spPr>
      </p:pic>
      <p:pic>
        <p:nvPicPr>
          <p:cNvPr id="375" name="object 375"/>
          <p:cNvPicPr/>
          <p:nvPr/>
        </p:nvPicPr>
        <p:blipFill>
          <a:blip r:embed="rId327" cstate="print"/>
          <a:stretch>
            <a:fillRect/>
          </a:stretch>
        </p:blipFill>
        <p:spPr>
          <a:xfrm>
            <a:off x="951131" y="5670092"/>
            <a:ext cx="168982" cy="167300"/>
          </a:xfrm>
          <a:prstGeom prst="rect">
            <a:avLst/>
          </a:prstGeom>
        </p:spPr>
      </p:pic>
      <p:pic>
        <p:nvPicPr>
          <p:cNvPr id="376" name="object 376"/>
          <p:cNvPicPr/>
          <p:nvPr/>
        </p:nvPicPr>
        <p:blipFill>
          <a:blip r:embed="rId328" cstate="print"/>
          <a:stretch>
            <a:fillRect/>
          </a:stretch>
        </p:blipFill>
        <p:spPr>
          <a:xfrm>
            <a:off x="1818356" y="6821221"/>
            <a:ext cx="169722" cy="166772"/>
          </a:xfrm>
          <a:prstGeom prst="rect">
            <a:avLst/>
          </a:prstGeom>
        </p:spPr>
      </p:pic>
      <p:pic>
        <p:nvPicPr>
          <p:cNvPr id="377" name="object 377"/>
          <p:cNvPicPr/>
          <p:nvPr/>
        </p:nvPicPr>
        <p:blipFill>
          <a:blip r:embed="rId329" cstate="print"/>
          <a:stretch>
            <a:fillRect/>
          </a:stretch>
        </p:blipFill>
        <p:spPr>
          <a:xfrm>
            <a:off x="1818673" y="7109955"/>
            <a:ext cx="167713" cy="162544"/>
          </a:xfrm>
          <a:prstGeom prst="rect">
            <a:avLst/>
          </a:prstGeom>
        </p:spPr>
      </p:pic>
      <p:pic>
        <p:nvPicPr>
          <p:cNvPr id="378" name="object 378"/>
          <p:cNvPicPr/>
          <p:nvPr/>
        </p:nvPicPr>
        <p:blipFill>
          <a:blip r:embed="rId330" cstate="print"/>
          <a:stretch>
            <a:fillRect/>
          </a:stretch>
        </p:blipFill>
        <p:spPr>
          <a:xfrm>
            <a:off x="1234848" y="8844998"/>
            <a:ext cx="169193" cy="162016"/>
          </a:xfrm>
          <a:prstGeom prst="rect">
            <a:avLst/>
          </a:prstGeom>
        </p:spPr>
      </p:pic>
      <p:pic>
        <p:nvPicPr>
          <p:cNvPr id="379" name="object 379"/>
          <p:cNvPicPr/>
          <p:nvPr/>
        </p:nvPicPr>
        <p:blipFill>
          <a:blip r:embed="rId331" cstate="print"/>
          <a:stretch>
            <a:fillRect/>
          </a:stretch>
        </p:blipFill>
        <p:spPr>
          <a:xfrm>
            <a:off x="83928" y="5385480"/>
            <a:ext cx="168263" cy="162227"/>
          </a:xfrm>
          <a:prstGeom prst="rect">
            <a:avLst/>
          </a:prstGeom>
        </p:spPr>
      </p:pic>
      <p:pic>
        <p:nvPicPr>
          <p:cNvPr id="380" name="object 380"/>
          <p:cNvPicPr/>
          <p:nvPr/>
        </p:nvPicPr>
        <p:blipFill>
          <a:blip r:embed="rId332" cstate="print"/>
          <a:stretch>
            <a:fillRect/>
          </a:stretch>
        </p:blipFill>
        <p:spPr>
          <a:xfrm>
            <a:off x="1524910" y="8559964"/>
            <a:ext cx="162214" cy="162333"/>
          </a:xfrm>
          <a:prstGeom prst="rect">
            <a:avLst/>
          </a:prstGeom>
        </p:spPr>
      </p:pic>
      <p:pic>
        <p:nvPicPr>
          <p:cNvPr id="381" name="object 381"/>
          <p:cNvPicPr/>
          <p:nvPr/>
        </p:nvPicPr>
        <p:blipFill>
          <a:blip r:embed="rId333" cstate="print"/>
          <a:stretch>
            <a:fillRect/>
          </a:stretch>
        </p:blipFill>
        <p:spPr>
          <a:xfrm>
            <a:off x="1524698" y="6242803"/>
            <a:ext cx="161685" cy="162756"/>
          </a:xfrm>
          <a:prstGeom prst="rect">
            <a:avLst/>
          </a:prstGeom>
        </p:spPr>
      </p:pic>
      <p:pic>
        <p:nvPicPr>
          <p:cNvPr id="382" name="object 382"/>
          <p:cNvPicPr/>
          <p:nvPr/>
        </p:nvPicPr>
        <p:blipFill>
          <a:blip r:embed="rId334" cstate="print"/>
          <a:stretch>
            <a:fillRect/>
          </a:stretch>
        </p:blipFill>
        <p:spPr>
          <a:xfrm>
            <a:off x="83674" y="9427464"/>
            <a:ext cx="167739" cy="162586"/>
          </a:xfrm>
          <a:prstGeom prst="rect">
            <a:avLst/>
          </a:prstGeom>
        </p:spPr>
      </p:pic>
      <p:pic>
        <p:nvPicPr>
          <p:cNvPr id="383" name="object 383"/>
          <p:cNvPicPr/>
          <p:nvPr/>
        </p:nvPicPr>
        <p:blipFill>
          <a:blip r:embed="rId335" cstate="print"/>
          <a:stretch>
            <a:fillRect/>
          </a:stretch>
        </p:blipFill>
        <p:spPr>
          <a:xfrm>
            <a:off x="950751" y="9128764"/>
            <a:ext cx="168305" cy="167311"/>
          </a:xfrm>
          <a:prstGeom prst="rect">
            <a:avLst/>
          </a:prstGeom>
        </p:spPr>
      </p:pic>
      <p:pic>
        <p:nvPicPr>
          <p:cNvPr id="384" name="object 384"/>
          <p:cNvPicPr/>
          <p:nvPr/>
        </p:nvPicPr>
        <p:blipFill>
          <a:blip r:embed="rId336" cstate="print"/>
          <a:stretch>
            <a:fillRect/>
          </a:stretch>
        </p:blipFill>
        <p:spPr>
          <a:xfrm>
            <a:off x="1818797" y="7977740"/>
            <a:ext cx="167272" cy="162121"/>
          </a:xfrm>
          <a:prstGeom prst="rect">
            <a:avLst/>
          </a:prstGeom>
        </p:spPr>
      </p:pic>
      <p:pic>
        <p:nvPicPr>
          <p:cNvPr id="385" name="object 385"/>
          <p:cNvPicPr/>
          <p:nvPr/>
        </p:nvPicPr>
        <p:blipFill>
          <a:blip r:embed="rId337" cstate="print"/>
          <a:stretch>
            <a:fillRect/>
          </a:stretch>
        </p:blipFill>
        <p:spPr>
          <a:xfrm>
            <a:off x="366397" y="5385374"/>
            <a:ext cx="170293" cy="162333"/>
          </a:xfrm>
          <a:prstGeom prst="rect">
            <a:avLst/>
          </a:prstGeom>
        </p:spPr>
      </p:pic>
      <p:pic>
        <p:nvPicPr>
          <p:cNvPr id="386" name="object 386"/>
          <p:cNvPicPr/>
          <p:nvPr/>
        </p:nvPicPr>
        <p:blipFill>
          <a:blip r:embed="rId338" cstate="print"/>
          <a:stretch>
            <a:fillRect/>
          </a:stretch>
        </p:blipFill>
        <p:spPr>
          <a:xfrm>
            <a:off x="367032" y="9428098"/>
            <a:ext cx="168136" cy="161952"/>
          </a:xfrm>
          <a:prstGeom prst="rect">
            <a:avLst/>
          </a:prstGeom>
        </p:spPr>
      </p:pic>
      <p:pic>
        <p:nvPicPr>
          <p:cNvPr id="387" name="object 387"/>
          <p:cNvPicPr/>
          <p:nvPr/>
        </p:nvPicPr>
        <p:blipFill>
          <a:blip r:embed="rId339" cstate="print"/>
          <a:stretch>
            <a:fillRect/>
          </a:stretch>
        </p:blipFill>
        <p:spPr>
          <a:xfrm>
            <a:off x="1817192" y="6537561"/>
            <a:ext cx="163272" cy="161593"/>
          </a:xfrm>
          <a:prstGeom prst="rect">
            <a:avLst/>
          </a:prstGeom>
        </p:spPr>
      </p:pic>
      <p:pic>
        <p:nvPicPr>
          <p:cNvPr id="388" name="object 388"/>
          <p:cNvPicPr/>
          <p:nvPr/>
        </p:nvPicPr>
        <p:blipFill>
          <a:blip r:embed="rId340" cstate="print"/>
          <a:stretch>
            <a:fillRect/>
          </a:stretch>
        </p:blipFill>
        <p:spPr>
          <a:xfrm>
            <a:off x="1818461" y="8261929"/>
            <a:ext cx="164118" cy="162016"/>
          </a:xfrm>
          <a:prstGeom prst="rect">
            <a:avLst/>
          </a:prstGeom>
        </p:spPr>
      </p:pic>
      <p:pic>
        <p:nvPicPr>
          <p:cNvPr id="389" name="object 389"/>
          <p:cNvPicPr/>
          <p:nvPr/>
        </p:nvPicPr>
        <p:blipFill>
          <a:blip r:embed="rId341" cstate="print"/>
          <a:stretch>
            <a:fillRect/>
          </a:stretch>
        </p:blipFill>
        <p:spPr>
          <a:xfrm>
            <a:off x="656774" y="5385585"/>
            <a:ext cx="163274" cy="162227"/>
          </a:xfrm>
          <a:prstGeom prst="rect">
            <a:avLst/>
          </a:prstGeom>
        </p:spPr>
      </p:pic>
      <p:pic>
        <p:nvPicPr>
          <p:cNvPr id="390" name="object 390"/>
          <p:cNvPicPr/>
          <p:nvPr/>
        </p:nvPicPr>
        <p:blipFill>
          <a:blip r:embed="rId342" cstate="print"/>
          <a:stretch>
            <a:fillRect/>
          </a:stretch>
        </p:blipFill>
        <p:spPr>
          <a:xfrm>
            <a:off x="1238972" y="5669986"/>
            <a:ext cx="165386" cy="162861"/>
          </a:xfrm>
          <a:prstGeom prst="rect">
            <a:avLst/>
          </a:prstGeom>
        </p:spPr>
      </p:pic>
      <p:pic>
        <p:nvPicPr>
          <p:cNvPr id="391" name="object 391"/>
          <p:cNvPicPr/>
          <p:nvPr/>
        </p:nvPicPr>
        <p:blipFill>
          <a:blip r:embed="rId343" cstate="print"/>
          <a:stretch>
            <a:fillRect/>
          </a:stretch>
        </p:blipFill>
        <p:spPr>
          <a:xfrm>
            <a:off x="656734" y="9427971"/>
            <a:ext cx="162679" cy="161445"/>
          </a:xfrm>
          <a:prstGeom prst="rect">
            <a:avLst/>
          </a:prstGeom>
        </p:spPr>
      </p:pic>
      <p:pic>
        <p:nvPicPr>
          <p:cNvPr id="392" name="object 392"/>
          <p:cNvPicPr/>
          <p:nvPr/>
        </p:nvPicPr>
        <p:blipFill>
          <a:blip r:embed="rId344" cstate="print"/>
          <a:stretch>
            <a:fillRect/>
          </a:stretch>
        </p:blipFill>
        <p:spPr>
          <a:xfrm>
            <a:off x="1524698" y="5958825"/>
            <a:ext cx="162849" cy="162756"/>
          </a:xfrm>
          <a:prstGeom prst="rect">
            <a:avLst/>
          </a:prstGeom>
        </p:spPr>
      </p:pic>
      <p:pic>
        <p:nvPicPr>
          <p:cNvPr id="393" name="object 393"/>
          <p:cNvPicPr/>
          <p:nvPr/>
        </p:nvPicPr>
        <p:blipFill>
          <a:blip r:embed="rId345" cstate="print"/>
          <a:stretch>
            <a:fillRect/>
          </a:stretch>
        </p:blipFill>
        <p:spPr>
          <a:xfrm>
            <a:off x="1524699" y="8844681"/>
            <a:ext cx="161580" cy="162121"/>
          </a:xfrm>
          <a:prstGeom prst="rect">
            <a:avLst/>
          </a:prstGeom>
        </p:spPr>
      </p:pic>
      <p:pic>
        <p:nvPicPr>
          <p:cNvPr id="394" name="object 394"/>
          <p:cNvPicPr/>
          <p:nvPr/>
        </p:nvPicPr>
        <p:blipFill>
          <a:blip r:embed="rId346" cstate="print"/>
          <a:stretch>
            <a:fillRect/>
          </a:stretch>
        </p:blipFill>
        <p:spPr>
          <a:xfrm>
            <a:off x="2106620" y="7403762"/>
            <a:ext cx="164646" cy="162544"/>
          </a:xfrm>
          <a:prstGeom prst="rect">
            <a:avLst/>
          </a:prstGeom>
        </p:spPr>
      </p:pic>
      <p:pic>
        <p:nvPicPr>
          <p:cNvPr id="395" name="object 395"/>
          <p:cNvPicPr/>
          <p:nvPr/>
        </p:nvPicPr>
        <p:blipFill>
          <a:blip r:embed="rId347" cstate="print"/>
          <a:stretch>
            <a:fillRect/>
          </a:stretch>
        </p:blipFill>
        <p:spPr>
          <a:xfrm>
            <a:off x="1238549" y="9128976"/>
            <a:ext cx="163853" cy="167226"/>
          </a:xfrm>
          <a:prstGeom prst="rect">
            <a:avLst/>
          </a:prstGeom>
        </p:spPr>
      </p:pic>
      <p:pic>
        <p:nvPicPr>
          <p:cNvPr id="396" name="object 396"/>
          <p:cNvPicPr/>
          <p:nvPr/>
        </p:nvPicPr>
        <p:blipFill>
          <a:blip r:embed="rId348" cstate="print"/>
          <a:stretch>
            <a:fillRect/>
          </a:stretch>
        </p:blipFill>
        <p:spPr>
          <a:xfrm>
            <a:off x="1821634" y="6243120"/>
            <a:ext cx="159993" cy="162333"/>
          </a:xfrm>
          <a:prstGeom prst="rect">
            <a:avLst/>
          </a:prstGeom>
        </p:spPr>
      </p:pic>
      <p:pic>
        <p:nvPicPr>
          <p:cNvPr id="397" name="object 397"/>
          <p:cNvPicPr/>
          <p:nvPr/>
        </p:nvPicPr>
        <p:blipFill>
          <a:blip r:embed="rId349" cstate="print"/>
          <a:stretch>
            <a:fillRect/>
          </a:stretch>
        </p:blipFill>
        <p:spPr>
          <a:xfrm>
            <a:off x="2107254" y="7692918"/>
            <a:ext cx="162849" cy="162544"/>
          </a:xfrm>
          <a:prstGeom prst="rect">
            <a:avLst/>
          </a:prstGeom>
        </p:spPr>
      </p:pic>
      <p:pic>
        <p:nvPicPr>
          <p:cNvPr id="398" name="object 398"/>
          <p:cNvPicPr/>
          <p:nvPr/>
        </p:nvPicPr>
        <p:blipFill>
          <a:blip r:embed="rId350" cstate="print"/>
          <a:stretch>
            <a:fillRect/>
          </a:stretch>
        </p:blipFill>
        <p:spPr>
          <a:xfrm>
            <a:off x="2107499" y="7110800"/>
            <a:ext cx="162181" cy="162227"/>
          </a:xfrm>
          <a:prstGeom prst="rect">
            <a:avLst/>
          </a:prstGeom>
        </p:spPr>
      </p:pic>
      <p:pic>
        <p:nvPicPr>
          <p:cNvPr id="399" name="object 399"/>
          <p:cNvPicPr/>
          <p:nvPr/>
        </p:nvPicPr>
        <p:blipFill>
          <a:blip r:embed="rId351" cstate="print"/>
          <a:stretch>
            <a:fillRect/>
          </a:stretch>
        </p:blipFill>
        <p:spPr>
          <a:xfrm>
            <a:off x="954431" y="5385480"/>
            <a:ext cx="158069" cy="161804"/>
          </a:xfrm>
          <a:prstGeom prst="rect">
            <a:avLst/>
          </a:prstGeom>
        </p:spPr>
      </p:pic>
      <p:pic>
        <p:nvPicPr>
          <p:cNvPr id="400" name="object 400"/>
          <p:cNvPicPr/>
          <p:nvPr/>
        </p:nvPicPr>
        <p:blipFill>
          <a:blip r:embed="rId352" cstate="print"/>
          <a:stretch>
            <a:fillRect/>
          </a:stretch>
        </p:blipFill>
        <p:spPr>
          <a:xfrm>
            <a:off x="1823352" y="8560492"/>
            <a:ext cx="158910" cy="162967"/>
          </a:xfrm>
          <a:prstGeom prst="rect">
            <a:avLst/>
          </a:prstGeom>
        </p:spPr>
      </p:pic>
      <p:pic>
        <p:nvPicPr>
          <p:cNvPr id="401" name="object 401"/>
          <p:cNvPicPr/>
          <p:nvPr/>
        </p:nvPicPr>
        <p:blipFill>
          <a:blip r:embed="rId353" cstate="print"/>
          <a:stretch>
            <a:fillRect/>
          </a:stretch>
        </p:blipFill>
        <p:spPr>
          <a:xfrm>
            <a:off x="954684" y="9428225"/>
            <a:ext cx="158344" cy="157133"/>
          </a:xfrm>
          <a:prstGeom prst="rect">
            <a:avLst/>
          </a:prstGeom>
        </p:spPr>
      </p:pic>
      <p:pic>
        <p:nvPicPr>
          <p:cNvPr id="402" name="object 402"/>
          <p:cNvPicPr/>
          <p:nvPr/>
        </p:nvPicPr>
        <p:blipFill>
          <a:blip r:embed="rId354" cstate="print"/>
          <a:stretch>
            <a:fillRect/>
          </a:stretch>
        </p:blipFill>
        <p:spPr>
          <a:xfrm>
            <a:off x="371600" y="5091779"/>
            <a:ext cx="158492" cy="157260"/>
          </a:xfrm>
          <a:prstGeom prst="rect">
            <a:avLst/>
          </a:prstGeom>
        </p:spPr>
      </p:pic>
      <p:pic>
        <p:nvPicPr>
          <p:cNvPr id="403" name="object 403"/>
          <p:cNvPicPr/>
          <p:nvPr/>
        </p:nvPicPr>
        <p:blipFill>
          <a:blip r:embed="rId355" cstate="print"/>
          <a:stretch>
            <a:fillRect/>
          </a:stretch>
        </p:blipFill>
        <p:spPr>
          <a:xfrm>
            <a:off x="2105774" y="7981546"/>
            <a:ext cx="160839" cy="158951"/>
          </a:xfrm>
          <a:prstGeom prst="rect">
            <a:avLst/>
          </a:prstGeom>
        </p:spPr>
      </p:pic>
      <p:pic>
        <p:nvPicPr>
          <p:cNvPr id="404" name="object 404"/>
          <p:cNvPicPr/>
          <p:nvPr/>
        </p:nvPicPr>
        <p:blipFill>
          <a:blip r:embed="rId356" cstate="print"/>
          <a:stretch>
            <a:fillRect/>
          </a:stretch>
        </p:blipFill>
        <p:spPr>
          <a:xfrm>
            <a:off x="83167" y="5091568"/>
            <a:ext cx="162108" cy="157366"/>
          </a:xfrm>
          <a:prstGeom prst="rect">
            <a:avLst/>
          </a:prstGeom>
        </p:spPr>
      </p:pic>
      <p:pic>
        <p:nvPicPr>
          <p:cNvPr id="405" name="object 405"/>
          <p:cNvPicPr/>
          <p:nvPr/>
        </p:nvPicPr>
        <p:blipFill>
          <a:blip r:embed="rId357" cstate="print"/>
          <a:stretch>
            <a:fillRect/>
          </a:stretch>
        </p:blipFill>
        <p:spPr>
          <a:xfrm>
            <a:off x="2105985" y="6825977"/>
            <a:ext cx="159993" cy="157154"/>
          </a:xfrm>
          <a:prstGeom prst="rect">
            <a:avLst/>
          </a:prstGeom>
        </p:spPr>
      </p:pic>
      <p:pic>
        <p:nvPicPr>
          <p:cNvPr id="406" name="object 406"/>
          <p:cNvPicPr/>
          <p:nvPr/>
        </p:nvPicPr>
        <p:blipFill>
          <a:blip r:embed="rId358" cstate="print"/>
          <a:stretch>
            <a:fillRect/>
          </a:stretch>
        </p:blipFill>
        <p:spPr>
          <a:xfrm>
            <a:off x="87481" y="9716747"/>
            <a:ext cx="158492" cy="157640"/>
          </a:xfrm>
          <a:prstGeom prst="rect">
            <a:avLst/>
          </a:prstGeom>
        </p:spPr>
      </p:pic>
      <p:pic>
        <p:nvPicPr>
          <p:cNvPr id="407" name="object 407"/>
          <p:cNvPicPr/>
          <p:nvPr/>
        </p:nvPicPr>
        <p:blipFill>
          <a:blip r:embed="rId359" cstate="print"/>
          <a:stretch>
            <a:fillRect/>
          </a:stretch>
        </p:blipFill>
        <p:spPr>
          <a:xfrm>
            <a:off x="377057" y="9721947"/>
            <a:ext cx="149736" cy="147748"/>
          </a:xfrm>
          <a:prstGeom prst="rect">
            <a:avLst/>
          </a:prstGeom>
        </p:spPr>
      </p:pic>
      <p:pic>
        <p:nvPicPr>
          <p:cNvPr id="408" name="object 408"/>
          <p:cNvPicPr/>
          <p:nvPr/>
        </p:nvPicPr>
        <p:blipFill>
          <a:blip r:embed="rId360" cstate="print"/>
          <a:stretch>
            <a:fillRect/>
          </a:stretch>
        </p:blipFill>
        <p:spPr>
          <a:xfrm>
            <a:off x="2111695" y="6547178"/>
            <a:ext cx="147938" cy="148065"/>
          </a:xfrm>
          <a:prstGeom prst="rect">
            <a:avLst/>
          </a:prstGeom>
        </p:spPr>
      </p:pic>
      <p:pic>
        <p:nvPicPr>
          <p:cNvPr id="409" name="object 409"/>
          <p:cNvPicPr/>
          <p:nvPr/>
        </p:nvPicPr>
        <p:blipFill>
          <a:blip r:embed="rId361" cstate="print"/>
          <a:stretch>
            <a:fillRect/>
          </a:stretch>
        </p:blipFill>
        <p:spPr>
          <a:xfrm>
            <a:off x="1526708" y="5679075"/>
            <a:ext cx="155341" cy="147854"/>
          </a:xfrm>
          <a:prstGeom prst="rect">
            <a:avLst/>
          </a:prstGeom>
        </p:spPr>
      </p:pic>
      <p:pic>
        <p:nvPicPr>
          <p:cNvPr id="410" name="object 410"/>
          <p:cNvPicPr/>
          <p:nvPr/>
        </p:nvPicPr>
        <p:blipFill>
          <a:blip r:embed="rId362" cstate="print"/>
          <a:stretch>
            <a:fillRect/>
          </a:stretch>
        </p:blipFill>
        <p:spPr>
          <a:xfrm>
            <a:off x="2110955" y="8271230"/>
            <a:ext cx="150794" cy="147748"/>
          </a:xfrm>
          <a:prstGeom prst="rect">
            <a:avLst/>
          </a:prstGeom>
        </p:spPr>
      </p:pic>
      <p:pic>
        <p:nvPicPr>
          <p:cNvPr id="411" name="object 411"/>
          <p:cNvPicPr/>
          <p:nvPr/>
        </p:nvPicPr>
        <p:blipFill>
          <a:blip r:embed="rId363" cstate="print"/>
          <a:stretch>
            <a:fillRect/>
          </a:stretch>
        </p:blipFill>
        <p:spPr>
          <a:xfrm>
            <a:off x="1245529" y="5390658"/>
            <a:ext cx="148361" cy="148065"/>
          </a:xfrm>
          <a:prstGeom prst="rect">
            <a:avLst/>
          </a:prstGeom>
        </p:spPr>
      </p:pic>
      <p:pic>
        <p:nvPicPr>
          <p:cNvPr id="412" name="object 412"/>
          <p:cNvPicPr/>
          <p:nvPr/>
        </p:nvPicPr>
        <p:blipFill>
          <a:blip r:embed="rId364" cstate="print"/>
          <a:stretch>
            <a:fillRect/>
          </a:stretch>
        </p:blipFill>
        <p:spPr>
          <a:xfrm>
            <a:off x="1534216" y="9138910"/>
            <a:ext cx="142017" cy="147431"/>
          </a:xfrm>
          <a:prstGeom prst="rect">
            <a:avLst/>
          </a:prstGeom>
        </p:spPr>
      </p:pic>
      <p:pic>
        <p:nvPicPr>
          <p:cNvPr id="413" name="object 413"/>
          <p:cNvPicPr/>
          <p:nvPr/>
        </p:nvPicPr>
        <p:blipFill>
          <a:blip r:embed="rId365" cstate="print"/>
          <a:stretch>
            <a:fillRect/>
          </a:stretch>
        </p:blipFill>
        <p:spPr>
          <a:xfrm>
            <a:off x="1827556" y="5963687"/>
            <a:ext cx="148018" cy="147643"/>
          </a:xfrm>
          <a:prstGeom prst="rect">
            <a:avLst/>
          </a:prstGeom>
        </p:spPr>
      </p:pic>
      <p:pic>
        <p:nvPicPr>
          <p:cNvPr id="414" name="object 414"/>
          <p:cNvPicPr/>
          <p:nvPr/>
        </p:nvPicPr>
        <p:blipFill>
          <a:blip r:embed="rId366" cstate="print"/>
          <a:stretch>
            <a:fillRect/>
          </a:stretch>
        </p:blipFill>
        <p:spPr>
          <a:xfrm>
            <a:off x="660541" y="5096324"/>
            <a:ext cx="149429" cy="147537"/>
          </a:xfrm>
          <a:prstGeom prst="rect">
            <a:avLst/>
          </a:prstGeom>
        </p:spPr>
      </p:pic>
      <p:pic>
        <p:nvPicPr>
          <p:cNvPr id="415" name="object 415"/>
          <p:cNvPicPr/>
          <p:nvPr/>
        </p:nvPicPr>
        <p:blipFill>
          <a:blip r:embed="rId367" cstate="print"/>
          <a:stretch>
            <a:fillRect/>
          </a:stretch>
        </p:blipFill>
        <p:spPr>
          <a:xfrm>
            <a:off x="1828084" y="8854192"/>
            <a:ext cx="150053" cy="147960"/>
          </a:xfrm>
          <a:prstGeom prst="rect">
            <a:avLst/>
          </a:prstGeom>
        </p:spPr>
      </p:pic>
      <p:pic>
        <p:nvPicPr>
          <p:cNvPr id="416" name="object 416"/>
          <p:cNvPicPr/>
          <p:nvPr/>
        </p:nvPicPr>
        <p:blipFill>
          <a:blip r:embed="rId368" cstate="print"/>
          <a:stretch>
            <a:fillRect/>
          </a:stretch>
        </p:blipFill>
        <p:spPr>
          <a:xfrm>
            <a:off x="1243202" y="9437990"/>
            <a:ext cx="149736" cy="142548"/>
          </a:xfrm>
          <a:prstGeom prst="rect">
            <a:avLst/>
          </a:prstGeom>
        </p:spPr>
      </p:pic>
      <p:pic>
        <p:nvPicPr>
          <p:cNvPr id="417" name="object 417"/>
          <p:cNvPicPr/>
          <p:nvPr/>
        </p:nvPicPr>
        <p:blipFill>
          <a:blip r:embed="rId369" cstate="print"/>
          <a:stretch>
            <a:fillRect/>
          </a:stretch>
        </p:blipFill>
        <p:spPr>
          <a:xfrm>
            <a:off x="666289" y="9722074"/>
            <a:ext cx="144115" cy="142422"/>
          </a:xfrm>
          <a:prstGeom prst="rect">
            <a:avLst/>
          </a:prstGeom>
        </p:spPr>
      </p:pic>
      <p:pic>
        <p:nvPicPr>
          <p:cNvPr id="418" name="object 418"/>
          <p:cNvPicPr/>
          <p:nvPr/>
        </p:nvPicPr>
        <p:blipFill>
          <a:blip r:embed="rId370" cstate="print"/>
          <a:stretch>
            <a:fillRect/>
          </a:stretch>
        </p:blipFill>
        <p:spPr>
          <a:xfrm>
            <a:off x="960902" y="5096958"/>
            <a:ext cx="150011" cy="148277"/>
          </a:xfrm>
          <a:prstGeom prst="rect">
            <a:avLst/>
          </a:prstGeom>
        </p:spPr>
      </p:pic>
      <p:pic>
        <p:nvPicPr>
          <p:cNvPr id="419" name="object 419"/>
          <p:cNvPicPr/>
          <p:nvPr/>
        </p:nvPicPr>
        <p:blipFill>
          <a:blip r:embed="rId371" cstate="print"/>
          <a:stretch>
            <a:fillRect/>
          </a:stretch>
        </p:blipFill>
        <p:spPr>
          <a:xfrm>
            <a:off x="2401790" y="7414118"/>
            <a:ext cx="144944" cy="147325"/>
          </a:xfrm>
          <a:prstGeom prst="rect">
            <a:avLst/>
          </a:prstGeom>
        </p:spPr>
      </p:pic>
      <p:pic>
        <p:nvPicPr>
          <p:cNvPr id="420" name="object 420"/>
          <p:cNvPicPr/>
          <p:nvPr/>
        </p:nvPicPr>
        <p:blipFill>
          <a:blip r:embed="rId372" cstate="print"/>
          <a:stretch>
            <a:fillRect/>
          </a:stretch>
        </p:blipFill>
        <p:spPr>
          <a:xfrm>
            <a:off x="2117512" y="6253372"/>
            <a:ext cx="142360" cy="141935"/>
          </a:xfrm>
          <a:prstGeom prst="rect">
            <a:avLst/>
          </a:prstGeom>
        </p:spPr>
      </p:pic>
      <p:pic>
        <p:nvPicPr>
          <p:cNvPr id="421" name="object 421"/>
          <p:cNvPicPr/>
          <p:nvPr/>
        </p:nvPicPr>
        <p:blipFill>
          <a:blip r:embed="rId373" cstate="print"/>
          <a:stretch>
            <a:fillRect/>
          </a:stretch>
        </p:blipFill>
        <p:spPr>
          <a:xfrm>
            <a:off x="2117194" y="8570427"/>
            <a:ext cx="143497" cy="142358"/>
          </a:xfrm>
          <a:prstGeom prst="rect">
            <a:avLst/>
          </a:prstGeom>
        </p:spPr>
      </p:pic>
      <p:pic>
        <p:nvPicPr>
          <p:cNvPr id="422" name="object 422"/>
          <p:cNvPicPr/>
          <p:nvPr/>
        </p:nvPicPr>
        <p:blipFill>
          <a:blip r:embed="rId374" cstate="print"/>
          <a:stretch>
            <a:fillRect/>
          </a:stretch>
        </p:blipFill>
        <p:spPr>
          <a:xfrm>
            <a:off x="960522" y="9721439"/>
            <a:ext cx="148065" cy="142675"/>
          </a:xfrm>
          <a:prstGeom prst="rect">
            <a:avLst/>
          </a:prstGeom>
        </p:spPr>
      </p:pic>
      <p:pic>
        <p:nvPicPr>
          <p:cNvPr id="423" name="object 423"/>
          <p:cNvPicPr/>
          <p:nvPr/>
        </p:nvPicPr>
        <p:blipFill>
          <a:blip r:embed="rId375" cstate="print"/>
          <a:stretch>
            <a:fillRect/>
          </a:stretch>
        </p:blipFill>
        <p:spPr>
          <a:xfrm>
            <a:off x="2398796" y="7703274"/>
            <a:ext cx="145400" cy="142464"/>
          </a:xfrm>
          <a:prstGeom prst="rect">
            <a:avLst/>
          </a:prstGeom>
        </p:spPr>
      </p:pic>
      <p:pic>
        <p:nvPicPr>
          <p:cNvPr id="424" name="object 424"/>
          <p:cNvPicPr/>
          <p:nvPr/>
        </p:nvPicPr>
        <p:blipFill>
          <a:blip r:embed="rId376" cstate="print"/>
          <a:stretch>
            <a:fillRect/>
          </a:stretch>
        </p:blipFill>
        <p:spPr>
          <a:xfrm>
            <a:off x="2401017" y="7119889"/>
            <a:ext cx="142863" cy="142570"/>
          </a:xfrm>
          <a:prstGeom prst="rect">
            <a:avLst/>
          </a:prstGeom>
        </p:spPr>
      </p:pic>
      <p:pic>
        <p:nvPicPr>
          <p:cNvPr id="425" name="object 425"/>
          <p:cNvPicPr/>
          <p:nvPr/>
        </p:nvPicPr>
        <p:blipFill>
          <a:blip r:embed="rId377" cstate="print"/>
          <a:stretch>
            <a:fillRect/>
          </a:stretch>
        </p:blipFill>
        <p:spPr>
          <a:xfrm>
            <a:off x="93445" y="4812769"/>
            <a:ext cx="142884" cy="142041"/>
          </a:xfrm>
          <a:prstGeom prst="rect">
            <a:avLst/>
          </a:prstGeom>
        </p:spPr>
      </p:pic>
      <p:pic>
        <p:nvPicPr>
          <p:cNvPr id="426" name="object 426"/>
          <p:cNvPicPr/>
          <p:nvPr/>
        </p:nvPicPr>
        <p:blipFill>
          <a:blip r:embed="rId378" cstate="print"/>
          <a:stretch>
            <a:fillRect/>
          </a:stretch>
        </p:blipFill>
        <p:spPr>
          <a:xfrm>
            <a:off x="91669" y="10005650"/>
            <a:ext cx="144406" cy="147748"/>
          </a:xfrm>
          <a:prstGeom prst="rect">
            <a:avLst/>
          </a:prstGeom>
        </p:spPr>
      </p:pic>
      <p:pic>
        <p:nvPicPr>
          <p:cNvPr id="427" name="object 427"/>
          <p:cNvPicPr/>
          <p:nvPr/>
        </p:nvPicPr>
        <p:blipFill>
          <a:blip r:embed="rId379" cstate="print"/>
          <a:stretch>
            <a:fillRect/>
          </a:stretch>
        </p:blipFill>
        <p:spPr>
          <a:xfrm>
            <a:off x="1827767" y="5679815"/>
            <a:ext cx="148679" cy="142253"/>
          </a:xfrm>
          <a:prstGeom prst="rect">
            <a:avLst/>
          </a:prstGeom>
        </p:spPr>
      </p:pic>
      <p:pic>
        <p:nvPicPr>
          <p:cNvPr id="428" name="object 428"/>
          <p:cNvPicPr/>
          <p:nvPr/>
        </p:nvPicPr>
        <p:blipFill>
          <a:blip r:embed="rId380" cstate="print"/>
          <a:stretch>
            <a:fillRect/>
          </a:stretch>
        </p:blipFill>
        <p:spPr>
          <a:xfrm>
            <a:off x="2400488" y="6830521"/>
            <a:ext cx="143603" cy="148277"/>
          </a:xfrm>
          <a:prstGeom prst="rect">
            <a:avLst/>
          </a:prstGeom>
        </p:spPr>
      </p:pic>
      <p:pic>
        <p:nvPicPr>
          <p:cNvPr id="429" name="object 429"/>
          <p:cNvPicPr/>
          <p:nvPr/>
        </p:nvPicPr>
        <p:blipFill>
          <a:blip r:embed="rId381" cstate="print"/>
          <a:stretch>
            <a:fillRect/>
          </a:stretch>
        </p:blipFill>
        <p:spPr>
          <a:xfrm>
            <a:off x="2401268" y="7986724"/>
            <a:ext cx="143140" cy="142887"/>
          </a:xfrm>
          <a:prstGeom prst="rect">
            <a:avLst/>
          </a:prstGeom>
        </p:spPr>
      </p:pic>
      <p:pic>
        <p:nvPicPr>
          <p:cNvPr id="430" name="object 430"/>
          <p:cNvPicPr/>
          <p:nvPr/>
        </p:nvPicPr>
        <p:blipFill>
          <a:blip r:embed="rId382" cstate="print"/>
          <a:stretch>
            <a:fillRect/>
          </a:stretch>
        </p:blipFill>
        <p:spPr>
          <a:xfrm>
            <a:off x="1532947" y="5395097"/>
            <a:ext cx="143814" cy="143098"/>
          </a:xfrm>
          <a:prstGeom prst="rect">
            <a:avLst/>
          </a:prstGeom>
        </p:spPr>
      </p:pic>
      <p:pic>
        <p:nvPicPr>
          <p:cNvPr id="431" name="object 431"/>
          <p:cNvPicPr/>
          <p:nvPr/>
        </p:nvPicPr>
        <p:blipFill>
          <a:blip r:embed="rId383" cstate="print"/>
          <a:stretch>
            <a:fillRect/>
          </a:stretch>
        </p:blipFill>
        <p:spPr>
          <a:xfrm>
            <a:off x="382402" y="4812557"/>
            <a:ext cx="142614" cy="142675"/>
          </a:xfrm>
          <a:prstGeom prst="rect">
            <a:avLst/>
          </a:prstGeom>
        </p:spPr>
      </p:pic>
      <p:pic>
        <p:nvPicPr>
          <p:cNvPr id="432" name="object 432"/>
          <p:cNvPicPr/>
          <p:nvPr/>
        </p:nvPicPr>
        <p:blipFill>
          <a:blip r:embed="rId384" cstate="print"/>
          <a:stretch>
            <a:fillRect/>
          </a:stretch>
        </p:blipFill>
        <p:spPr>
          <a:xfrm>
            <a:off x="1533793" y="9437737"/>
            <a:ext cx="143603" cy="142295"/>
          </a:xfrm>
          <a:prstGeom prst="rect">
            <a:avLst/>
          </a:prstGeom>
        </p:spPr>
      </p:pic>
      <p:pic>
        <p:nvPicPr>
          <p:cNvPr id="433" name="object 433"/>
          <p:cNvPicPr/>
          <p:nvPr/>
        </p:nvPicPr>
        <p:blipFill>
          <a:blip r:embed="rId385" cstate="print"/>
          <a:stretch>
            <a:fillRect/>
          </a:stretch>
        </p:blipFill>
        <p:spPr>
          <a:xfrm>
            <a:off x="1827238" y="9143560"/>
            <a:ext cx="143074" cy="137708"/>
          </a:xfrm>
          <a:prstGeom prst="rect">
            <a:avLst/>
          </a:prstGeom>
        </p:spPr>
      </p:pic>
      <p:pic>
        <p:nvPicPr>
          <p:cNvPr id="434" name="object 434"/>
          <p:cNvPicPr/>
          <p:nvPr/>
        </p:nvPicPr>
        <p:blipFill>
          <a:blip r:embed="rId386" cstate="print"/>
          <a:stretch>
            <a:fillRect/>
          </a:stretch>
        </p:blipFill>
        <p:spPr>
          <a:xfrm>
            <a:off x="2117300" y="8854404"/>
            <a:ext cx="142757" cy="142675"/>
          </a:xfrm>
          <a:prstGeom prst="rect">
            <a:avLst/>
          </a:prstGeom>
        </p:spPr>
      </p:pic>
      <p:pic>
        <p:nvPicPr>
          <p:cNvPr id="435" name="object 435"/>
          <p:cNvPicPr/>
          <p:nvPr/>
        </p:nvPicPr>
        <p:blipFill>
          <a:blip r:embed="rId387" cstate="print"/>
          <a:stretch>
            <a:fillRect/>
          </a:stretch>
        </p:blipFill>
        <p:spPr>
          <a:xfrm>
            <a:off x="381371" y="10010723"/>
            <a:ext cx="144406" cy="143056"/>
          </a:xfrm>
          <a:prstGeom prst="rect">
            <a:avLst/>
          </a:prstGeom>
        </p:spPr>
      </p:pic>
      <p:pic>
        <p:nvPicPr>
          <p:cNvPr id="436" name="object 436"/>
          <p:cNvPicPr/>
          <p:nvPr/>
        </p:nvPicPr>
        <p:blipFill>
          <a:blip r:embed="rId388" cstate="print"/>
          <a:stretch>
            <a:fillRect/>
          </a:stretch>
        </p:blipFill>
        <p:spPr>
          <a:xfrm>
            <a:off x="2400805" y="6547072"/>
            <a:ext cx="143497" cy="142570"/>
          </a:xfrm>
          <a:prstGeom prst="rect">
            <a:avLst/>
          </a:prstGeom>
        </p:spPr>
      </p:pic>
      <p:pic>
        <p:nvPicPr>
          <p:cNvPr id="437" name="object 437"/>
          <p:cNvPicPr/>
          <p:nvPr/>
        </p:nvPicPr>
        <p:blipFill>
          <a:blip r:embed="rId389" cstate="print"/>
          <a:stretch>
            <a:fillRect/>
          </a:stretch>
        </p:blipFill>
        <p:spPr>
          <a:xfrm>
            <a:off x="2116560" y="5968760"/>
            <a:ext cx="143391" cy="142781"/>
          </a:xfrm>
          <a:prstGeom prst="rect">
            <a:avLst/>
          </a:prstGeom>
        </p:spPr>
      </p:pic>
      <p:pic>
        <p:nvPicPr>
          <p:cNvPr id="438" name="object 438"/>
          <p:cNvPicPr/>
          <p:nvPr/>
        </p:nvPicPr>
        <p:blipFill>
          <a:blip r:embed="rId390" cstate="print"/>
          <a:stretch>
            <a:fillRect/>
          </a:stretch>
        </p:blipFill>
        <p:spPr>
          <a:xfrm>
            <a:off x="666378" y="4812769"/>
            <a:ext cx="143439" cy="142464"/>
          </a:xfrm>
          <a:prstGeom prst="rect">
            <a:avLst/>
          </a:prstGeom>
        </p:spPr>
      </p:pic>
      <p:pic>
        <p:nvPicPr>
          <p:cNvPr id="439" name="object 439"/>
          <p:cNvPicPr/>
          <p:nvPr/>
        </p:nvPicPr>
        <p:blipFill>
          <a:blip r:embed="rId391" cstate="print"/>
          <a:stretch>
            <a:fillRect/>
          </a:stretch>
        </p:blipFill>
        <p:spPr>
          <a:xfrm>
            <a:off x="2400911" y="8271441"/>
            <a:ext cx="143286" cy="143204"/>
          </a:xfrm>
          <a:prstGeom prst="rect">
            <a:avLst/>
          </a:prstGeom>
        </p:spPr>
      </p:pic>
      <p:pic>
        <p:nvPicPr>
          <p:cNvPr id="440" name="object 440"/>
          <p:cNvPicPr/>
          <p:nvPr/>
        </p:nvPicPr>
        <p:blipFill>
          <a:blip r:embed="rId392" cstate="print"/>
          <a:stretch>
            <a:fillRect/>
          </a:stretch>
        </p:blipFill>
        <p:spPr>
          <a:xfrm>
            <a:off x="1249547" y="5101291"/>
            <a:ext cx="145929" cy="138236"/>
          </a:xfrm>
          <a:prstGeom prst="rect">
            <a:avLst/>
          </a:prstGeom>
        </p:spPr>
      </p:pic>
      <p:pic>
        <p:nvPicPr>
          <p:cNvPr id="441" name="object 441"/>
          <p:cNvPicPr/>
          <p:nvPr/>
        </p:nvPicPr>
        <p:blipFill>
          <a:blip r:embed="rId393" cstate="print"/>
          <a:stretch>
            <a:fillRect/>
          </a:stretch>
        </p:blipFill>
        <p:spPr>
          <a:xfrm>
            <a:off x="1248490" y="9722201"/>
            <a:ext cx="144488" cy="142422"/>
          </a:xfrm>
          <a:prstGeom prst="rect">
            <a:avLst/>
          </a:prstGeom>
        </p:spPr>
      </p:pic>
      <p:pic>
        <p:nvPicPr>
          <p:cNvPr id="442" name="object 442"/>
          <p:cNvPicPr/>
          <p:nvPr/>
        </p:nvPicPr>
        <p:blipFill>
          <a:blip r:embed="rId394" cstate="print"/>
          <a:stretch>
            <a:fillRect/>
          </a:stretch>
        </p:blipFill>
        <p:spPr>
          <a:xfrm>
            <a:off x="667013" y="10010723"/>
            <a:ext cx="142582" cy="142675"/>
          </a:xfrm>
          <a:prstGeom prst="rect">
            <a:avLst/>
          </a:prstGeom>
        </p:spPr>
      </p:pic>
      <p:pic>
        <p:nvPicPr>
          <p:cNvPr id="443" name="object 443"/>
          <p:cNvPicPr/>
          <p:nvPr/>
        </p:nvPicPr>
        <p:blipFill>
          <a:blip r:embed="rId395" cstate="print"/>
          <a:stretch>
            <a:fillRect/>
          </a:stretch>
        </p:blipFill>
        <p:spPr>
          <a:xfrm>
            <a:off x="2400065" y="6251681"/>
            <a:ext cx="146352" cy="143838"/>
          </a:xfrm>
          <a:prstGeom prst="rect">
            <a:avLst/>
          </a:prstGeom>
        </p:spPr>
      </p:pic>
      <p:pic>
        <p:nvPicPr>
          <p:cNvPr id="444" name="object 444"/>
          <p:cNvPicPr/>
          <p:nvPr/>
        </p:nvPicPr>
        <p:blipFill>
          <a:blip r:embed="rId396" cstate="print"/>
          <a:stretch>
            <a:fillRect/>
          </a:stretch>
        </p:blipFill>
        <p:spPr>
          <a:xfrm>
            <a:off x="1832949" y="5395626"/>
            <a:ext cx="137575" cy="138976"/>
          </a:xfrm>
          <a:prstGeom prst="rect">
            <a:avLst/>
          </a:prstGeom>
        </p:spPr>
      </p:pic>
      <p:pic>
        <p:nvPicPr>
          <p:cNvPr id="445" name="object 445"/>
          <p:cNvPicPr/>
          <p:nvPr/>
        </p:nvPicPr>
        <p:blipFill>
          <a:blip r:embed="rId397" cstate="print"/>
          <a:stretch>
            <a:fillRect/>
          </a:stretch>
        </p:blipFill>
        <p:spPr>
          <a:xfrm>
            <a:off x="963567" y="4817102"/>
            <a:ext cx="139349" cy="137814"/>
          </a:xfrm>
          <a:prstGeom prst="rect">
            <a:avLst/>
          </a:prstGeom>
        </p:spPr>
      </p:pic>
      <p:pic>
        <p:nvPicPr>
          <p:cNvPr id="446" name="object 446"/>
          <p:cNvPicPr/>
          <p:nvPr/>
        </p:nvPicPr>
        <p:blipFill>
          <a:blip r:embed="rId398" cstate="print"/>
          <a:stretch>
            <a:fillRect/>
          </a:stretch>
        </p:blipFill>
        <p:spPr>
          <a:xfrm>
            <a:off x="2404084" y="8571061"/>
            <a:ext cx="142228" cy="136895"/>
          </a:xfrm>
          <a:prstGeom prst="rect">
            <a:avLst/>
          </a:prstGeom>
        </p:spPr>
      </p:pic>
      <p:pic>
        <p:nvPicPr>
          <p:cNvPr id="447" name="object 447"/>
          <p:cNvPicPr/>
          <p:nvPr/>
        </p:nvPicPr>
        <p:blipFill>
          <a:blip r:embed="rId399" cstate="print"/>
          <a:stretch>
            <a:fillRect/>
          </a:stretch>
        </p:blipFill>
        <p:spPr>
          <a:xfrm>
            <a:off x="2689175" y="7418768"/>
            <a:ext cx="139796" cy="137391"/>
          </a:xfrm>
          <a:prstGeom prst="rect">
            <a:avLst/>
          </a:prstGeom>
        </p:spPr>
      </p:pic>
      <p:pic>
        <p:nvPicPr>
          <p:cNvPr id="448" name="object 448"/>
          <p:cNvPicPr/>
          <p:nvPr/>
        </p:nvPicPr>
        <p:blipFill>
          <a:blip r:embed="rId400" cstate="print"/>
          <a:stretch>
            <a:fillRect/>
          </a:stretch>
        </p:blipFill>
        <p:spPr>
          <a:xfrm>
            <a:off x="1538023" y="5100657"/>
            <a:ext cx="135778" cy="138659"/>
          </a:xfrm>
          <a:prstGeom prst="rect">
            <a:avLst/>
          </a:prstGeom>
        </p:spPr>
      </p:pic>
      <p:pic>
        <p:nvPicPr>
          <p:cNvPr id="449" name="object 449"/>
          <p:cNvPicPr/>
          <p:nvPr/>
        </p:nvPicPr>
        <p:blipFill>
          <a:blip r:embed="rId401" cstate="print"/>
          <a:stretch>
            <a:fillRect/>
          </a:stretch>
        </p:blipFill>
        <p:spPr>
          <a:xfrm>
            <a:off x="2115925" y="5683620"/>
            <a:ext cx="138844" cy="138448"/>
          </a:xfrm>
          <a:prstGeom prst="rect">
            <a:avLst/>
          </a:prstGeom>
        </p:spPr>
      </p:pic>
      <p:pic>
        <p:nvPicPr>
          <p:cNvPr id="450" name="object 450"/>
          <p:cNvPicPr/>
          <p:nvPr/>
        </p:nvPicPr>
        <p:blipFill>
          <a:blip r:embed="rId402" cstate="print"/>
          <a:stretch>
            <a:fillRect/>
          </a:stretch>
        </p:blipFill>
        <p:spPr>
          <a:xfrm>
            <a:off x="964963" y="10011230"/>
            <a:ext cx="138971" cy="137095"/>
          </a:xfrm>
          <a:prstGeom prst="rect">
            <a:avLst/>
          </a:prstGeom>
        </p:spPr>
      </p:pic>
      <p:pic>
        <p:nvPicPr>
          <p:cNvPr id="451" name="object 451"/>
          <p:cNvPicPr/>
          <p:nvPr/>
        </p:nvPicPr>
        <p:blipFill>
          <a:blip r:embed="rId403" cstate="print"/>
          <a:stretch>
            <a:fillRect/>
          </a:stretch>
        </p:blipFill>
        <p:spPr>
          <a:xfrm>
            <a:off x="1831574" y="9437483"/>
            <a:ext cx="140219" cy="137983"/>
          </a:xfrm>
          <a:prstGeom prst="rect">
            <a:avLst/>
          </a:prstGeom>
        </p:spPr>
      </p:pic>
      <p:pic>
        <p:nvPicPr>
          <p:cNvPr id="452" name="object 452"/>
          <p:cNvPicPr/>
          <p:nvPr/>
        </p:nvPicPr>
        <p:blipFill>
          <a:blip r:embed="rId404" cstate="print"/>
          <a:stretch>
            <a:fillRect/>
          </a:stretch>
        </p:blipFill>
        <p:spPr>
          <a:xfrm>
            <a:off x="2121107" y="9148422"/>
            <a:ext cx="128693" cy="127985"/>
          </a:xfrm>
          <a:prstGeom prst="rect">
            <a:avLst/>
          </a:prstGeom>
        </p:spPr>
      </p:pic>
      <p:pic>
        <p:nvPicPr>
          <p:cNvPr id="453" name="object 453"/>
          <p:cNvPicPr/>
          <p:nvPr/>
        </p:nvPicPr>
        <p:blipFill>
          <a:blip r:embed="rId405" cstate="print"/>
          <a:stretch>
            <a:fillRect/>
          </a:stretch>
        </p:blipFill>
        <p:spPr>
          <a:xfrm>
            <a:off x="2694674" y="7708242"/>
            <a:ext cx="128904" cy="127562"/>
          </a:xfrm>
          <a:prstGeom prst="rect">
            <a:avLst/>
          </a:prstGeom>
        </p:spPr>
      </p:pic>
      <p:pic>
        <p:nvPicPr>
          <p:cNvPr id="454" name="object 454"/>
          <p:cNvPicPr/>
          <p:nvPr/>
        </p:nvPicPr>
        <p:blipFill>
          <a:blip r:embed="rId406" cstate="print"/>
          <a:stretch>
            <a:fillRect/>
          </a:stretch>
        </p:blipFill>
        <p:spPr>
          <a:xfrm>
            <a:off x="2695899" y="7124328"/>
            <a:ext cx="129054" cy="133481"/>
          </a:xfrm>
          <a:prstGeom prst="rect">
            <a:avLst/>
          </a:prstGeom>
        </p:spPr>
      </p:pic>
      <p:pic>
        <p:nvPicPr>
          <p:cNvPr id="455" name="object 455"/>
          <p:cNvPicPr/>
          <p:nvPr/>
        </p:nvPicPr>
        <p:blipFill>
          <a:blip r:embed="rId407" cstate="print"/>
          <a:stretch>
            <a:fillRect/>
          </a:stretch>
        </p:blipFill>
        <p:spPr>
          <a:xfrm>
            <a:off x="1538234" y="9731712"/>
            <a:ext cx="135355" cy="127837"/>
          </a:xfrm>
          <a:prstGeom prst="rect">
            <a:avLst/>
          </a:prstGeom>
        </p:spPr>
      </p:pic>
      <p:pic>
        <p:nvPicPr>
          <p:cNvPr id="456" name="object 456"/>
          <p:cNvPicPr/>
          <p:nvPr/>
        </p:nvPicPr>
        <p:blipFill>
          <a:blip r:embed="rId408" cstate="print"/>
          <a:stretch>
            <a:fillRect/>
          </a:stretch>
        </p:blipFill>
        <p:spPr>
          <a:xfrm>
            <a:off x="2692136" y="6840773"/>
            <a:ext cx="130702" cy="127985"/>
          </a:xfrm>
          <a:prstGeom prst="rect">
            <a:avLst/>
          </a:prstGeom>
        </p:spPr>
      </p:pic>
      <p:pic>
        <p:nvPicPr>
          <p:cNvPr id="457" name="object 457"/>
          <p:cNvPicPr/>
          <p:nvPr/>
        </p:nvPicPr>
        <p:blipFill>
          <a:blip r:embed="rId409" cstate="print"/>
          <a:stretch>
            <a:fillRect/>
          </a:stretch>
        </p:blipFill>
        <p:spPr>
          <a:xfrm>
            <a:off x="103089" y="4532702"/>
            <a:ext cx="130702" cy="127879"/>
          </a:xfrm>
          <a:prstGeom prst="rect">
            <a:avLst/>
          </a:prstGeom>
        </p:spPr>
      </p:pic>
      <p:pic>
        <p:nvPicPr>
          <p:cNvPr id="458" name="object 458"/>
          <p:cNvPicPr/>
          <p:nvPr/>
        </p:nvPicPr>
        <p:blipFill>
          <a:blip r:embed="rId410" cstate="print"/>
          <a:stretch>
            <a:fillRect/>
          </a:stretch>
        </p:blipFill>
        <p:spPr>
          <a:xfrm>
            <a:off x="386954" y="4532702"/>
            <a:ext cx="128652" cy="127985"/>
          </a:xfrm>
          <a:prstGeom prst="rect">
            <a:avLst/>
          </a:prstGeom>
        </p:spPr>
      </p:pic>
      <p:pic>
        <p:nvPicPr>
          <p:cNvPr id="459" name="object 459"/>
          <p:cNvPicPr/>
          <p:nvPr/>
        </p:nvPicPr>
        <p:blipFill>
          <a:blip r:embed="rId411" cstate="print"/>
          <a:stretch>
            <a:fillRect/>
          </a:stretch>
        </p:blipFill>
        <p:spPr>
          <a:xfrm>
            <a:off x="2693934" y="7997293"/>
            <a:ext cx="128904" cy="123018"/>
          </a:xfrm>
          <a:prstGeom prst="rect">
            <a:avLst/>
          </a:prstGeom>
        </p:spPr>
      </p:pic>
      <p:pic>
        <p:nvPicPr>
          <p:cNvPr id="460" name="object 460"/>
          <p:cNvPicPr/>
          <p:nvPr/>
        </p:nvPicPr>
        <p:blipFill>
          <a:blip r:embed="rId412" cstate="print"/>
          <a:stretch>
            <a:fillRect/>
          </a:stretch>
        </p:blipFill>
        <p:spPr>
          <a:xfrm>
            <a:off x="2408736" y="5973410"/>
            <a:ext cx="125626" cy="127879"/>
          </a:xfrm>
          <a:prstGeom prst="rect">
            <a:avLst/>
          </a:prstGeom>
        </p:spPr>
      </p:pic>
      <p:pic>
        <p:nvPicPr>
          <p:cNvPr id="461" name="object 461"/>
          <p:cNvPicPr/>
          <p:nvPr/>
        </p:nvPicPr>
        <p:blipFill>
          <a:blip r:embed="rId413" cstate="print"/>
          <a:stretch>
            <a:fillRect/>
          </a:stretch>
        </p:blipFill>
        <p:spPr>
          <a:xfrm>
            <a:off x="1258218" y="10015415"/>
            <a:ext cx="125520" cy="128217"/>
          </a:xfrm>
          <a:prstGeom prst="rect">
            <a:avLst/>
          </a:prstGeom>
        </p:spPr>
      </p:pic>
      <p:pic>
        <p:nvPicPr>
          <p:cNvPr id="462" name="object 462"/>
          <p:cNvPicPr/>
          <p:nvPr/>
        </p:nvPicPr>
        <p:blipFill>
          <a:blip r:embed="rId414" cstate="print"/>
          <a:stretch>
            <a:fillRect/>
          </a:stretch>
        </p:blipFill>
        <p:spPr>
          <a:xfrm>
            <a:off x="1260016" y="4822280"/>
            <a:ext cx="123934" cy="122595"/>
          </a:xfrm>
          <a:prstGeom prst="rect">
            <a:avLst/>
          </a:prstGeom>
        </p:spPr>
      </p:pic>
      <p:pic>
        <p:nvPicPr>
          <p:cNvPr id="463" name="object 463"/>
          <p:cNvPicPr/>
          <p:nvPr/>
        </p:nvPicPr>
        <p:blipFill>
          <a:blip r:embed="rId415" cstate="print"/>
          <a:stretch>
            <a:fillRect/>
          </a:stretch>
        </p:blipFill>
        <p:spPr>
          <a:xfrm>
            <a:off x="2693934" y="6557112"/>
            <a:ext cx="129231" cy="122489"/>
          </a:xfrm>
          <a:prstGeom prst="rect">
            <a:avLst/>
          </a:prstGeom>
        </p:spPr>
      </p:pic>
      <p:pic>
        <p:nvPicPr>
          <p:cNvPr id="464" name="object 464"/>
          <p:cNvPicPr/>
          <p:nvPr/>
        </p:nvPicPr>
        <p:blipFill>
          <a:blip r:embed="rId416" cstate="print"/>
          <a:stretch>
            <a:fillRect/>
          </a:stretch>
        </p:blipFill>
        <p:spPr>
          <a:xfrm>
            <a:off x="2411704" y="8864762"/>
            <a:ext cx="123081" cy="123018"/>
          </a:xfrm>
          <a:prstGeom prst="rect">
            <a:avLst/>
          </a:prstGeom>
        </p:spPr>
      </p:pic>
      <p:pic>
        <p:nvPicPr>
          <p:cNvPr id="465" name="object 465"/>
          <p:cNvPicPr/>
          <p:nvPr/>
        </p:nvPicPr>
        <p:blipFill>
          <a:blip r:embed="rId417" cstate="print"/>
          <a:stretch>
            <a:fillRect/>
          </a:stretch>
        </p:blipFill>
        <p:spPr>
          <a:xfrm>
            <a:off x="677164" y="4538303"/>
            <a:ext cx="122707" cy="123018"/>
          </a:xfrm>
          <a:prstGeom prst="rect">
            <a:avLst/>
          </a:prstGeom>
        </p:spPr>
      </p:pic>
      <p:pic>
        <p:nvPicPr>
          <p:cNvPr id="466" name="object 466"/>
          <p:cNvPicPr/>
          <p:nvPr/>
        </p:nvPicPr>
        <p:blipFill>
          <a:blip r:embed="rId418" cstate="print"/>
          <a:stretch>
            <a:fillRect/>
          </a:stretch>
        </p:blipFill>
        <p:spPr>
          <a:xfrm>
            <a:off x="2693934" y="8281482"/>
            <a:ext cx="131548" cy="128091"/>
          </a:xfrm>
          <a:prstGeom prst="rect">
            <a:avLst/>
          </a:prstGeom>
        </p:spPr>
      </p:pic>
      <p:pic>
        <p:nvPicPr>
          <p:cNvPr id="467" name="object 467"/>
          <p:cNvPicPr/>
          <p:nvPr/>
        </p:nvPicPr>
        <p:blipFill>
          <a:blip r:embed="rId419" cstate="print"/>
          <a:stretch>
            <a:fillRect/>
          </a:stretch>
        </p:blipFill>
        <p:spPr>
          <a:xfrm>
            <a:off x="2126923" y="5405032"/>
            <a:ext cx="123511" cy="123123"/>
          </a:xfrm>
          <a:prstGeom prst="rect">
            <a:avLst/>
          </a:prstGeom>
        </p:spPr>
      </p:pic>
      <p:pic>
        <p:nvPicPr>
          <p:cNvPr id="468" name="object 468"/>
          <p:cNvPicPr/>
          <p:nvPr/>
        </p:nvPicPr>
        <p:blipFill>
          <a:blip r:embed="rId420" cstate="print"/>
          <a:stretch>
            <a:fillRect/>
          </a:stretch>
        </p:blipFill>
        <p:spPr>
          <a:xfrm>
            <a:off x="1835698" y="5106258"/>
            <a:ext cx="131125" cy="128091"/>
          </a:xfrm>
          <a:prstGeom prst="rect">
            <a:avLst/>
          </a:prstGeom>
        </p:spPr>
      </p:pic>
      <p:pic>
        <p:nvPicPr>
          <p:cNvPr id="469" name="object 469"/>
          <p:cNvPicPr/>
          <p:nvPr/>
        </p:nvPicPr>
        <p:blipFill>
          <a:blip r:embed="rId421" cstate="print"/>
          <a:stretch>
            <a:fillRect/>
          </a:stretch>
        </p:blipFill>
        <p:spPr>
          <a:xfrm>
            <a:off x="2125760" y="9447883"/>
            <a:ext cx="123964" cy="122384"/>
          </a:xfrm>
          <a:prstGeom prst="rect">
            <a:avLst/>
          </a:prstGeom>
        </p:spPr>
      </p:pic>
      <p:pic>
        <p:nvPicPr>
          <p:cNvPr id="470" name="object 470"/>
          <p:cNvPicPr/>
          <p:nvPr/>
        </p:nvPicPr>
        <p:blipFill>
          <a:blip r:embed="rId422" cstate="print"/>
          <a:stretch>
            <a:fillRect/>
          </a:stretch>
        </p:blipFill>
        <p:spPr>
          <a:xfrm>
            <a:off x="1837601" y="9731712"/>
            <a:ext cx="131019" cy="123145"/>
          </a:xfrm>
          <a:prstGeom prst="rect">
            <a:avLst/>
          </a:prstGeom>
        </p:spPr>
      </p:pic>
      <p:pic>
        <p:nvPicPr>
          <p:cNvPr id="471" name="object 471"/>
          <p:cNvPicPr/>
          <p:nvPr/>
        </p:nvPicPr>
        <p:blipFill>
          <a:blip r:embed="rId423" cstate="print"/>
          <a:stretch>
            <a:fillRect/>
          </a:stretch>
        </p:blipFill>
        <p:spPr>
          <a:xfrm>
            <a:off x="970419" y="4537986"/>
            <a:ext cx="124103" cy="122595"/>
          </a:xfrm>
          <a:prstGeom prst="rect">
            <a:avLst/>
          </a:prstGeom>
        </p:spPr>
      </p:pic>
      <p:pic>
        <p:nvPicPr>
          <p:cNvPr id="472" name="object 472"/>
          <p:cNvPicPr/>
          <p:nvPr/>
        </p:nvPicPr>
        <p:blipFill>
          <a:blip r:embed="rId424" cstate="print"/>
          <a:stretch>
            <a:fillRect/>
          </a:stretch>
        </p:blipFill>
        <p:spPr>
          <a:xfrm>
            <a:off x="2410851" y="5689221"/>
            <a:ext cx="123934" cy="123335"/>
          </a:xfrm>
          <a:prstGeom prst="rect">
            <a:avLst/>
          </a:prstGeom>
        </p:spPr>
      </p:pic>
      <p:pic>
        <p:nvPicPr>
          <p:cNvPr id="473" name="object 473"/>
          <p:cNvPicPr/>
          <p:nvPr/>
        </p:nvPicPr>
        <p:blipFill>
          <a:blip r:embed="rId425" cstate="print"/>
          <a:stretch>
            <a:fillRect/>
          </a:stretch>
        </p:blipFill>
        <p:spPr>
          <a:xfrm>
            <a:off x="1543627" y="4822492"/>
            <a:ext cx="123405" cy="122806"/>
          </a:xfrm>
          <a:prstGeom prst="rect">
            <a:avLst/>
          </a:prstGeom>
        </p:spPr>
      </p:pic>
      <p:pic>
        <p:nvPicPr>
          <p:cNvPr id="474" name="object 474"/>
          <p:cNvPicPr/>
          <p:nvPr/>
        </p:nvPicPr>
        <p:blipFill>
          <a:blip r:embed="rId426" cstate="print"/>
          <a:stretch>
            <a:fillRect/>
          </a:stretch>
        </p:blipFill>
        <p:spPr>
          <a:xfrm>
            <a:off x="2699538" y="6262461"/>
            <a:ext cx="118752" cy="122912"/>
          </a:xfrm>
          <a:prstGeom prst="rect">
            <a:avLst/>
          </a:prstGeom>
        </p:spPr>
      </p:pic>
      <p:pic>
        <p:nvPicPr>
          <p:cNvPr id="475" name="object 475"/>
          <p:cNvPicPr/>
          <p:nvPr/>
        </p:nvPicPr>
        <p:blipFill>
          <a:blip r:embed="rId427" cstate="print"/>
          <a:stretch>
            <a:fillRect/>
          </a:stretch>
        </p:blipFill>
        <p:spPr>
          <a:xfrm>
            <a:off x="2411803" y="9153072"/>
            <a:ext cx="123194" cy="118579"/>
          </a:xfrm>
          <a:prstGeom prst="rect">
            <a:avLst/>
          </a:prstGeom>
        </p:spPr>
      </p:pic>
      <p:pic>
        <p:nvPicPr>
          <p:cNvPr id="476" name="object 476"/>
          <p:cNvPicPr/>
          <p:nvPr/>
        </p:nvPicPr>
        <p:blipFill>
          <a:blip r:embed="rId428" cstate="print"/>
          <a:stretch>
            <a:fillRect/>
          </a:stretch>
        </p:blipFill>
        <p:spPr>
          <a:xfrm>
            <a:off x="2699750" y="8580255"/>
            <a:ext cx="119493" cy="122595"/>
          </a:xfrm>
          <a:prstGeom prst="rect">
            <a:avLst/>
          </a:prstGeom>
        </p:spPr>
      </p:pic>
      <p:pic>
        <p:nvPicPr>
          <p:cNvPr id="477" name="object 477"/>
          <p:cNvPicPr/>
          <p:nvPr/>
        </p:nvPicPr>
        <p:blipFill>
          <a:blip r:embed="rId429" cstate="print"/>
          <a:stretch>
            <a:fillRect/>
          </a:stretch>
        </p:blipFill>
        <p:spPr>
          <a:xfrm>
            <a:off x="1540455" y="10020488"/>
            <a:ext cx="125203" cy="118579"/>
          </a:xfrm>
          <a:prstGeom prst="rect">
            <a:avLst/>
          </a:prstGeom>
        </p:spPr>
      </p:pic>
      <p:pic>
        <p:nvPicPr>
          <p:cNvPr id="478" name="object 478"/>
          <p:cNvPicPr/>
          <p:nvPr/>
        </p:nvPicPr>
        <p:blipFill>
          <a:blip r:embed="rId430" cstate="print"/>
          <a:stretch>
            <a:fillRect/>
          </a:stretch>
        </p:blipFill>
        <p:spPr>
          <a:xfrm>
            <a:off x="2994993" y="7428914"/>
            <a:ext cx="123934" cy="117945"/>
          </a:xfrm>
          <a:prstGeom prst="rect">
            <a:avLst/>
          </a:prstGeom>
        </p:spPr>
      </p:pic>
      <p:pic>
        <p:nvPicPr>
          <p:cNvPr id="479" name="object 479"/>
          <p:cNvPicPr/>
          <p:nvPr/>
        </p:nvPicPr>
        <p:blipFill>
          <a:blip r:embed="rId431" cstate="print"/>
          <a:stretch>
            <a:fillRect/>
          </a:stretch>
        </p:blipFill>
        <p:spPr>
          <a:xfrm>
            <a:off x="2994253" y="7712681"/>
            <a:ext cx="123088" cy="123440"/>
          </a:xfrm>
          <a:prstGeom prst="rect">
            <a:avLst/>
          </a:prstGeom>
        </p:spPr>
      </p:pic>
      <p:pic>
        <p:nvPicPr>
          <p:cNvPr id="480" name="object 480"/>
          <p:cNvPicPr/>
          <p:nvPr/>
        </p:nvPicPr>
        <p:blipFill>
          <a:blip r:embed="rId432" cstate="print"/>
          <a:stretch>
            <a:fillRect/>
          </a:stretch>
        </p:blipFill>
        <p:spPr>
          <a:xfrm>
            <a:off x="104152" y="4243862"/>
            <a:ext cx="122525" cy="118262"/>
          </a:xfrm>
          <a:prstGeom prst="rect">
            <a:avLst/>
          </a:prstGeom>
        </p:spPr>
      </p:pic>
      <p:pic>
        <p:nvPicPr>
          <p:cNvPr id="481" name="object 481"/>
          <p:cNvPicPr/>
          <p:nvPr/>
        </p:nvPicPr>
        <p:blipFill>
          <a:blip r:embed="rId433" cstate="print"/>
          <a:stretch>
            <a:fillRect/>
          </a:stretch>
        </p:blipFill>
        <p:spPr>
          <a:xfrm>
            <a:off x="2994147" y="7129824"/>
            <a:ext cx="123617" cy="123123"/>
          </a:xfrm>
          <a:prstGeom prst="rect">
            <a:avLst/>
          </a:prstGeom>
        </p:spPr>
      </p:pic>
      <p:pic>
        <p:nvPicPr>
          <p:cNvPr id="482" name="object 482"/>
          <p:cNvPicPr/>
          <p:nvPr/>
        </p:nvPicPr>
        <p:blipFill>
          <a:blip r:embed="rId434" cstate="print"/>
          <a:stretch>
            <a:fillRect/>
          </a:stretch>
        </p:blipFill>
        <p:spPr>
          <a:xfrm>
            <a:off x="2994266" y="6844895"/>
            <a:ext cx="118739" cy="119213"/>
          </a:xfrm>
          <a:prstGeom prst="rect">
            <a:avLst/>
          </a:prstGeom>
        </p:spPr>
      </p:pic>
      <p:pic>
        <p:nvPicPr>
          <p:cNvPr id="483" name="object 483"/>
          <p:cNvPicPr/>
          <p:nvPr/>
        </p:nvPicPr>
        <p:blipFill>
          <a:blip r:embed="rId435" cstate="print"/>
          <a:stretch>
            <a:fillRect/>
          </a:stretch>
        </p:blipFill>
        <p:spPr>
          <a:xfrm>
            <a:off x="1258853" y="4538091"/>
            <a:ext cx="120973" cy="118051"/>
          </a:xfrm>
          <a:prstGeom prst="rect">
            <a:avLst/>
          </a:prstGeom>
        </p:spPr>
      </p:pic>
      <p:pic>
        <p:nvPicPr>
          <p:cNvPr id="484" name="object 484"/>
          <p:cNvPicPr/>
          <p:nvPr/>
        </p:nvPicPr>
        <p:blipFill>
          <a:blip r:embed="rId436" cstate="print"/>
          <a:stretch>
            <a:fillRect/>
          </a:stretch>
        </p:blipFill>
        <p:spPr>
          <a:xfrm>
            <a:off x="392284" y="4243439"/>
            <a:ext cx="121946" cy="119847"/>
          </a:xfrm>
          <a:prstGeom prst="rect">
            <a:avLst/>
          </a:prstGeom>
        </p:spPr>
      </p:pic>
      <p:pic>
        <p:nvPicPr>
          <p:cNvPr id="485" name="object 485"/>
          <p:cNvPicPr/>
          <p:nvPr/>
        </p:nvPicPr>
        <p:blipFill>
          <a:blip r:embed="rId437" cstate="print"/>
          <a:stretch>
            <a:fillRect/>
          </a:stretch>
        </p:blipFill>
        <p:spPr>
          <a:xfrm>
            <a:off x="2697741" y="5979011"/>
            <a:ext cx="121925" cy="118051"/>
          </a:xfrm>
          <a:prstGeom prst="rect">
            <a:avLst/>
          </a:prstGeom>
        </p:spPr>
      </p:pic>
      <p:pic>
        <p:nvPicPr>
          <p:cNvPr id="486" name="object 486"/>
          <p:cNvPicPr/>
          <p:nvPr/>
        </p:nvPicPr>
        <p:blipFill>
          <a:blip r:embed="rId438" cstate="print"/>
          <a:stretch>
            <a:fillRect/>
          </a:stretch>
        </p:blipFill>
        <p:spPr>
          <a:xfrm>
            <a:off x="2993936" y="7997398"/>
            <a:ext cx="119281" cy="122806"/>
          </a:xfrm>
          <a:prstGeom prst="rect">
            <a:avLst/>
          </a:prstGeom>
        </p:spPr>
      </p:pic>
      <p:pic>
        <p:nvPicPr>
          <p:cNvPr id="487" name="object 487"/>
          <p:cNvPicPr/>
          <p:nvPr/>
        </p:nvPicPr>
        <p:blipFill>
          <a:blip r:embed="rId439" cstate="print"/>
          <a:stretch>
            <a:fillRect/>
          </a:stretch>
        </p:blipFill>
        <p:spPr>
          <a:xfrm>
            <a:off x="2700807" y="8869305"/>
            <a:ext cx="118092" cy="118051"/>
          </a:xfrm>
          <a:prstGeom prst="rect">
            <a:avLst/>
          </a:prstGeom>
        </p:spPr>
      </p:pic>
      <p:pic>
        <p:nvPicPr>
          <p:cNvPr id="488" name="object 488"/>
          <p:cNvPicPr/>
          <p:nvPr/>
        </p:nvPicPr>
        <p:blipFill>
          <a:blip r:embed="rId440" cstate="print"/>
          <a:stretch>
            <a:fillRect/>
          </a:stretch>
        </p:blipFill>
        <p:spPr>
          <a:xfrm>
            <a:off x="2126394" y="5110908"/>
            <a:ext cx="119704" cy="118473"/>
          </a:xfrm>
          <a:prstGeom prst="rect">
            <a:avLst/>
          </a:prstGeom>
        </p:spPr>
      </p:pic>
      <p:pic>
        <p:nvPicPr>
          <p:cNvPr id="489" name="object 489"/>
          <p:cNvPicPr/>
          <p:nvPr/>
        </p:nvPicPr>
        <p:blipFill>
          <a:blip r:embed="rId441" cstate="print"/>
          <a:stretch>
            <a:fillRect/>
          </a:stretch>
        </p:blipFill>
        <p:spPr>
          <a:xfrm>
            <a:off x="2125548" y="9737038"/>
            <a:ext cx="119810" cy="118198"/>
          </a:xfrm>
          <a:prstGeom prst="rect">
            <a:avLst/>
          </a:prstGeom>
        </p:spPr>
      </p:pic>
      <p:pic>
        <p:nvPicPr>
          <p:cNvPr id="490" name="object 490"/>
          <p:cNvPicPr/>
          <p:nvPr/>
        </p:nvPicPr>
        <p:blipFill>
          <a:blip r:embed="rId442" cstate="print"/>
          <a:stretch>
            <a:fillRect/>
          </a:stretch>
        </p:blipFill>
        <p:spPr>
          <a:xfrm>
            <a:off x="2414658" y="5409470"/>
            <a:ext cx="115792" cy="113295"/>
          </a:xfrm>
          <a:prstGeom prst="rect">
            <a:avLst/>
          </a:prstGeom>
        </p:spPr>
      </p:pic>
      <p:pic>
        <p:nvPicPr>
          <p:cNvPr id="491" name="object 491"/>
          <p:cNvPicPr/>
          <p:nvPr/>
        </p:nvPicPr>
        <p:blipFill>
          <a:blip r:embed="rId443" cstate="print"/>
          <a:stretch>
            <a:fillRect/>
          </a:stretch>
        </p:blipFill>
        <p:spPr>
          <a:xfrm>
            <a:off x="2418254" y="9451941"/>
            <a:ext cx="112302" cy="108687"/>
          </a:xfrm>
          <a:prstGeom prst="rect">
            <a:avLst/>
          </a:prstGeom>
        </p:spPr>
      </p:pic>
      <p:pic>
        <p:nvPicPr>
          <p:cNvPr id="492" name="object 492"/>
          <p:cNvPicPr/>
          <p:nvPr/>
        </p:nvPicPr>
        <p:blipFill>
          <a:blip r:embed="rId444" cstate="print"/>
          <a:stretch>
            <a:fillRect/>
          </a:stretch>
        </p:blipFill>
        <p:spPr>
          <a:xfrm>
            <a:off x="2997108" y="6566730"/>
            <a:ext cx="110716" cy="108222"/>
          </a:xfrm>
          <a:prstGeom prst="rect">
            <a:avLst/>
          </a:prstGeom>
        </p:spPr>
      </p:pic>
      <p:pic>
        <p:nvPicPr>
          <p:cNvPr id="493" name="object 493"/>
          <p:cNvPicPr/>
          <p:nvPr/>
        </p:nvPicPr>
        <p:blipFill>
          <a:blip r:embed="rId445" cstate="print"/>
          <a:stretch>
            <a:fillRect/>
          </a:stretch>
        </p:blipFill>
        <p:spPr>
          <a:xfrm>
            <a:off x="1847542" y="4832320"/>
            <a:ext cx="107372" cy="109279"/>
          </a:xfrm>
          <a:prstGeom prst="rect">
            <a:avLst/>
          </a:prstGeom>
        </p:spPr>
      </p:pic>
      <p:pic>
        <p:nvPicPr>
          <p:cNvPr id="494" name="object 494"/>
          <p:cNvPicPr/>
          <p:nvPr/>
        </p:nvPicPr>
        <p:blipFill>
          <a:blip r:embed="rId446" cstate="print"/>
          <a:stretch>
            <a:fillRect/>
          </a:stretch>
        </p:blipFill>
        <p:spPr>
          <a:xfrm>
            <a:off x="2998377" y="8290782"/>
            <a:ext cx="109130" cy="108962"/>
          </a:xfrm>
          <a:prstGeom prst="rect">
            <a:avLst/>
          </a:prstGeom>
        </p:spPr>
      </p:pic>
      <p:pic>
        <p:nvPicPr>
          <p:cNvPr id="495" name="object 495"/>
          <p:cNvPicPr/>
          <p:nvPr/>
        </p:nvPicPr>
        <p:blipFill>
          <a:blip r:embed="rId447" cstate="print"/>
          <a:stretch>
            <a:fillRect/>
          </a:stretch>
        </p:blipFill>
        <p:spPr>
          <a:xfrm>
            <a:off x="680717" y="4249252"/>
            <a:ext cx="109256" cy="108010"/>
          </a:xfrm>
          <a:prstGeom prst="rect">
            <a:avLst/>
          </a:prstGeom>
        </p:spPr>
      </p:pic>
      <p:pic>
        <p:nvPicPr>
          <p:cNvPr id="496" name="object 496"/>
          <p:cNvPicPr/>
          <p:nvPr/>
        </p:nvPicPr>
        <p:blipFill>
          <a:blip r:embed="rId448" cstate="print"/>
          <a:stretch>
            <a:fillRect/>
          </a:stretch>
        </p:blipFill>
        <p:spPr>
          <a:xfrm>
            <a:off x="1847712" y="10025561"/>
            <a:ext cx="108107" cy="109448"/>
          </a:xfrm>
          <a:prstGeom prst="rect">
            <a:avLst/>
          </a:prstGeom>
        </p:spPr>
      </p:pic>
      <p:pic>
        <p:nvPicPr>
          <p:cNvPr id="497" name="object 497"/>
          <p:cNvPicPr/>
          <p:nvPr/>
        </p:nvPicPr>
        <p:blipFill>
          <a:blip r:embed="rId449" cstate="print"/>
          <a:stretch>
            <a:fillRect/>
          </a:stretch>
        </p:blipFill>
        <p:spPr>
          <a:xfrm>
            <a:off x="1551241" y="4547709"/>
            <a:ext cx="105851" cy="103466"/>
          </a:xfrm>
          <a:prstGeom prst="rect">
            <a:avLst/>
          </a:prstGeom>
        </p:spPr>
      </p:pic>
      <p:pic>
        <p:nvPicPr>
          <p:cNvPr id="498" name="object 498"/>
          <p:cNvPicPr/>
          <p:nvPr/>
        </p:nvPicPr>
        <p:blipFill>
          <a:blip r:embed="rId450" cstate="print"/>
          <a:stretch>
            <a:fillRect/>
          </a:stretch>
        </p:blipFill>
        <p:spPr>
          <a:xfrm>
            <a:off x="3003876" y="6272923"/>
            <a:ext cx="103736" cy="103149"/>
          </a:xfrm>
          <a:prstGeom prst="rect">
            <a:avLst/>
          </a:prstGeom>
        </p:spPr>
      </p:pic>
      <p:pic>
        <p:nvPicPr>
          <p:cNvPr id="499" name="object 499"/>
          <p:cNvPicPr/>
          <p:nvPr/>
        </p:nvPicPr>
        <p:blipFill>
          <a:blip r:embed="rId451" cstate="print"/>
          <a:stretch>
            <a:fillRect/>
          </a:stretch>
        </p:blipFill>
        <p:spPr>
          <a:xfrm>
            <a:off x="2705267" y="5699473"/>
            <a:ext cx="104987" cy="103149"/>
          </a:xfrm>
          <a:prstGeom prst="rect">
            <a:avLst/>
          </a:prstGeom>
        </p:spPr>
      </p:pic>
      <p:pic>
        <p:nvPicPr>
          <p:cNvPr id="500" name="object 500"/>
          <p:cNvPicPr/>
          <p:nvPr/>
        </p:nvPicPr>
        <p:blipFill>
          <a:blip r:embed="rId452" cstate="print"/>
          <a:stretch>
            <a:fillRect/>
          </a:stretch>
        </p:blipFill>
        <p:spPr>
          <a:xfrm>
            <a:off x="2703451" y="9158462"/>
            <a:ext cx="105534" cy="108433"/>
          </a:xfrm>
          <a:prstGeom prst="rect">
            <a:avLst/>
          </a:prstGeom>
        </p:spPr>
      </p:pic>
      <p:pic>
        <p:nvPicPr>
          <p:cNvPr id="501" name="object 501"/>
          <p:cNvPicPr/>
          <p:nvPr/>
        </p:nvPicPr>
        <p:blipFill>
          <a:blip r:embed="rId453" cstate="print"/>
          <a:stretch>
            <a:fillRect/>
          </a:stretch>
        </p:blipFill>
        <p:spPr>
          <a:xfrm>
            <a:off x="979302" y="4248935"/>
            <a:ext cx="104857" cy="103255"/>
          </a:xfrm>
          <a:prstGeom prst="rect">
            <a:avLst/>
          </a:prstGeom>
        </p:spPr>
      </p:pic>
      <p:pic>
        <p:nvPicPr>
          <p:cNvPr id="502" name="object 502"/>
          <p:cNvPicPr/>
          <p:nvPr/>
        </p:nvPicPr>
        <p:blipFill>
          <a:blip r:embed="rId454" cstate="print"/>
          <a:stretch>
            <a:fillRect/>
          </a:stretch>
        </p:blipFill>
        <p:spPr>
          <a:xfrm>
            <a:off x="3003453" y="8589767"/>
            <a:ext cx="104054" cy="103361"/>
          </a:xfrm>
          <a:prstGeom prst="rect">
            <a:avLst/>
          </a:prstGeom>
        </p:spPr>
      </p:pic>
      <p:pic>
        <p:nvPicPr>
          <p:cNvPr id="503" name="object 503"/>
          <p:cNvPicPr/>
          <p:nvPr/>
        </p:nvPicPr>
        <p:blipFill>
          <a:blip r:embed="rId455" cstate="print"/>
          <a:stretch>
            <a:fillRect/>
          </a:stretch>
        </p:blipFill>
        <p:spPr>
          <a:xfrm>
            <a:off x="3289285" y="7433776"/>
            <a:ext cx="101516" cy="103572"/>
          </a:xfrm>
          <a:prstGeom prst="rect">
            <a:avLst/>
          </a:prstGeom>
        </p:spPr>
      </p:pic>
      <p:pic>
        <p:nvPicPr>
          <p:cNvPr id="504" name="object 504"/>
          <p:cNvPicPr/>
          <p:nvPr/>
        </p:nvPicPr>
        <p:blipFill>
          <a:blip r:embed="rId456" cstate="print"/>
          <a:stretch>
            <a:fillRect/>
          </a:stretch>
        </p:blipFill>
        <p:spPr>
          <a:xfrm>
            <a:off x="114002" y="3964852"/>
            <a:ext cx="103419" cy="103254"/>
          </a:xfrm>
          <a:prstGeom prst="rect">
            <a:avLst/>
          </a:prstGeom>
        </p:spPr>
      </p:pic>
      <p:pic>
        <p:nvPicPr>
          <p:cNvPr id="505" name="object 505"/>
          <p:cNvPicPr/>
          <p:nvPr/>
        </p:nvPicPr>
        <p:blipFill>
          <a:blip r:embed="rId457" cstate="print"/>
          <a:stretch>
            <a:fillRect/>
          </a:stretch>
        </p:blipFill>
        <p:spPr>
          <a:xfrm>
            <a:off x="2136546" y="4832003"/>
            <a:ext cx="103419" cy="103149"/>
          </a:xfrm>
          <a:prstGeom prst="rect">
            <a:avLst/>
          </a:prstGeom>
        </p:spPr>
      </p:pic>
      <p:pic>
        <p:nvPicPr>
          <p:cNvPr id="506" name="object 506"/>
          <p:cNvPicPr/>
          <p:nvPr/>
        </p:nvPicPr>
        <p:blipFill>
          <a:blip r:embed="rId458" cstate="print"/>
          <a:stretch>
            <a:fillRect/>
          </a:stretch>
        </p:blipFill>
        <p:spPr>
          <a:xfrm>
            <a:off x="3288122" y="7722932"/>
            <a:ext cx="103419" cy="103149"/>
          </a:xfrm>
          <a:prstGeom prst="rect">
            <a:avLst/>
          </a:prstGeom>
        </p:spPr>
      </p:pic>
      <p:pic>
        <p:nvPicPr>
          <p:cNvPr id="507" name="object 507"/>
          <p:cNvPicPr/>
          <p:nvPr/>
        </p:nvPicPr>
        <p:blipFill>
          <a:blip r:embed="rId459" cstate="print"/>
          <a:stretch>
            <a:fillRect/>
          </a:stretch>
        </p:blipFill>
        <p:spPr>
          <a:xfrm>
            <a:off x="2419840" y="9741478"/>
            <a:ext cx="105217" cy="103233"/>
          </a:xfrm>
          <a:prstGeom prst="rect">
            <a:avLst/>
          </a:prstGeom>
        </p:spPr>
      </p:pic>
      <p:pic>
        <p:nvPicPr>
          <p:cNvPr id="508" name="object 508"/>
          <p:cNvPicPr/>
          <p:nvPr/>
        </p:nvPicPr>
        <p:blipFill>
          <a:blip r:embed="rId460" cstate="print"/>
          <a:stretch>
            <a:fillRect/>
          </a:stretch>
        </p:blipFill>
        <p:spPr>
          <a:xfrm>
            <a:off x="3288650" y="7139969"/>
            <a:ext cx="103419" cy="103254"/>
          </a:xfrm>
          <a:prstGeom prst="rect">
            <a:avLst/>
          </a:prstGeom>
        </p:spPr>
      </p:pic>
      <p:pic>
        <p:nvPicPr>
          <p:cNvPr id="509" name="object 509"/>
          <p:cNvPicPr/>
          <p:nvPr/>
        </p:nvPicPr>
        <p:blipFill>
          <a:blip r:embed="rId461" cstate="print"/>
          <a:stretch>
            <a:fillRect/>
          </a:stretch>
        </p:blipFill>
        <p:spPr>
          <a:xfrm>
            <a:off x="3003929" y="8873850"/>
            <a:ext cx="104001" cy="102620"/>
          </a:xfrm>
          <a:prstGeom prst="rect">
            <a:avLst/>
          </a:prstGeom>
        </p:spPr>
      </p:pic>
      <p:pic>
        <p:nvPicPr>
          <p:cNvPr id="510" name="object 510"/>
          <p:cNvPicPr/>
          <p:nvPr/>
        </p:nvPicPr>
        <p:blipFill>
          <a:blip r:embed="rId462" cstate="print"/>
          <a:stretch>
            <a:fillRect/>
          </a:stretch>
        </p:blipFill>
        <p:spPr>
          <a:xfrm>
            <a:off x="2422061" y="5122005"/>
            <a:ext cx="101304" cy="97336"/>
          </a:xfrm>
          <a:prstGeom prst="rect">
            <a:avLst/>
          </a:prstGeom>
        </p:spPr>
      </p:pic>
      <p:pic>
        <p:nvPicPr>
          <p:cNvPr id="511" name="object 511"/>
          <p:cNvPicPr/>
          <p:nvPr/>
        </p:nvPicPr>
        <p:blipFill>
          <a:blip r:embed="rId463" cstate="print"/>
          <a:stretch>
            <a:fillRect/>
          </a:stretch>
        </p:blipFill>
        <p:spPr>
          <a:xfrm>
            <a:off x="3004193" y="5988523"/>
            <a:ext cx="103221" cy="98604"/>
          </a:xfrm>
          <a:prstGeom prst="rect">
            <a:avLst/>
          </a:prstGeom>
        </p:spPr>
      </p:pic>
      <p:pic>
        <p:nvPicPr>
          <p:cNvPr id="512" name="object 512"/>
          <p:cNvPicPr/>
          <p:nvPr/>
        </p:nvPicPr>
        <p:blipFill>
          <a:blip r:embed="rId464" cstate="print"/>
          <a:stretch>
            <a:fillRect/>
          </a:stretch>
        </p:blipFill>
        <p:spPr>
          <a:xfrm>
            <a:off x="2136123" y="10030634"/>
            <a:ext cx="103631" cy="98414"/>
          </a:xfrm>
          <a:prstGeom prst="rect">
            <a:avLst/>
          </a:prstGeom>
        </p:spPr>
      </p:pic>
      <p:pic>
        <p:nvPicPr>
          <p:cNvPr id="513" name="object 513"/>
          <p:cNvPicPr/>
          <p:nvPr/>
        </p:nvPicPr>
        <p:blipFill>
          <a:blip r:embed="rId465" cstate="print"/>
          <a:stretch>
            <a:fillRect/>
          </a:stretch>
        </p:blipFill>
        <p:spPr>
          <a:xfrm>
            <a:off x="3288240" y="8007015"/>
            <a:ext cx="103829" cy="103149"/>
          </a:xfrm>
          <a:prstGeom prst="rect">
            <a:avLst/>
          </a:prstGeom>
        </p:spPr>
      </p:pic>
      <p:pic>
        <p:nvPicPr>
          <p:cNvPr id="514" name="object 514"/>
          <p:cNvPicPr/>
          <p:nvPr/>
        </p:nvPicPr>
        <p:blipFill>
          <a:blip r:embed="rId466" cstate="print"/>
          <a:stretch>
            <a:fillRect/>
          </a:stretch>
        </p:blipFill>
        <p:spPr>
          <a:xfrm>
            <a:off x="3288558" y="6855886"/>
            <a:ext cx="103829" cy="98182"/>
          </a:xfrm>
          <a:prstGeom prst="rect">
            <a:avLst/>
          </a:prstGeom>
        </p:spPr>
      </p:pic>
      <p:pic>
        <p:nvPicPr>
          <p:cNvPr id="515" name="object 515"/>
          <p:cNvPicPr/>
          <p:nvPr/>
        </p:nvPicPr>
        <p:blipFill>
          <a:blip r:embed="rId467" cstate="print"/>
          <a:stretch>
            <a:fillRect/>
          </a:stretch>
        </p:blipFill>
        <p:spPr>
          <a:xfrm>
            <a:off x="1852617" y="4547709"/>
            <a:ext cx="98555" cy="103149"/>
          </a:xfrm>
          <a:prstGeom prst="rect">
            <a:avLst/>
          </a:prstGeom>
        </p:spPr>
      </p:pic>
      <p:pic>
        <p:nvPicPr>
          <p:cNvPr id="516" name="object 516"/>
          <p:cNvPicPr/>
          <p:nvPr/>
        </p:nvPicPr>
        <p:blipFill>
          <a:blip r:embed="rId468" cstate="print"/>
          <a:stretch>
            <a:fillRect/>
          </a:stretch>
        </p:blipFill>
        <p:spPr>
          <a:xfrm>
            <a:off x="1269639" y="4253691"/>
            <a:ext cx="98978" cy="98287"/>
          </a:xfrm>
          <a:prstGeom prst="rect">
            <a:avLst/>
          </a:prstGeom>
        </p:spPr>
      </p:pic>
      <p:pic>
        <p:nvPicPr>
          <p:cNvPr id="517" name="object 517"/>
          <p:cNvPicPr/>
          <p:nvPr/>
        </p:nvPicPr>
        <p:blipFill>
          <a:blip r:embed="rId469" cstate="print"/>
          <a:stretch>
            <a:fillRect/>
          </a:stretch>
        </p:blipFill>
        <p:spPr>
          <a:xfrm>
            <a:off x="2708844" y="5415177"/>
            <a:ext cx="100035" cy="104100"/>
          </a:xfrm>
          <a:prstGeom prst="rect">
            <a:avLst/>
          </a:prstGeom>
        </p:spPr>
      </p:pic>
      <p:pic>
        <p:nvPicPr>
          <p:cNvPr id="518" name="object 518"/>
          <p:cNvPicPr/>
          <p:nvPr/>
        </p:nvPicPr>
        <p:blipFill>
          <a:blip r:embed="rId470" cstate="print"/>
          <a:stretch>
            <a:fillRect/>
          </a:stretch>
        </p:blipFill>
        <p:spPr>
          <a:xfrm>
            <a:off x="402691" y="3964746"/>
            <a:ext cx="98215" cy="103466"/>
          </a:xfrm>
          <a:prstGeom prst="rect">
            <a:avLst/>
          </a:prstGeom>
        </p:spPr>
      </p:pic>
      <p:pic>
        <p:nvPicPr>
          <p:cNvPr id="519" name="object 519"/>
          <p:cNvPicPr/>
          <p:nvPr/>
        </p:nvPicPr>
        <p:blipFill>
          <a:blip r:embed="rId471" cstate="print"/>
          <a:stretch>
            <a:fillRect/>
          </a:stretch>
        </p:blipFill>
        <p:spPr>
          <a:xfrm>
            <a:off x="2709690" y="9457267"/>
            <a:ext cx="98819" cy="103360"/>
          </a:xfrm>
          <a:prstGeom prst="rect">
            <a:avLst/>
          </a:prstGeom>
        </p:spPr>
      </p:pic>
      <p:pic>
        <p:nvPicPr>
          <p:cNvPr id="520" name="object 520"/>
          <p:cNvPicPr/>
          <p:nvPr/>
        </p:nvPicPr>
        <p:blipFill>
          <a:blip r:embed="rId472" cstate="print"/>
          <a:stretch>
            <a:fillRect/>
          </a:stretch>
        </p:blipFill>
        <p:spPr>
          <a:xfrm>
            <a:off x="686380" y="3964323"/>
            <a:ext cx="104736" cy="103783"/>
          </a:xfrm>
          <a:prstGeom prst="rect">
            <a:avLst/>
          </a:prstGeom>
        </p:spPr>
      </p:pic>
      <p:pic>
        <p:nvPicPr>
          <p:cNvPr id="521" name="object 521"/>
          <p:cNvPicPr/>
          <p:nvPr/>
        </p:nvPicPr>
        <p:blipFill>
          <a:blip r:embed="rId473" cstate="print"/>
          <a:stretch>
            <a:fillRect/>
          </a:stretch>
        </p:blipFill>
        <p:spPr>
          <a:xfrm>
            <a:off x="3286641" y="6570746"/>
            <a:ext cx="107226" cy="99238"/>
          </a:xfrm>
          <a:prstGeom prst="rect">
            <a:avLst/>
          </a:prstGeom>
        </p:spPr>
      </p:pic>
      <p:pic>
        <p:nvPicPr>
          <p:cNvPr id="522" name="object 522"/>
          <p:cNvPicPr/>
          <p:nvPr/>
        </p:nvPicPr>
        <p:blipFill>
          <a:blip r:embed="rId474" cstate="print"/>
          <a:stretch>
            <a:fillRect/>
          </a:stretch>
        </p:blipFill>
        <p:spPr>
          <a:xfrm>
            <a:off x="3292227" y="8295855"/>
            <a:ext cx="99763" cy="98604"/>
          </a:xfrm>
          <a:prstGeom prst="rect">
            <a:avLst/>
          </a:prstGeom>
        </p:spPr>
      </p:pic>
      <p:pic>
        <p:nvPicPr>
          <p:cNvPr id="523" name="object 523"/>
          <p:cNvPicPr/>
          <p:nvPr/>
        </p:nvPicPr>
        <p:blipFill>
          <a:blip r:embed="rId475" cstate="print"/>
          <a:stretch>
            <a:fillRect/>
          </a:stretch>
        </p:blipFill>
        <p:spPr>
          <a:xfrm>
            <a:off x="1558855" y="4253585"/>
            <a:ext cx="94431" cy="98921"/>
          </a:xfrm>
          <a:prstGeom prst="rect">
            <a:avLst/>
          </a:prstGeom>
        </p:spPr>
      </p:pic>
      <p:pic>
        <p:nvPicPr>
          <p:cNvPr id="524" name="object 524"/>
          <p:cNvPicPr/>
          <p:nvPr/>
        </p:nvPicPr>
        <p:blipFill>
          <a:blip r:embed="rId476" cstate="print"/>
          <a:stretch>
            <a:fillRect/>
          </a:stretch>
        </p:blipFill>
        <p:spPr>
          <a:xfrm>
            <a:off x="3008634" y="5704334"/>
            <a:ext cx="95171" cy="98182"/>
          </a:xfrm>
          <a:prstGeom prst="rect">
            <a:avLst/>
          </a:prstGeom>
        </p:spPr>
      </p:pic>
      <p:pic>
        <p:nvPicPr>
          <p:cNvPr id="525" name="object 525"/>
          <p:cNvPicPr/>
          <p:nvPr/>
        </p:nvPicPr>
        <p:blipFill>
          <a:blip r:embed="rId477" cstate="print"/>
          <a:stretch>
            <a:fillRect/>
          </a:stretch>
        </p:blipFill>
        <p:spPr>
          <a:xfrm>
            <a:off x="989961" y="3974575"/>
            <a:ext cx="90497" cy="89093"/>
          </a:xfrm>
          <a:prstGeom prst="rect">
            <a:avLst/>
          </a:prstGeom>
        </p:spPr>
      </p:pic>
      <p:pic>
        <p:nvPicPr>
          <p:cNvPr id="526" name="object 526"/>
          <p:cNvPicPr/>
          <p:nvPr/>
        </p:nvPicPr>
        <p:blipFill>
          <a:blip r:embed="rId478" cstate="print"/>
          <a:stretch>
            <a:fillRect/>
          </a:stretch>
        </p:blipFill>
        <p:spPr>
          <a:xfrm>
            <a:off x="3008634" y="9168079"/>
            <a:ext cx="89038" cy="89093"/>
          </a:xfrm>
          <a:prstGeom prst="rect">
            <a:avLst/>
          </a:prstGeom>
        </p:spPr>
      </p:pic>
      <p:pic>
        <p:nvPicPr>
          <p:cNvPr id="527" name="object 527"/>
          <p:cNvPicPr/>
          <p:nvPr/>
        </p:nvPicPr>
        <p:blipFill>
          <a:blip r:embed="rId479" cstate="print"/>
          <a:stretch>
            <a:fillRect/>
          </a:stretch>
        </p:blipFill>
        <p:spPr>
          <a:xfrm>
            <a:off x="3297956" y="6282541"/>
            <a:ext cx="85654" cy="83703"/>
          </a:xfrm>
          <a:prstGeom prst="rect">
            <a:avLst/>
          </a:prstGeom>
        </p:spPr>
      </p:pic>
      <p:pic>
        <p:nvPicPr>
          <p:cNvPr id="528" name="object 528"/>
          <p:cNvPicPr/>
          <p:nvPr/>
        </p:nvPicPr>
        <p:blipFill>
          <a:blip r:embed="rId480" cstate="print"/>
          <a:stretch>
            <a:fillRect/>
          </a:stretch>
        </p:blipFill>
        <p:spPr>
          <a:xfrm>
            <a:off x="2429568" y="4841727"/>
            <a:ext cx="86923" cy="83914"/>
          </a:xfrm>
          <a:prstGeom prst="rect">
            <a:avLst/>
          </a:prstGeom>
        </p:spPr>
      </p:pic>
      <p:pic>
        <p:nvPicPr>
          <p:cNvPr id="529" name="object 529"/>
          <p:cNvPicPr/>
          <p:nvPr/>
        </p:nvPicPr>
        <p:blipFill>
          <a:blip r:embed="rId481" cstate="print"/>
          <a:stretch>
            <a:fillRect/>
          </a:stretch>
        </p:blipFill>
        <p:spPr>
          <a:xfrm>
            <a:off x="3298167" y="8599913"/>
            <a:ext cx="84279" cy="84231"/>
          </a:xfrm>
          <a:prstGeom prst="rect">
            <a:avLst/>
          </a:prstGeom>
        </p:spPr>
      </p:pic>
      <p:pic>
        <p:nvPicPr>
          <p:cNvPr id="530" name="object 530"/>
          <p:cNvPicPr/>
          <p:nvPr/>
        </p:nvPicPr>
        <p:blipFill>
          <a:blip r:embed="rId482" cstate="print"/>
          <a:stretch>
            <a:fillRect/>
          </a:stretch>
        </p:blipFill>
        <p:spPr>
          <a:xfrm>
            <a:off x="2146486" y="4557326"/>
            <a:ext cx="83869" cy="84654"/>
          </a:xfrm>
          <a:prstGeom prst="rect">
            <a:avLst/>
          </a:prstGeom>
        </p:spPr>
      </p:pic>
      <p:pic>
        <p:nvPicPr>
          <p:cNvPr id="531" name="object 531"/>
          <p:cNvPicPr/>
          <p:nvPr/>
        </p:nvPicPr>
        <p:blipFill>
          <a:blip r:embed="rId483" cstate="print"/>
          <a:stretch>
            <a:fillRect/>
          </a:stretch>
        </p:blipFill>
        <p:spPr>
          <a:xfrm>
            <a:off x="2713497" y="5131094"/>
            <a:ext cx="85760" cy="79052"/>
          </a:xfrm>
          <a:prstGeom prst="rect">
            <a:avLst/>
          </a:prstGeom>
        </p:spPr>
      </p:pic>
      <p:pic>
        <p:nvPicPr>
          <p:cNvPr id="532" name="object 532"/>
          <p:cNvPicPr/>
          <p:nvPr/>
        </p:nvPicPr>
        <p:blipFill>
          <a:blip r:embed="rId484" cstate="print"/>
          <a:stretch>
            <a:fillRect/>
          </a:stretch>
        </p:blipFill>
        <p:spPr>
          <a:xfrm>
            <a:off x="2429674" y="10040526"/>
            <a:ext cx="84853" cy="83069"/>
          </a:xfrm>
          <a:prstGeom prst="rect">
            <a:avLst/>
          </a:prstGeom>
        </p:spPr>
      </p:pic>
      <p:pic>
        <p:nvPicPr>
          <p:cNvPr id="533" name="object 533"/>
          <p:cNvPicPr/>
          <p:nvPr/>
        </p:nvPicPr>
        <p:blipFill>
          <a:blip r:embed="rId485" cstate="print"/>
          <a:stretch>
            <a:fillRect/>
          </a:stretch>
        </p:blipFill>
        <p:spPr>
          <a:xfrm>
            <a:off x="2714554" y="9750482"/>
            <a:ext cx="86500" cy="84844"/>
          </a:xfrm>
          <a:prstGeom prst="rect">
            <a:avLst/>
          </a:prstGeom>
        </p:spPr>
      </p:pic>
      <p:pic>
        <p:nvPicPr>
          <p:cNvPr id="534" name="object 534"/>
          <p:cNvPicPr/>
          <p:nvPr/>
        </p:nvPicPr>
        <p:blipFill>
          <a:blip r:embed="rId486" cstate="print"/>
          <a:stretch>
            <a:fillRect/>
          </a:stretch>
        </p:blipFill>
        <p:spPr>
          <a:xfrm>
            <a:off x="1279579" y="3974998"/>
            <a:ext cx="85337" cy="83174"/>
          </a:xfrm>
          <a:prstGeom prst="rect">
            <a:avLst/>
          </a:prstGeom>
        </p:spPr>
      </p:pic>
      <p:pic>
        <p:nvPicPr>
          <p:cNvPr id="535" name="object 535"/>
          <p:cNvPicPr/>
          <p:nvPr/>
        </p:nvPicPr>
        <p:blipFill>
          <a:blip r:embed="rId487" cstate="print"/>
          <a:stretch>
            <a:fillRect/>
          </a:stretch>
        </p:blipFill>
        <p:spPr>
          <a:xfrm>
            <a:off x="3013816" y="9467287"/>
            <a:ext cx="84173" cy="83703"/>
          </a:xfrm>
          <a:prstGeom prst="rect">
            <a:avLst/>
          </a:prstGeom>
        </p:spPr>
      </p:pic>
      <p:pic>
        <p:nvPicPr>
          <p:cNvPr id="536" name="object 536"/>
          <p:cNvPicPr/>
          <p:nvPr/>
        </p:nvPicPr>
        <p:blipFill>
          <a:blip r:embed="rId488" cstate="print"/>
          <a:stretch>
            <a:fillRect/>
          </a:stretch>
        </p:blipFill>
        <p:spPr>
          <a:xfrm>
            <a:off x="3013710" y="5424901"/>
            <a:ext cx="83750" cy="84125"/>
          </a:xfrm>
          <a:prstGeom prst="rect">
            <a:avLst/>
          </a:prstGeom>
        </p:spPr>
      </p:pic>
      <p:pic>
        <p:nvPicPr>
          <p:cNvPr id="537" name="object 537"/>
          <p:cNvPicPr/>
          <p:nvPr/>
        </p:nvPicPr>
        <p:blipFill>
          <a:blip r:embed="rId489" cstate="print"/>
          <a:stretch>
            <a:fillRect/>
          </a:stretch>
        </p:blipFill>
        <p:spPr>
          <a:xfrm>
            <a:off x="3298273" y="8884208"/>
            <a:ext cx="83433" cy="83386"/>
          </a:xfrm>
          <a:prstGeom prst="rect">
            <a:avLst/>
          </a:prstGeom>
        </p:spPr>
      </p:pic>
      <p:pic>
        <p:nvPicPr>
          <p:cNvPr id="538" name="object 538"/>
          <p:cNvPicPr/>
          <p:nvPr/>
        </p:nvPicPr>
        <p:blipFill>
          <a:blip r:embed="rId490" cstate="print"/>
          <a:stretch>
            <a:fillRect/>
          </a:stretch>
        </p:blipFill>
        <p:spPr>
          <a:xfrm>
            <a:off x="123133" y="3690597"/>
            <a:ext cx="84010" cy="83491"/>
          </a:xfrm>
          <a:prstGeom prst="rect">
            <a:avLst/>
          </a:prstGeom>
        </p:spPr>
      </p:pic>
      <p:pic>
        <p:nvPicPr>
          <p:cNvPr id="539" name="object 539"/>
          <p:cNvPicPr/>
          <p:nvPr/>
        </p:nvPicPr>
        <p:blipFill>
          <a:blip r:embed="rId491" cstate="print"/>
          <a:stretch>
            <a:fillRect/>
          </a:stretch>
        </p:blipFill>
        <p:spPr>
          <a:xfrm>
            <a:off x="3298168" y="5998140"/>
            <a:ext cx="83856" cy="83703"/>
          </a:xfrm>
          <a:prstGeom prst="rect">
            <a:avLst/>
          </a:prstGeom>
        </p:spPr>
      </p:pic>
      <p:pic>
        <p:nvPicPr>
          <p:cNvPr id="540" name="object 540"/>
          <p:cNvPicPr/>
          <p:nvPr/>
        </p:nvPicPr>
        <p:blipFill>
          <a:blip r:embed="rId492" cstate="print"/>
          <a:stretch>
            <a:fillRect/>
          </a:stretch>
        </p:blipFill>
        <p:spPr>
          <a:xfrm>
            <a:off x="3587383" y="7149693"/>
            <a:ext cx="78886" cy="83597"/>
          </a:xfrm>
          <a:prstGeom prst="rect">
            <a:avLst/>
          </a:prstGeom>
        </p:spPr>
      </p:pic>
      <p:pic>
        <p:nvPicPr>
          <p:cNvPr id="541" name="object 541"/>
          <p:cNvPicPr/>
          <p:nvPr/>
        </p:nvPicPr>
        <p:blipFill>
          <a:blip r:embed="rId493" cstate="print"/>
          <a:stretch>
            <a:fillRect/>
          </a:stretch>
        </p:blipFill>
        <p:spPr>
          <a:xfrm>
            <a:off x="3585903" y="7443288"/>
            <a:ext cx="80684" cy="83914"/>
          </a:xfrm>
          <a:prstGeom prst="rect">
            <a:avLst/>
          </a:prstGeom>
        </p:spPr>
      </p:pic>
      <p:pic>
        <p:nvPicPr>
          <p:cNvPr id="542" name="object 542"/>
          <p:cNvPicPr/>
          <p:nvPr/>
        </p:nvPicPr>
        <p:blipFill>
          <a:blip r:embed="rId494" cstate="print"/>
          <a:stretch>
            <a:fillRect/>
          </a:stretch>
        </p:blipFill>
        <p:spPr>
          <a:xfrm>
            <a:off x="411191" y="3690597"/>
            <a:ext cx="80451" cy="78630"/>
          </a:xfrm>
          <a:prstGeom prst="rect">
            <a:avLst/>
          </a:prstGeom>
        </p:spPr>
      </p:pic>
      <p:pic>
        <p:nvPicPr>
          <p:cNvPr id="543" name="object 543"/>
          <p:cNvPicPr/>
          <p:nvPr/>
        </p:nvPicPr>
        <p:blipFill>
          <a:blip r:embed="rId495" cstate="print"/>
          <a:stretch>
            <a:fillRect/>
          </a:stretch>
        </p:blipFill>
        <p:spPr>
          <a:xfrm>
            <a:off x="3586749" y="7732761"/>
            <a:ext cx="80684" cy="78630"/>
          </a:xfrm>
          <a:prstGeom prst="rect">
            <a:avLst/>
          </a:prstGeom>
        </p:spPr>
      </p:pic>
      <p:pic>
        <p:nvPicPr>
          <p:cNvPr id="544" name="object 544"/>
          <p:cNvPicPr/>
          <p:nvPr/>
        </p:nvPicPr>
        <p:blipFill>
          <a:blip r:embed="rId496" cstate="print"/>
          <a:stretch>
            <a:fillRect/>
          </a:stretch>
        </p:blipFill>
        <p:spPr>
          <a:xfrm>
            <a:off x="3586749" y="8016422"/>
            <a:ext cx="81953" cy="84337"/>
          </a:xfrm>
          <a:prstGeom prst="rect">
            <a:avLst/>
          </a:prstGeom>
        </p:spPr>
      </p:pic>
      <p:pic>
        <p:nvPicPr>
          <p:cNvPr id="545" name="object 545"/>
          <p:cNvPicPr/>
          <p:nvPr/>
        </p:nvPicPr>
        <p:blipFill>
          <a:blip r:embed="rId497" cstate="print"/>
          <a:stretch>
            <a:fillRect/>
          </a:stretch>
        </p:blipFill>
        <p:spPr>
          <a:xfrm>
            <a:off x="3587172" y="6865504"/>
            <a:ext cx="79521" cy="78947"/>
          </a:xfrm>
          <a:prstGeom prst="rect">
            <a:avLst/>
          </a:prstGeom>
        </p:spPr>
      </p:pic>
      <p:pic>
        <p:nvPicPr>
          <p:cNvPr id="546" name="object 546"/>
          <p:cNvPicPr/>
          <p:nvPr/>
        </p:nvPicPr>
        <p:blipFill>
          <a:blip r:embed="rId498" cstate="print"/>
          <a:stretch>
            <a:fillRect/>
          </a:stretch>
        </p:blipFill>
        <p:spPr>
          <a:xfrm>
            <a:off x="1862240" y="4263731"/>
            <a:ext cx="79732" cy="78735"/>
          </a:xfrm>
          <a:prstGeom prst="rect">
            <a:avLst/>
          </a:prstGeom>
        </p:spPr>
      </p:pic>
      <p:pic>
        <p:nvPicPr>
          <p:cNvPr id="547" name="object 547"/>
          <p:cNvPicPr/>
          <p:nvPr/>
        </p:nvPicPr>
        <p:blipFill>
          <a:blip r:embed="rId499" cstate="print"/>
          <a:stretch>
            <a:fillRect/>
          </a:stretch>
        </p:blipFill>
        <p:spPr>
          <a:xfrm>
            <a:off x="694168" y="3690597"/>
            <a:ext cx="87811" cy="78841"/>
          </a:xfrm>
          <a:prstGeom prst="rect">
            <a:avLst/>
          </a:prstGeom>
        </p:spPr>
      </p:pic>
      <p:pic>
        <p:nvPicPr>
          <p:cNvPr id="548" name="object 548"/>
          <p:cNvPicPr/>
          <p:nvPr/>
        </p:nvPicPr>
        <p:blipFill>
          <a:blip r:embed="rId500" cstate="print"/>
          <a:stretch>
            <a:fillRect/>
          </a:stretch>
        </p:blipFill>
        <p:spPr>
          <a:xfrm>
            <a:off x="3585691" y="8305472"/>
            <a:ext cx="80895" cy="79370"/>
          </a:xfrm>
          <a:prstGeom prst="rect">
            <a:avLst/>
          </a:prstGeom>
        </p:spPr>
      </p:pic>
      <p:pic>
        <p:nvPicPr>
          <p:cNvPr id="549" name="object 549"/>
          <p:cNvPicPr/>
          <p:nvPr/>
        </p:nvPicPr>
        <p:blipFill>
          <a:blip r:embed="rId501" cstate="print"/>
          <a:stretch>
            <a:fillRect/>
          </a:stretch>
        </p:blipFill>
        <p:spPr>
          <a:xfrm>
            <a:off x="3585268" y="6581209"/>
            <a:ext cx="82164" cy="78841"/>
          </a:xfrm>
          <a:prstGeom prst="rect">
            <a:avLst/>
          </a:prstGeom>
        </p:spPr>
      </p:pic>
      <p:pic>
        <p:nvPicPr>
          <p:cNvPr id="550" name="object 550"/>
          <p:cNvPicPr/>
          <p:nvPr/>
        </p:nvPicPr>
        <p:blipFill>
          <a:blip r:embed="rId502" cstate="print"/>
          <a:stretch>
            <a:fillRect/>
          </a:stretch>
        </p:blipFill>
        <p:spPr>
          <a:xfrm>
            <a:off x="1567208" y="3979119"/>
            <a:ext cx="74974" cy="79052"/>
          </a:xfrm>
          <a:prstGeom prst="rect">
            <a:avLst/>
          </a:prstGeom>
        </p:spPr>
      </p:pic>
      <p:pic>
        <p:nvPicPr>
          <p:cNvPr id="551" name="object 551"/>
          <p:cNvPicPr/>
          <p:nvPr/>
        </p:nvPicPr>
        <p:blipFill>
          <a:blip r:embed="rId503" cstate="print"/>
          <a:stretch>
            <a:fillRect/>
          </a:stretch>
        </p:blipFill>
        <p:spPr>
          <a:xfrm>
            <a:off x="2718679" y="4846905"/>
            <a:ext cx="81847" cy="73662"/>
          </a:xfrm>
          <a:prstGeom prst="rect">
            <a:avLst/>
          </a:prstGeom>
        </p:spPr>
      </p:pic>
      <p:pic>
        <p:nvPicPr>
          <p:cNvPr id="552" name="object 552"/>
          <p:cNvPicPr/>
          <p:nvPr/>
        </p:nvPicPr>
        <p:blipFill>
          <a:blip r:embed="rId504" cstate="print"/>
          <a:stretch>
            <a:fillRect/>
          </a:stretch>
        </p:blipFill>
        <p:spPr>
          <a:xfrm>
            <a:off x="3301234" y="9172941"/>
            <a:ext cx="76242" cy="79052"/>
          </a:xfrm>
          <a:prstGeom prst="rect">
            <a:avLst/>
          </a:prstGeom>
        </p:spPr>
      </p:pic>
      <p:pic>
        <p:nvPicPr>
          <p:cNvPr id="553" name="object 553"/>
          <p:cNvPicPr/>
          <p:nvPr/>
        </p:nvPicPr>
        <p:blipFill>
          <a:blip r:embed="rId505" cstate="print"/>
          <a:stretch>
            <a:fillRect/>
          </a:stretch>
        </p:blipFill>
        <p:spPr>
          <a:xfrm>
            <a:off x="3302292" y="5713634"/>
            <a:ext cx="76983" cy="75036"/>
          </a:xfrm>
          <a:prstGeom prst="rect">
            <a:avLst/>
          </a:prstGeom>
        </p:spPr>
      </p:pic>
      <p:pic>
        <p:nvPicPr>
          <p:cNvPr id="554" name="object 554"/>
          <p:cNvPicPr/>
          <p:nvPr/>
        </p:nvPicPr>
        <p:blipFill>
          <a:blip r:embed="rId506" cstate="print"/>
          <a:stretch>
            <a:fillRect/>
          </a:stretch>
        </p:blipFill>
        <p:spPr>
          <a:xfrm>
            <a:off x="2435807" y="4562822"/>
            <a:ext cx="74022" cy="73874"/>
          </a:xfrm>
          <a:prstGeom prst="rect">
            <a:avLst/>
          </a:prstGeom>
        </p:spPr>
      </p:pic>
      <p:pic>
        <p:nvPicPr>
          <p:cNvPr id="555" name="object 555"/>
          <p:cNvPicPr/>
          <p:nvPr/>
        </p:nvPicPr>
        <p:blipFill>
          <a:blip r:embed="rId507" cstate="print"/>
          <a:stretch>
            <a:fillRect/>
          </a:stretch>
        </p:blipFill>
        <p:spPr>
          <a:xfrm>
            <a:off x="2724600" y="10044711"/>
            <a:ext cx="69580" cy="69752"/>
          </a:xfrm>
          <a:prstGeom prst="rect">
            <a:avLst/>
          </a:prstGeom>
        </p:spPr>
      </p:pic>
      <p:pic>
        <p:nvPicPr>
          <p:cNvPr id="556" name="object 556"/>
          <p:cNvPicPr/>
          <p:nvPr/>
        </p:nvPicPr>
        <p:blipFill>
          <a:blip r:embed="rId508" cstate="print"/>
          <a:stretch>
            <a:fillRect/>
          </a:stretch>
        </p:blipFill>
        <p:spPr>
          <a:xfrm>
            <a:off x="3592148" y="6292053"/>
            <a:ext cx="70208" cy="64679"/>
          </a:xfrm>
          <a:prstGeom prst="rect">
            <a:avLst/>
          </a:prstGeom>
        </p:spPr>
      </p:pic>
      <p:pic>
        <p:nvPicPr>
          <p:cNvPr id="557" name="object 557"/>
          <p:cNvPicPr/>
          <p:nvPr/>
        </p:nvPicPr>
        <p:blipFill>
          <a:blip r:embed="rId509" cstate="print"/>
          <a:stretch>
            <a:fillRect/>
          </a:stretch>
        </p:blipFill>
        <p:spPr>
          <a:xfrm>
            <a:off x="3022593" y="5135956"/>
            <a:ext cx="65456" cy="68801"/>
          </a:xfrm>
          <a:prstGeom prst="rect">
            <a:avLst/>
          </a:prstGeom>
        </p:spPr>
      </p:pic>
      <p:pic>
        <p:nvPicPr>
          <p:cNvPr id="558" name="object 558"/>
          <p:cNvPicPr/>
          <p:nvPr/>
        </p:nvPicPr>
        <p:blipFill>
          <a:blip r:embed="rId510" cstate="print"/>
          <a:stretch>
            <a:fillRect/>
          </a:stretch>
        </p:blipFill>
        <p:spPr>
          <a:xfrm>
            <a:off x="2155263" y="4269227"/>
            <a:ext cx="65919" cy="69118"/>
          </a:xfrm>
          <a:prstGeom prst="rect">
            <a:avLst/>
          </a:prstGeom>
        </p:spPr>
      </p:pic>
      <p:pic>
        <p:nvPicPr>
          <p:cNvPr id="559" name="object 559"/>
          <p:cNvPicPr/>
          <p:nvPr/>
        </p:nvPicPr>
        <p:blipFill>
          <a:blip r:embed="rId511" cstate="print"/>
          <a:stretch>
            <a:fillRect/>
          </a:stretch>
        </p:blipFill>
        <p:spPr>
          <a:xfrm>
            <a:off x="999880" y="3700109"/>
            <a:ext cx="64928" cy="64045"/>
          </a:xfrm>
          <a:prstGeom prst="rect">
            <a:avLst/>
          </a:prstGeom>
        </p:spPr>
      </p:pic>
      <p:pic>
        <p:nvPicPr>
          <p:cNvPr id="560" name="object 560"/>
          <p:cNvPicPr/>
          <p:nvPr/>
        </p:nvPicPr>
        <p:blipFill>
          <a:blip r:embed="rId512" cstate="print"/>
          <a:stretch>
            <a:fillRect/>
          </a:stretch>
        </p:blipFill>
        <p:spPr>
          <a:xfrm>
            <a:off x="3022910" y="9761262"/>
            <a:ext cx="66620" cy="63918"/>
          </a:xfrm>
          <a:prstGeom prst="rect">
            <a:avLst/>
          </a:prstGeom>
        </p:spPr>
      </p:pic>
      <p:sp>
        <p:nvSpPr>
          <p:cNvPr id="561" name="object 561"/>
          <p:cNvSpPr/>
          <p:nvPr/>
        </p:nvSpPr>
        <p:spPr>
          <a:xfrm>
            <a:off x="3596477" y="8610058"/>
            <a:ext cx="60325" cy="64135"/>
          </a:xfrm>
          <a:custGeom>
            <a:avLst/>
            <a:gdLst/>
            <a:ahLst/>
            <a:cxnLst/>
            <a:rect l="l" t="t" r="r" b="b"/>
            <a:pathLst>
              <a:path w="60325" h="64134">
                <a:moveTo>
                  <a:pt x="48332" y="0"/>
                </a:moveTo>
                <a:lnTo>
                  <a:pt x="11420" y="0"/>
                </a:lnTo>
                <a:lnTo>
                  <a:pt x="10468" y="2430"/>
                </a:lnTo>
                <a:lnTo>
                  <a:pt x="10468" y="6658"/>
                </a:lnTo>
                <a:lnTo>
                  <a:pt x="9199" y="9194"/>
                </a:lnTo>
                <a:lnTo>
                  <a:pt x="2326" y="9194"/>
                </a:lnTo>
                <a:lnTo>
                  <a:pt x="0" y="11731"/>
                </a:lnTo>
                <a:lnTo>
                  <a:pt x="528" y="17966"/>
                </a:lnTo>
                <a:lnTo>
                  <a:pt x="1057" y="25153"/>
                </a:lnTo>
                <a:lnTo>
                  <a:pt x="634" y="32551"/>
                </a:lnTo>
                <a:lnTo>
                  <a:pt x="634" y="45339"/>
                </a:lnTo>
                <a:lnTo>
                  <a:pt x="4229" y="51046"/>
                </a:lnTo>
                <a:lnTo>
                  <a:pt x="11209" y="56964"/>
                </a:lnTo>
                <a:lnTo>
                  <a:pt x="13535" y="58972"/>
                </a:lnTo>
                <a:lnTo>
                  <a:pt x="16073" y="63200"/>
                </a:lnTo>
                <a:lnTo>
                  <a:pt x="25749" y="63200"/>
                </a:lnTo>
                <a:lnTo>
                  <a:pt x="29820" y="63939"/>
                </a:lnTo>
                <a:lnTo>
                  <a:pt x="39972" y="63939"/>
                </a:lnTo>
                <a:lnTo>
                  <a:pt x="45365" y="62565"/>
                </a:lnTo>
                <a:lnTo>
                  <a:pt x="50335" y="55062"/>
                </a:lnTo>
                <a:lnTo>
                  <a:pt x="51921" y="53794"/>
                </a:lnTo>
                <a:lnTo>
                  <a:pt x="59006" y="53794"/>
                </a:lnTo>
                <a:lnTo>
                  <a:pt x="59739" y="51046"/>
                </a:lnTo>
                <a:lnTo>
                  <a:pt x="59852" y="50623"/>
                </a:lnTo>
                <a:lnTo>
                  <a:pt x="59535" y="46184"/>
                </a:lnTo>
                <a:lnTo>
                  <a:pt x="59323" y="41428"/>
                </a:lnTo>
                <a:lnTo>
                  <a:pt x="59535" y="36567"/>
                </a:lnTo>
                <a:lnTo>
                  <a:pt x="59535" y="22722"/>
                </a:lnTo>
                <a:lnTo>
                  <a:pt x="56256" y="15218"/>
                </a:lnTo>
                <a:lnTo>
                  <a:pt x="49383" y="6341"/>
                </a:lnTo>
                <a:lnTo>
                  <a:pt x="49806" y="5284"/>
                </a:lnTo>
                <a:lnTo>
                  <a:pt x="49806" y="4438"/>
                </a:lnTo>
                <a:lnTo>
                  <a:pt x="49955" y="2430"/>
                </a:lnTo>
                <a:lnTo>
                  <a:pt x="50017" y="1585"/>
                </a:lnTo>
                <a:lnTo>
                  <a:pt x="48332" y="0"/>
                </a:lnTo>
                <a:close/>
              </a:path>
            </a:pathLst>
          </a:custGeom>
          <a:solidFill>
            <a:srgbClr val="000000"/>
          </a:solidFill>
        </p:spPr>
        <p:txBody>
          <a:bodyPr wrap="square" lIns="0" tIns="0" rIns="0" bIns="0" rtlCol="0"/>
          <a:lstStyle/>
          <a:p>
            <a:endParaRPr/>
          </a:p>
        </p:txBody>
      </p:sp>
      <p:sp>
        <p:nvSpPr>
          <p:cNvPr id="562" name="object 562"/>
          <p:cNvSpPr/>
          <p:nvPr/>
        </p:nvSpPr>
        <p:spPr>
          <a:xfrm>
            <a:off x="1870700" y="3984509"/>
            <a:ext cx="61594" cy="64769"/>
          </a:xfrm>
          <a:custGeom>
            <a:avLst/>
            <a:gdLst/>
            <a:ahLst/>
            <a:cxnLst/>
            <a:rect l="l" t="t" r="r" b="b"/>
            <a:pathLst>
              <a:path w="61594" h="64770">
                <a:moveTo>
                  <a:pt x="23792" y="0"/>
                </a:moveTo>
                <a:lnTo>
                  <a:pt x="19668" y="528"/>
                </a:lnTo>
                <a:lnTo>
                  <a:pt x="17765" y="2536"/>
                </a:lnTo>
                <a:lnTo>
                  <a:pt x="10680" y="5707"/>
                </a:lnTo>
                <a:lnTo>
                  <a:pt x="13112" y="15430"/>
                </a:lnTo>
                <a:lnTo>
                  <a:pt x="5921" y="15430"/>
                </a:lnTo>
                <a:lnTo>
                  <a:pt x="3806" y="15218"/>
                </a:lnTo>
                <a:lnTo>
                  <a:pt x="211" y="18495"/>
                </a:lnTo>
                <a:lnTo>
                  <a:pt x="2220" y="22828"/>
                </a:lnTo>
                <a:lnTo>
                  <a:pt x="1903" y="26632"/>
                </a:lnTo>
                <a:lnTo>
                  <a:pt x="1586" y="33185"/>
                </a:lnTo>
                <a:lnTo>
                  <a:pt x="0" y="40583"/>
                </a:lnTo>
                <a:lnTo>
                  <a:pt x="4652" y="51468"/>
                </a:lnTo>
                <a:lnTo>
                  <a:pt x="10680" y="55696"/>
                </a:lnTo>
                <a:lnTo>
                  <a:pt x="17025" y="61614"/>
                </a:lnTo>
                <a:lnTo>
                  <a:pt x="19245" y="63411"/>
                </a:lnTo>
                <a:lnTo>
                  <a:pt x="25590" y="63728"/>
                </a:lnTo>
                <a:lnTo>
                  <a:pt x="30031" y="64256"/>
                </a:lnTo>
                <a:lnTo>
                  <a:pt x="34261" y="64256"/>
                </a:lnTo>
                <a:lnTo>
                  <a:pt x="37328" y="64362"/>
                </a:lnTo>
                <a:lnTo>
                  <a:pt x="40395" y="64151"/>
                </a:lnTo>
                <a:lnTo>
                  <a:pt x="47903" y="62143"/>
                </a:lnTo>
                <a:lnTo>
                  <a:pt x="51392" y="55907"/>
                </a:lnTo>
                <a:lnTo>
                  <a:pt x="55516" y="51997"/>
                </a:lnTo>
                <a:lnTo>
                  <a:pt x="56679" y="50729"/>
                </a:lnTo>
                <a:lnTo>
                  <a:pt x="60169" y="48192"/>
                </a:lnTo>
                <a:lnTo>
                  <a:pt x="61121" y="45339"/>
                </a:lnTo>
                <a:lnTo>
                  <a:pt x="60698" y="41851"/>
                </a:lnTo>
                <a:lnTo>
                  <a:pt x="60486" y="38680"/>
                </a:lnTo>
                <a:lnTo>
                  <a:pt x="60698" y="35404"/>
                </a:lnTo>
                <a:lnTo>
                  <a:pt x="60698" y="32022"/>
                </a:lnTo>
                <a:lnTo>
                  <a:pt x="60909" y="32022"/>
                </a:lnTo>
                <a:lnTo>
                  <a:pt x="60909" y="28852"/>
                </a:lnTo>
                <a:lnTo>
                  <a:pt x="60698" y="25575"/>
                </a:lnTo>
                <a:lnTo>
                  <a:pt x="61332" y="17332"/>
                </a:lnTo>
                <a:lnTo>
                  <a:pt x="60169" y="14690"/>
                </a:lnTo>
                <a:lnTo>
                  <a:pt x="52027" y="14690"/>
                </a:lnTo>
                <a:lnTo>
                  <a:pt x="51604" y="12048"/>
                </a:lnTo>
                <a:lnTo>
                  <a:pt x="50758" y="9617"/>
                </a:lnTo>
                <a:lnTo>
                  <a:pt x="49277" y="4333"/>
                </a:lnTo>
                <a:lnTo>
                  <a:pt x="46211" y="105"/>
                </a:lnTo>
                <a:close/>
              </a:path>
            </a:pathLst>
          </a:custGeom>
          <a:solidFill>
            <a:srgbClr val="000000"/>
          </a:solidFill>
        </p:spPr>
        <p:txBody>
          <a:bodyPr wrap="square" lIns="0" tIns="0" rIns="0" bIns="0" rtlCol="0"/>
          <a:lstStyle/>
          <a:p>
            <a:endParaRPr/>
          </a:p>
        </p:txBody>
      </p:sp>
      <p:sp>
        <p:nvSpPr>
          <p:cNvPr id="563" name="object 563"/>
          <p:cNvSpPr/>
          <p:nvPr/>
        </p:nvSpPr>
        <p:spPr>
          <a:xfrm>
            <a:off x="1287510" y="3700109"/>
            <a:ext cx="62230" cy="59690"/>
          </a:xfrm>
          <a:custGeom>
            <a:avLst/>
            <a:gdLst/>
            <a:ahLst/>
            <a:cxnLst/>
            <a:rect l="l" t="t" r="r" b="b"/>
            <a:pathLst>
              <a:path w="62230" h="59689">
                <a:moveTo>
                  <a:pt x="44096" y="0"/>
                </a:moveTo>
                <a:lnTo>
                  <a:pt x="30772" y="0"/>
                </a:lnTo>
                <a:lnTo>
                  <a:pt x="26119" y="211"/>
                </a:lnTo>
                <a:lnTo>
                  <a:pt x="20303" y="211"/>
                </a:lnTo>
                <a:lnTo>
                  <a:pt x="18505" y="951"/>
                </a:lnTo>
                <a:lnTo>
                  <a:pt x="12160" y="6763"/>
                </a:lnTo>
                <a:lnTo>
                  <a:pt x="5816" y="11414"/>
                </a:lnTo>
                <a:lnTo>
                  <a:pt x="0" y="21982"/>
                </a:lnTo>
                <a:lnTo>
                  <a:pt x="1903" y="28746"/>
                </a:lnTo>
                <a:lnTo>
                  <a:pt x="1903" y="36038"/>
                </a:lnTo>
                <a:lnTo>
                  <a:pt x="2220" y="37835"/>
                </a:lnTo>
                <a:lnTo>
                  <a:pt x="634" y="45973"/>
                </a:lnTo>
                <a:lnTo>
                  <a:pt x="3172" y="49672"/>
                </a:lnTo>
                <a:lnTo>
                  <a:pt x="10786" y="50412"/>
                </a:lnTo>
                <a:lnTo>
                  <a:pt x="11526" y="52948"/>
                </a:lnTo>
                <a:lnTo>
                  <a:pt x="11526" y="57281"/>
                </a:lnTo>
                <a:lnTo>
                  <a:pt x="13112" y="58866"/>
                </a:lnTo>
                <a:lnTo>
                  <a:pt x="27388" y="59184"/>
                </a:lnTo>
                <a:lnTo>
                  <a:pt x="33310" y="59184"/>
                </a:lnTo>
                <a:lnTo>
                  <a:pt x="38174" y="59289"/>
                </a:lnTo>
                <a:lnTo>
                  <a:pt x="47691" y="58972"/>
                </a:lnTo>
                <a:lnTo>
                  <a:pt x="50017" y="58972"/>
                </a:lnTo>
                <a:lnTo>
                  <a:pt x="51181" y="56753"/>
                </a:lnTo>
                <a:lnTo>
                  <a:pt x="51181" y="52420"/>
                </a:lnTo>
                <a:lnTo>
                  <a:pt x="52344" y="49883"/>
                </a:lnTo>
                <a:lnTo>
                  <a:pt x="59112" y="49777"/>
                </a:lnTo>
                <a:lnTo>
                  <a:pt x="61650" y="47347"/>
                </a:lnTo>
                <a:lnTo>
                  <a:pt x="60909" y="41111"/>
                </a:lnTo>
                <a:lnTo>
                  <a:pt x="60592" y="37095"/>
                </a:lnTo>
                <a:lnTo>
                  <a:pt x="60909" y="32973"/>
                </a:lnTo>
                <a:lnTo>
                  <a:pt x="60909" y="28957"/>
                </a:lnTo>
                <a:lnTo>
                  <a:pt x="60698" y="28746"/>
                </a:lnTo>
                <a:lnTo>
                  <a:pt x="60698" y="23884"/>
                </a:lnTo>
                <a:lnTo>
                  <a:pt x="60909" y="19023"/>
                </a:lnTo>
                <a:lnTo>
                  <a:pt x="60698" y="12682"/>
                </a:lnTo>
                <a:lnTo>
                  <a:pt x="59112" y="10357"/>
                </a:lnTo>
                <a:lnTo>
                  <a:pt x="58054" y="10462"/>
                </a:lnTo>
                <a:lnTo>
                  <a:pt x="51815" y="10462"/>
                </a:lnTo>
                <a:lnTo>
                  <a:pt x="50123" y="1162"/>
                </a:lnTo>
                <a:lnTo>
                  <a:pt x="49277" y="211"/>
                </a:lnTo>
                <a:close/>
              </a:path>
            </a:pathLst>
          </a:custGeom>
          <a:solidFill>
            <a:srgbClr val="000000"/>
          </a:solidFill>
        </p:spPr>
        <p:txBody>
          <a:bodyPr wrap="square" lIns="0" tIns="0" rIns="0" bIns="0" rtlCol="0"/>
          <a:lstStyle/>
          <a:p>
            <a:endParaRPr/>
          </a:p>
        </p:txBody>
      </p:sp>
      <p:sp>
        <p:nvSpPr>
          <p:cNvPr id="564" name="object 564"/>
          <p:cNvSpPr/>
          <p:nvPr/>
        </p:nvSpPr>
        <p:spPr>
          <a:xfrm>
            <a:off x="3596689" y="6007969"/>
            <a:ext cx="60325" cy="59690"/>
          </a:xfrm>
          <a:custGeom>
            <a:avLst/>
            <a:gdLst/>
            <a:ahLst/>
            <a:cxnLst/>
            <a:rect l="l" t="t" r="r" b="b"/>
            <a:pathLst>
              <a:path w="60325" h="59689">
                <a:moveTo>
                  <a:pt x="25696" y="0"/>
                </a:moveTo>
                <a:lnTo>
                  <a:pt x="16813" y="0"/>
                </a:lnTo>
                <a:lnTo>
                  <a:pt x="11526" y="211"/>
                </a:lnTo>
                <a:lnTo>
                  <a:pt x="10363" y="2113"/>
                </a:lnTo>
                <a:lnTo>
                  <a:pt x="10151" y="5072"/>
                </a:lnTo>
                <a:lnTo>
                  <a:pt x="10151" y="7080"/>
                </a:lnTo>
                <a:lnTo>
                  <a:pt x="8459" y="9511"/>
                </a:lnTo>
                <a:lnTo>
                  <a:pt x="2220" y="14690"/>
                </a:lnTo>
                <a:lnTo>
                  <a:pt x="0" y="19023"/>
                </a:lnTo>
                <a:lnTo>
                  <a:pt x="951" y="31917"/>
                </a:lnTo>
                <a:lnTo>
                  <a:pt x="422" y="38363"/>
                </a:lnTo>
                <a:lnTo>
                  <a:pt x="845" y="46396"/>
                </a:lnTo>
                <a:lnTo>
                  <a:pt x="2326" y="48826"/>
                </a:lnTo>
                <a:lnTo>
                  <a:pt x="3489" y="48721"/>
                </a:lnTo>
                <a:lnTo>
                  <a:pt x="9834" y="48721"/>
                </a:lnTo>
                <a:lnTo>
                  <a:pt x="10257" y="53159"/>
                </a:lnTo>
                <a:lnTo>
                  <a:pt x="11209" y="57281"/>
                </a:lnTo>
                <a:lnTo>
                  <a:pt x="11526" y="58232"/>
                </a:lnTo>
                <a:lnTo>
                  <a:pt x="13958" y="58972"/>
                </a:lnTo>
                <a:lnTo>
                  <a:pt x="29926" y="58972"/>
                </a:lnTo>
                <a:lnTo>
                  <a:pt x="29926" y="59184"/>
                </a:lnTo>
                <a:lnTo>
                  <a:pt x="36376" y="59078"/>
                </a:lnTo>
                <a:lnTo>
                  <a:pt x="45259" y="59184"/>
                </a:lnTo>
                <a:lnTo>
                  <a:pt x="45047" y="58972"/>
                </a:lnTo>
                <a:lnTo>
                  <a:pt x="51709" y="58972"/>
                </a:lnTo>
                <a:lnTo>
                  <a:pt x="47268" y="50623"/>
                </a:lnTo>
                <a:lnTo>
                  <a:pt x="52450" y="49038"/>
                </a:lnTo>
                <a:lnTo>
                  <a:pt x="54142" y="49143"/>
                </a:lnTo>
                <a:lnTo>
                  <a:pt x="57737" y="49143"/>
                </a:lnTo>
                <a:lnTo>
                  <a:pt x="59217" y="47558"/>
                </a:lnTo>
                <a:lnTo>
                  <a:pt x="59429" y="37624"/>
                </a:lnTo>
                <a:lnTo>
                  <a:pt x="59112" y="30331"/>
                </a:lnTo>
                <a:lnTo>
                  <a:pt x="59429" y="23039"/>
                </a:lnTo>
                <a:lnTo>
                  <a:pt x="59746" y="18495"/>
                </a:lnTo>
                <a:lnTo>
                  <a:pt x="54882" y="12682"/>
                </a:lnTo>
                <a:lnTo>
                  <a:pt x="43884" y="211"/>
                </a:lnTo>
                <a:close/>
              </a:path>
            </a:pathLst>
          </a:custGeom>
          <a:solidFill>
            <a:srgbClr val="000000"/>
          </a:solidFill>
        </p:spPr>
        <p:txBody>
          <a:bodyPr wrap="square" lIns="0" tIns="0" rIns="0" bIns="0" rtlCol="0"/>
          <a:lstStyle/>
          <a:p>
            <a:endParaRPr/>
          </a:p>
        </p:txBody>
      </p:sp>
      <p:sp>
        <p:nvSpPr>
          <p:cNvPr id="565" name="object 565"/>
          <p:cNvSpPr/>
          <p:nvPr/>
        </p:nvSpPr>
        <p:spPr>
          <a:xfrm>
            <a:off x="3312655" y="5434412"/>
            <a:ext cx="59690" cy="64769"/>
          </a:xfrm>
          <a:custGeom>
            <a:avLst/>
            <a:gdLst/>
            <a:ahLst/>
            <a:cxnLst/>
            <a:rect l="l" t="t" r="r" b="b"/>
            <a:pathLst>
              <a:path w="59689" h="64770">
                <a:moveTo>
                  <a:pt x="36059" y="0"/>
                </a:moveTo>
                <a:lnTo>
                  <a:pt x="25379" y="0"/>
                </a:lnTo>
                <a:lnTo>
                  <a:pt x="24004" y="317"/>
                </a:lnTo>
                <a:lnTo>
                  <a:pt x="19880" y="845"/>
                </a:lnTo>
                <a:lnTo>
                  <a:pt x="16284" y="1162"/>
                </a:lnTo>
                <a:lnTo>
                  <a:pt x="10891" y="7820"/>
                </a:lnTo>
                <a:lnTo>
                  <a:pt x="1480" y="16064"/>
                </a:lnTo>
                <a:lnTo>
                  <a:pt x="0" y="19234"/>
                </a:lnTo>
                <a:lnTo>
                  <a:pt x="422" y="23673"/>
                </a:lnTo>
                <a:lnTo>
                  <a:pt x="740" y="29169"/>
                </a:lnTo>
                <a:lnTo>
                  <a:pt x="740" y="34876"/>
                </a:lnTo>
                <a:lnTo>
                  <a:pt x="105" y="44916"/>
                </a:lnTo>
                <a:lnTo>
                  <a:pt x="1163" y="48192"/>
                </a:lnTo>
                <a:lnTo>
                  <a:pt x="7719" y="53794"/>
                </a:lnTo>
                <a:lnTo>
                  <a:pt x="10574" y="56753"/>
                </a:lnTo>
                <a:lnTo>
                  <a:pt x="16073" y="62988"/>
                </a:lnTo>
                <a:lnTo>
                  <a:pt x="19245" y="63834"/>
                </a:lnTo>
                <a:lnTo>
                  <a:pt x="23581" y="64256"/>
                </a:lnTo>
                <a:lnTo>
                  <a:pt x="27388" y="64468"/>
                </a:lnTo>
                <a:lnTo>
                  <a:pt x="35319" y="64362"/>
                </a:lnTo>
                <a:lnTo>
                  <a:pt x="41663" y="61826"/>
                </a:lnTo>
                <a:lnTo>
                  <a:pt x="48748" y="51891"/>
                </a:lnTo>
                <a:lnTo>
                  <a:pt x="50969" y="49038"/>
                </a:lnTo>
                <a:lnTo>
                  <a:pt x="55093" y="49038"/>
                </a:lnTo>
                <a:lnTo>
                  <a:pt x="56574" y="49143"/>
                </a:lnTo>
                <a:lnTo>
                  <a:pt x="57525" y="49143"/>
                </a:lnTo>
                <a:lnTo>
                  <a:pt x="59112" y="46818"/>
                </a:lnTo>
                <a:lnTo>
                  <a:pt x="59112" y="45656"/>
                </a:lnTo>
                <a:lnTo>
                  <a:pt x="59535" y="40900"/>
                </a:lnTo>
                <a:lnTo>
                  <a:pt x="59217" y="35933"/>
                </a:lnTo>
                <a:lnTo>
                  <a:pt x="59217" y="27161"/>
                </a:lnTo>
                <a:lnTo>
                  <a:pt x="59640" y="23145"/>
                </a:lnTo>
                <a:lnTo>
                  <a:pt x="59217" y="19023"/>
                </a:lnTo>
                <a:lnTo>
                  <a:pt x="59112" y="16804"/>
                </a:lnTo>
                <a:lnTo>
                  <a:pt x="57843" y="15113"/>
                </a:lnTo>
                <a:lnTo>
                  <a:pt x="54670" y="15113"/>
                </a:lnTo>
                <a:lnTo>
                  <a:pt x="54142" y="15430"/>
                </a:lnTo>
                <a:lnTo>
                  <a:pt x="50017" y="15430"/>
                </a:lnTo>
                <a:lnTo>
                  <a:pt x="48431" y="12048"/>
                </a:lnTo>
                <a:lnTo>
                  <a:pt x="41981" y="3381"/>
                </a:lnTo>
                <a:close/>
              </a:path>
            </a:pathLst>
          </a:custGeom>
          <a:solidFill>
            <a:srgbClr val="000000"/>
          </a:solidFill>
        </p:spPr>
        <p:txBody>
          <a:bodyPr wrap="square" lIns="0" tIns="0" rIns="0" bIns="0" rtlCol="0"/>
          <a:lstStyle/>
          <a:p>
            <a:endParaRPr/>
          </a:p>
        </p:txBody>
      </p:sp>
      <p:sp>
        <p:nvSpPr>
          <p:cNvPr id="566" name="object 566"/>
          <p:cNvSpPr/>
          <p:nvPr/>
        </p:nvSpPr>
        <p:spPr>
          <a:xfrm>
            <a:off x="3312068" y="9476671"/>
            <a:ext cx="60325" cy="64135"/>
          </a:xfrm>
          <a:custGeom>
            <a:avLst/>
            <a:gdLst/>
            <a:ahLst/>
            <a:cxnLst/>
            <a:rect l="l" t="t" r="r" b="b"/>
            <a:pathLst>
              <a:path w="60325" h="64134">
                <a:moveTo>
                  <a:pt x="29561" y="0"/>
                </a:moveTo>
                <a:lnTo>
                  <a:pt x="20043" y="0"/>
                </a:lnTo>
                <a:lnTo>
                  <a:pt x="13910" y="1268"/>
                </a:lnTo>
                <a:lnTo>
                  <a:pt x="9680" y="8497"/>
                </a:lnTo>
                <a:lnTo>
                  <a:pt x="8623" y="10526"/>
                </a:lnTo>
                <a:lnTo>
                  <a:pt x="6402" y="12175"/>
                </a:lnTo>
                <a:lnTo>
                  <a:pt x="2067" y="15979"/>
                </a:lnTo>
                <a:lnTo>
                  <a:pt x="586" y="18389"/>
                </a:lnTo>
                <a:lnTo>
                  <a:pt x="1326" y="25110"/>
                </a:lnTo>
                <a:lnTo>
                  <a:pt x="1009" y="28408"/>
                </a:lnTo>
                <a:lnTo>
                  <a:pt x="1009" y="33608"/>
                </a:lnTo>
                <a:lnTo>
                  <a:pt x="0" y="40898"/>
                </a:lnTo>
                <a:lnTo>
                  <a:pt x="2133" y="47320"/>
                </a:lnTo>
                <a:lnTo>
                  <a:pt x="6586" y="53101"/>
                </a:lnTo>
                <a:lnTo>
                  <a:pt x="13699" y="59479"/>
                </a:lnTo>
                <a:lnTo>
                  <a:pt x="14650" y="61001"/>
                </a:lnTo>
                <a:lnTo>
                  <a:pt x="18563" y="63918"/>
                </a:lnTo>
                <a:lnTo>
                  <a:pt x="28609" y="64045"/>
                </a:lnTo>
                <a:lnTo>
                  <a:pt x="28609" y="63791"/>
                </a:lnTo>
                <a:lnTo>
                  <a:pt x="35059" y="63791"/>
                </a:lnTo>
                <a:lnTo>
                  <a:pt x="41298" y="62777"/>
                </a:lnTo>
                <a:lnTo>
                  <a:pt x="45845" y="55802"/>
                </a:lnTo>
                <a:lnTo>
                  <a:pt x="48595" y="51870"/>
                </a:lnTo>
                <a:lnTo>
                  <a:pt x="52825" y="48953"/>
                </a:lnTo>
                <a:lnTo>
                  <a:pt x="55997" y="45402"/>
                </a:lnTo>
                <a:lnTo>
                  <a:pt x="59592" y="41597"/>
                </a:lnTo>
                <a:lnTo>
                  <a:pt x="47643" y="11287"/>
                </a:lnTo>
                <a:lnTo>
                  <a:pt x="44788" y="6975"/>
                </a:lnTo>
                <a:lnTo>
                  <a:pt x="37386" y="253"/>
                </a:lnTo>
                <a:lnTo>
                  <a:pt x="32521" y="253"/>
                </a:lnTo>
                <a:close/>
              </a:path>
            </a:pathLst>
          </a:custGeom>
          <a:solidFill>
            <a:srgbClr val="000000"/>
          </a:solidFill>
        </p:spPr>
        <p:txBody>
          <a:bodyPr wrap="square" lIns="0" tIns="0" rIns="0" bIns="0" rtlCol="0"/>
          <a:lstStyle/>
          <a:p>
            <a:endParaRPr/>
          </a:p>
        </p:txBody>
      </p:sp>
      <p:sp>
        <p:nvSpPr>
          <p:cNvPr id="567" name="object 567"/>
          <p:cNvSpPr/>
          <p:nvPr/>
        </p:nvSpPr>
        <p:spPr>
          <a:xfrm>
            <a:off x="137097" y="3416237"/>
            <a:ext cx="60325" cy="59055"/>
          </a:xfrm>
          <a:custGeom>
            <a:avLst/>
            <a:gdLst/>
            <a:ahLst/>
            <a:cxnLst/>
            <a:rect l="l" t="t" r="r" b="b"/>
            <a:pathLst>
              <a:path w="60325" h="59054">
                <a:moveTo>
                  <a:pt x="34261" y="0"/>
                </a:moveTo>
                <a:lnTo>
                  <a:pt x="20430" y="0"/>
                </a:lnTo>
                <a:lnTo>
                  <a:pt x="16877" y="422"/>
                </a:lnTo>
                <a:lnTo>
                  <a:pt x="12181" y="6446"/>
                </a:lnTo>
                <a:lnTo>
                  <a:pt x="9493" y="9003"/>
                </a:lnTo>
                <a:lnTo>
                  <a:pt x="2664" y="14690"/>
                </a:lnTo>
                <a:lnTo>
                  <a:pt x="0" y="19234"/>
                </a:lnTo>
                <a:lnTo>
                  <a:pt x="1015" y="25364"/>
                </a:lnTo>
                <a:lnTo>
                  <a:pt x="1015" y="31494"/>
                </a:lnTo>
                <a:lnTo>
                  <a:pt x="21938" y="58338"/>
                </a:lnTo>
                <a:lnTo>
                  <a:pt x="22747" y="58338"/>
                </a:lnTo>
                <a:lnTo>
                  <a:pt x="31089" y="58761"/>
                </a:lnTo>
                <a:lnTo>
                  <a:pt x="35276" y="58761"/>
                </a:lnTo>
                <a:lnTo>
                  <a:pt x="38703" y="58338"/>
                </a:lnTo>
                <a:lnTo>
                  <a:pt x="41748" y="54850"/>
                </a:lnTo>
                <a:lnTo>
                  <a:pt x="45936" y="49883"/>
                </a:lnTo>
                <a:lnTo>
                  <a:pt x="50631" y="45127"/>
                </a:lnTo>
                <a:lnTo>
                  <a:pt x="60148" y="37624"/>
                </a:lnTo>
                <a:lnTo>
                  <a:pt x="60060" y="31494"/>
                </a:lnTo>
                <a:lnTo>
                  <a:pt x="59894" y="28323"/>
                </a:lnTo>
                <a:lnTo>
                  <a:pt x="58476" y="21328"/>
                </a:lnTo>
                <a:lnTo>
                  <a:pt x="55215" y="14690"/>
                </a:lnTo>
                <a:lnTo>
                  <a:pt x="50454" y="9003"/>
                </a:lnTo>
                <a:lnTo>
                  <a:pt x="44540" y="4861"/>
                </a:lnTo>
                <a:lnTo>
                  <a:pt x="34261" y="0"/>
                </a:lnTo>
                <a:close/>
              </a:path>
            </a:pathLst>
          </a:custGeom>
          <a:solidFill>
            <a:srgbClr val="000000"/>
          </a:solidFill>
        </p:spPr>
        <p:txBody>
          <a:bodyPr wrap="square" lIns="0" tIns="0" rIns="0" bIns="0" rtlCol="0"/>
          <a:lstStyle/>
          <a:p>
            <a:endParaRPr/>
          </a:p>
        </p:txBody>
      </p:sp>
      <p:sp>
        <p:nvSpPr>
          <p:cNvPr id="568" name="object 568"/>
          <p:cNvSpPr/>
          <p:nvPr/>
        </p:nvSpPr>
        <p:spPr>
          <a:xfrm>
            <a:off x="3888865" y="7458189"/>
            <a:ext cx="67945" cy="59690"/>
          </a:xfrm>
          <a:custGeom>
            <a:avLst/>
            <a:gdLst/>
            <a:ahLst/>
            <a:cxnLst/>
            <a:rect l="l" t="t" r="r" b="b"/>
            <a:pathLst>
              <a:path w="67945" h="59690">
                <a:moveTo>
                  <a:pt x="56256" y="38998"/>
                </a:moveTo>
                <a:lnTo>
                  <a:pt x="6635" y="38998"/>
                </a:lnTo>
                <a:lnTo>
                  <a:pt x="8724" y="39420"/>
                </a:lnTo>
                <a:lnTo>
                  <a:pt x="12795" y="40160"/>
                </a:lnTo>
                <a:lnTo>
                  <a:pt x="11181" y="44493"/>
                </a:lnTo>
                <a:lnTo>
                  <a:pt x="12583" y="46396"/>
                </a:lnTo>
                <a:lnTo>
                  <a:pt x="14592" y="49038"/>
                </a:lnTo>
                <a:lnTo>
                  <a:pt x="18822" y="50095"/>
                </a:lnTo>
                <a:lnTo>
                  <a:pt x="21995" y="51997"/>
                </a:lnTo>
                <a:lnTo>
                  <a:pt x="22312" y="52208"/>
                </a:lnTo>
                <a:lnTo>
                  <a:pt x="21677" y="53582"/>
                </a:lnTo>
                <a:lnTo>
                  <a:pt x="21995" y="54428"/>
                </a:lnTo>
                <a:lnTo>
                  <a:pt x="22841" y="58021"/>
                </a:lnTo>
                <a:lnTo>
                  <a:pt x="23792" y="58338"/>
                </a:lnTo>
                <a:lnTo>
                  <a:pt x="27176" y="59184"/>
                </a:lnTo>
                <a:lnTo>
                  <a:pt x="42122" y="59184"/>
                </a:lnTo>
                <a:lnTo>
                  <a:pt x="48325" y="58021"/>
                </a:lnTo>
                <a:lnTo>
                  <a:pt x="44836" y="51363"/>
                </a:lnTo>
                <a:lnTo>
                  <a:pt x="48748" y="49566"/>
                </a:lnTo>
                <a:lnTo>
                  <a:pt x="50652" y="48721"/>
                </a:lnTo>
                <a:lnTo>
                  <a:pt x="54524" y="48721"/>
                </a:lnTo>
                <a:lnTo>
                  <a:pt x="55093" y="47664"/>
                </a:lnTo>
                <a:lnTo>
                  <a:pt x="56997" y="44493"/>
                </a:lnTo>
                <a:lnTo>
                  <a:pt x="56413" y="40160"/>
                </a:lnTo>
                <a:lnTo>
                  <a:pt x="56313" y="39420"/>
                </a:lnTo>
                <a:lnTo>
                  <a:pt x="56256" y="38998"/>
                </a:lnTo>
                <a:close/>
              </a:path>
              <a:path w="67945" h="59690">
                <a:moveTo>
                  <a:pt x="54524" y="48721"/>
                </a:moveTo>
                <a:lnTo>
                  <a:pt x="50652" y="48721"/>
                </a:lnTo>
                <a:lnTo>
                  <a:pt x="54353" y="49038"/>
                </a:lnTo>
                <a:lnTo>
                  <a:pt x="54524" y="48721"/>
                </a:lnTo>
                <a:close/>
              </a:path>
              <a:path w="67945" h="59690">
                <a:moveTo>
                  <a:pt x="4441" y="20185"/>
                </a:moveTo>
                <a:lnTo>
                  <a:pt x="0" y="25047"/>
                </a:lnTo>
                <a:lnTo>
                  <a:pt x="3172" y="30965"/>
                </a:lnTo>
                <a:lnTo>
                  <a:pt x="2643" y="36355"/>
                </a:lnTo>
                <a:lnTo>
                  <a:pt x="2643" y="37307"/>
                </a:lnTo>
                <a:lnTo>
                  <a:pt x="6365" y="38998"/>
                </a:lnTo>
                <a:lnTo>
                  <a:pt x="61861" y="38998"/>
                </a:lnTo>
                <a:lnTo>
                  <a:pt x="63553" y="39420"/>
                </a:lnTo>
                <a:lnTo>
                  <a:pt x="63976" y="39420"/>
                </a:lnTo>
                <a:lnTo>
                  <a:pt x="65033" y="38363"/>
                </a:lnTo>
                <a:lnTo>
                  <a:pt x="65139" y="37729"/>
                </a:lnTo>
                <a:lnTo>
                  <a:pt x="67571" y="30543"/>
                </a:lnTo>
                <a:lnTo>
                  <a:pt x="65879" y="27372"/>
                </a:lnTo>
                <a:lnTo>
                  <a:pt x="59285" y="20503"/>
                </a:lnTo>
                <a:lnTo>
                  <a:pt x="5868" y="20503"/>
                </a:lnTo>
                <a:lnTo>
                  <a:pt x="4441" y="20185"/>
                </a:lnTo>
                <a:close/>
              </a:path>
              <a:path w="67945" h="59690">
                <a:moveTo>
                  <a:pt x="37434" y="0"/>
                </a:moveTo>
                <a:lnTo>
                  <a:pt x="25733" y="0"/>
                </a:lnTo>
                <a:lnTo>
                  <a:pt x="19986" y="3487"/>
                </a:lnTo>
                <a:lnTo>
                  <a:pt x="14381" y="10040"/>
                </a:lnTo>
                <a:lnTo>
                  <a:pt x="11737" y="13210"/>
                </a:lnTo>
                <a:lnTo>
                  <a:pt x="12933" y="19551"/>
                </a:lnTo>
                <a:lnTo>
                  <a:pt x="13052" y="20185"/>
                </a:lnTo>
                <a:lnTo>
                  <a:pt x="13112" y="20503"/>
                </a:lnTo>
                <a:lnTo>
                  <a:pt x="59285" y="20503"/>
                </a:lnTo>
                <a:lnTo>
                  <a:pt x="54670" y="15747"/>
                </a:lnTo>
                <a:lnTo>
                  <a:pt x="54565" y="9617"/>
                </a:lnTo>
                <a:lnTo>
                  <a:pt x="49806" y="5918"/>
                </a:lnTo>
                <a:lnTo>
                  <a:pt x="45999" y="2853"/>
                </a:lnTo>
                <a:lnTo>
                  <a:pt x="42932" y="528"/>
                </a:lnTo>
                <a:lnTo>
                  <a:pt x="37434" y="0"/>
                </a:lnTo>
                <a:close/>
              </a:path>
            </a:pathLst>
          </a:custGeom>
          <a:solidFill>
            <a:srgbClr val="000000"/>
          </a:solidFill>
        </p:spPr>
        <p:txBody>
          <a:bodyPr wrap="square" lIns="0" tIns="0" rIns="0" bIns="0" rtlCol="0"/>
          <a:lstStyle/>
          <a:p>
            <a:endParaRPr/>
          </a:p>
        </p:txBody>
      </p:sp>
      <p:sp>
        <p:nvSpPr>
          <p:cNvPr id="569" name="object 569"/>
          <p:cNvSpPr/>
          <p:nvPr/>
        </p:nvSpPr>
        <p:spPr>
          <a:xfrm>
            <a:off x="3596795" y="8898263"/>
            <a:ext cx="60325" cy="60325"/>
          </a:xfrm>
          <a:custGeom>
            <a:avLst/>
            <a:gdLst/>
            <a:ahLst/>
            <a:cxnLst/>
            <a:rect l="l" t="t" r="r" b="b"/>
            <a:pathLst>
              <a:path w="60325" h="60325">
                <a:moveTo>
                  <a:pt x="28692" y="59818"/>
                </a:moveTo>
                <a:lnTo>
                  <a:pt x="25273" y="59818"/>
                </a:lnTo>
                <a:lnTo>
                  <a:pt x="25379" y="60240"/>
                </a:lnTo>
                <a:lnTo>
                  <a:pt x="27282" y="60240"/>
                </a:lnTo>
                <a:lnTo>
                  <a:pt x="28692" y="59818"/>
                </a:lnTo>
                <a:close/>
              </a:path>
              <a:path w="60325" h="60325">
                <a:moveTo>
                  <a:pt x="41888" y="49143"/>
                </a:moveTo>
                <a:lnTo>
                  <a:pt x="19351" y="49143"/>
                </a:lnTo>
                <a:lnTo>
                  <a:pt x="19351" y="53899"/>
                </a:lnTo>
                <a:lnTo>
                  <a:pt x="21149" y="57598"/>
                </a:lnTo>
                <a:lnTo>
                  <a:pt x="22100" y="59289"/>
                </a:lnTo>
                <a:lnTo>
                  <a:pt x="23475" y="59818"/>
                </a:lnTo>
                <a:lnTo>
                  <a:pt x="37539" y="59818"/>
                </a:lnTo>
                <a:lnTo>
                  <a:pt x="38808" y="57810"/>
                </a:lnTo>
                <a:lnTo>
                  <a:pt x="40178" y="53899"/>
                </a:lnTo>
                <a:lnTo>
                  <a:pt x="41773" y="49460"/>
                </a:lnTo>
                <a:lnTo>
                  <a:pt x="41888" y="49143"/>
                </a:lnTo>
                <a:close/>
              </a:path>
              <a:path w="60325" h="60325">
                <a:moveTo>
                  <a:pt x="34367" y="0"/>
                </a:moveTo>
                <a:lnTo>
                  <a:pt x="30137" y="0"/>
                </a:lnTo>
                <a:lnTo>
                  <a:pt x="27388" y="528"/>
                </a:lnTo>
                <a:lnTo>
                  <a:pt x="4018" y="14267"/>
                </a:lnTo>
                <a:lnTo>
                  <a:pt x="845" y="17966"/>
                </a:lnTo>
                <a:lnTo>
                  <a:pt x="0" y="18917"/>
                </a:lnTo>
                <a:lnTo>
                  <a:pt x="740" y="21137"/>
                </a:lnTo>
                <a:lnTo>
                  <a:pt x="740" y="25893"/>
                </a:lnTo>
                <a:lnTo>
                  <a:pt x="317" y="29169"/>
                </a:lnTo>
                <a:lnTo>
                  <a:pt x="740" y="32445"/>
                </a:lnTo>
                <a:lnTo>
                  <a:pt x="845" y="34770"/>
                </a:lnTo>
                <a:lnTo>
                  <a:pt x="1163" y="37412"/>
                </a:lnTo>
                <a:lnTo>
                  <a:pt x="2432" y="38998"/>
                </a:lnTo>
                <a:lnTo>
                  <a:pt x="5604" y="42802"/>
                </a:lnTo>
                <a:lnTo>
                  <a:pt x="9199" y="45973"/>
                </a:lnTo>
                <a:lnTo>
                  <a:pt x="12689" y="49460"/>
                </a:lnTo>
                <a:lnTo>
                  <a:pt x="13006" y="49460"/>
                </a:lnTo>
                <a:lnTo>
                  <a:pt x="13958" y="49143"/>
                </a:lnTo>
                <a:lnTo>
                  <a:pt x="41888" y="49143"/>
                </a:lnTo>
                <a:lnTo>
                  <a:pt x="42154" y="48404"/>
                </a:lnTo>
                <a:lnTo>
                  <a:pt x="50652" y="48404"/>
                </a:lnTo>
                <a:lnTo>
                  <a:pt x="54565" y="43014"/>
                </a:lnTo>
                <a:lnTo>
                  <a:pt x="57346" y="38998"/>
                </a:lnTo>
                <a:lnTo>
                  <a:pt x="60275" y="35510"/>
                </a:lnTo>
                <a:lnTo>
                  <a:pt x="59343" y="30543"/>
                </a:lnTo>
                <a:lnTo>
                  <a:pt x="59535" y="30543"/>
                </a:lnTo>
                <a:lnTo>
                  <a:pt x="59640" y="17121"/>
                </a:lnTo>
                <a:lnTo>
                  <a:pt x="59112" y="15958"/>
                </a:lnTo>
                <a:lnTo>
                  <a:pt x="49171" y="7820"/>
                </a:lnTo>
                <a:lnTo>
                  <a:pt x="45576" y="4755"/>
                </a:lnTo>
                <a:lnTo>
                  <a:pt x="40712" y="4755"/>
                </a:lnTo>
                <a:lnTo>
                  <a:pt x="37011" y="1268"/>
                </a:lnTo>
                <a:lnTo>
                  <a:pt x="36165" y="317"/>
                </a:lnTo>
                <a:lnTo>
                  <a:pt x="34367" y="0"/>
                </a:lnTo>
                <a:close/>
              </a:path>
            </a:pathLst>
          </a:custGeom>
          <a:solidFill>
            <a:srgbClr val="000000"/>
          </a:solidFill>
        </p:spPr>
        <p:txBody>
          <a:bodyPr wrap="square" lIns="0" tIns="0" rIns="0" bIns="0" rtlCol="0"/>
          <a:lstStyle/>
          <a:p>
            <a:endParaRPr/>
          </a:p>
        </p:txBody>
      </p:sp>
      <p:sp>
        <p:nvSpPr>
          <p:cNvPr id="570" name="object 570"/>
          <p:cNvSpPr/>
          <p:nvPr/>
        </p:nvSpPr>
        <p:spPr>
          <a:xfrm>
            <a:off x="2727455" y="4567261"/>
            <a:ext cx="63500" cy="60325"/>
          </a:xfrm>
          <a:custGeom>
            <a:avLst/>
            <a:gdLst/>
            <a:ahLst/>
            <a:cxnLst/>
            <a:rect l="l" t="t" r="r" b="b"/>
            <a:pathLst>
              <a:path w="63500" h="60325">
                <a:moveTo>
                  <a:pt x="31089" y="0"/>
                </a:moveTo>
                <a:lnTo>
                  <a:pt x="26225" y="105"/>
                </a:lnTo>
                <a:lnTo>
                  <a:pt x="23475" y="1162"/>
                </a:lnTo>
                <a:lnTo>
                  <a:pt x="23052" y="4544"/>
                </a:lnTo>
                <a:lnTo>
                  <a:pt x="21360" y="9088"/>
                </a:lnTo>
                <a:lnTo>
                  <a:pt x="19774" y="10145"/>
                </a:lnTo>
                <a:lnTo>
                  <a:pt x="13958" y="10145"/>
                </a:lnTo>
                <a:lnTo>
                  <a:pt x="12372" y="11942"/>
                </a:lnTo>
                <a:lnTo>
                  <a:pt x="12795" y="19023"/>
                </a:lnTo>
                <a:lnTo>
                  <a:pt x="10257" y="19763"/>
                </a:lnTo>
                <a:lnTo>
                  <a:pt x="5287" y="19974"/>
                </a:lnTo>
                <a:lnTo>
                  <a:pt x="2855" y="21559"/>
                </a:lnTo>
                <a:lnTo>
                  <a:pt x="3278" y="29274"/>
                </a:lnTo>
                <a:lnTo>
                  <a:pt x="0" y="36990"/>
                </a:lnTo>
                <a:lnTo>
                  <a:pt x="10257" y="43965"/>
                </a:lnTo>
                <a:lnTo>
                  <a:pt x="12689" y="46184"/>
                </a:lnTo>
                <a:lnTo>
                  <a:pt x="12689" y="54639"/>
                </a:lnTo>
                <a:lnTo>
                  <a:pt x="17765" y="52842"/>
                </a:lnTo>
                <a:lnTo>
                  <a:pt x="19457" y="54428"/>
                </a:lnTo>
                <a:lnTo>
                  <a:pt x="23687" y="58021"/>
                </a:lnTo>
                <a:lnTo>
                  <a:pt x="27916" y="59712"/>
                </a:lnTo>
                <a:lnTo>
                  <a:pt x="31935" y="59712"/>
                </a:lnTo>
                <a:lnTo>
                  <a:pt x="31512" y="59818"/>
                </a:lnTo>
                <a:lnTo>
                  <a:pt x="35953" y="59818"/>
                </a:lnTo>
                <a:lnTo>
                  <a:pt x="40183" y="57810"/>
                </a:lnTo>
                <a:lnTo>
                  <a:pt x="44624" y="54216"/>
                </a:lnTo>
                <a:lnTo>
                  <a:pt x="45259" y="54428"/>
                </a:lnTo>
                <a:lnTo>
                  <a:pt x="52450" y="54428"/>
                </a:lnTo>
                <a:lnTo>
                  <a:pt x="51392" y="49355"/>
                </a:lnTo>
                <a:lnTo>
                  <a:pt x="51075" y="40477"/>
                </a:lnTo>
                <a:lnTo>
                  <a:pt x="53507" y="39632"/>
                </a:lnTo>
                <a:lnTo>
                  <a:pt x="58477" y="39420"/>
                </a:lnTo>
                <a:lnTo>
                  <a:pt x="60592" y="38152"/>
                </a:lnTo>
                <a:lnTo>
                  <a:pt x="61650" y="34770"/>
                </a:lnTo>
                <a:lnTo>
                  <a:pt x="61121" y="32234"/>
                </a:lnTo>
                <a:lnTo>
                  <a:pt x="61121" y="29380"/>
                </a:lnTo>
                <a:lnTo>
                  <a:pt x="60486" y="26527"/>
                </a:lnTo>
                <a:lnTo>
                  <a:pt x="63130" y="21876"/>
                </a:lnTo>
                <a:lnTo>
                  <a:pt x="54882" y="19129"/>
                </a:lnTo>
                <a:lnTo>
                  <a:pt x="50123" y="18706"/>
                </a:lnTo>
                <a:lnTo>
                  <a:pt x="51181" y="12048"/>
                </a:lnTo>
                <a:lnTo>
                  <a:pt x="45047" y="10145"/>
                </a:lnTo>
                <a:lnTo>
                  <a:pt x="40077" y="6552"/>
                </a:lnTo>
                <a:lnTo>
                  <a:pt x="35953" y="1585"/>
                </a:lnTo>
                <a:lnTo>
                  <a:pt x="34896" y="105"/>
                </a:lnTo>
                <a:close/>
              </a:path>
            </a:pathLst>
          </a:custGeom>
          <a:solidFill>
            <a:srgbClr val="000000"/>
          </a:solidFill>
        </p:spPr>
        <p:txBody>
          <a:bodyPr wrap="square" lIns="0" tIns="0" rIns="0" bIns="0" rtlCol="0"/>
          <a:lstStyle/>
          <a:p>
            <a:endParaRPr/>
          </a:p>
        </p:txBody>
      </p:sp>
      <p:sp>
        <p:nvSpPr>
          <p:cNvPr id="571" name="object 571"/>
          <p:cNvSpPr/>
          <p:nvPr/>
        </p:nvSpPr>
        <p:spPr>
          <a:xfrm>
            <a:off x="3893730" y="7742378"/>
            <a:ext cx="60960" cy="59690"/>
          </a:xfrm>
          <a:custGeom>
            <a:avLst/>
            <a:gdLst/>
            <a:ahLst/>
            <a:cxnLst/>
            <a:rect l="l" t="t" r="r" b="b"/>
            <a:pathLst>
              <a:path w="60960" h="59690">
                <a:moveTo>
                  <a:pt x="32675" y="0"/>
                </a:moveTo>
                <a:lnTo>
                  <a:pt x="26542" y="0"/>
                </a:lnTo>
                <a:lnTo>
                  <a:pt x="23475" y="1902"/>
                </a:lnTo>
                <a:lnTo>
                  <a:pt x="17765" y="6869"/>
                </a:lnTo>
                <a:lnTo>
                  <a:pt x="16496" y="9088"/>
                </a:lnTo>
                <a:lnTo>
                  <a:pt x="7719" y="9088"/>
                </a:lnTo>
                <a:lnTo>
                  <a:pt x="8459" y="16064"/>
                </a:lnTo>
                <a:lnTo>
                  <a:pt x="0" y="24202"/>
                </a:lnTo>
                <a:lnTo>
                  <a:pt x="1268" y="30648"/>
                </a:lnTo>
                <a:lnTo>
                  <a:pt x="20937" y="58972"/>
                </a:lnTo>
                <a:lnTo>
                  <a:pt x="23475" y="58866"/>
                </a:lnTo>
                <a:lnTo>
                  <a:pt x="29503" y="58972"/>
                </a:lnTo>
                <a:lnTo>
                  <a:pt x="29714" y="59078"/>
                </a:lnTo>
                <a:lnTo>
                  <a:pt x="32041" y="59078"/>
                </a:lnTo>
                <a:lnTo>
                  <a:pt x="34473" y="58761"/>
                </a:lnTo>
                <a:lnTo>
                  <a:pt x="41875" y="53477"/>
                </a:lnTo>
                <a:lnTo>
                  <a:pt x="50229" y="52525"/>
                </a:lnTo>
                <a:lnTo>
                  <a:pt x="52027" y="40054"/>
                </a:lnTo>
                <a:lnTo>
                  <a:pt x="60486" y="36355"/>
                </a:lnTo>
                <a:lnTo>
                  <a:pt x="56468" y="28746"/>
                </a:lnTo>
                <a:lnTo>
                  <a:pt x="57102" y="24730"/>
                </a:lnTo>
                <a:lnTo>
                  <a:pt x="55939" y="21348"/>
                </a:lnTo>
                <a:lnTo>
                  <a:pt x="50652" y="16275"/>
                </a:lnTo>
                <a:lnTo>
                  <a:pt x="50652" y="10779"/>
                </a:lnTo>
                <a:lnTo>
                  <a:pt x="45788" y="9511"/>
                </a:lnTo>
                <a:lnTo>
                  <a:pt x="43250" y="8983"/>
                </a:lnTo>
                <a:lnTo>
                  <a:pt x="40712" y="6552"/>
                </a:lnTo>
                <a:lnTo>
                  <a:pt x="35742" y="2113"/>
                </a:lnTo>
                <a:close/>
              </a:path>
            </a:pathLst>
          </a:custGeom>
          <a:solidFill>
            <a:srgbClr val="000000"/>
          </a:solidFill>
        </p:spPr>
        <p:txBody>
          <a:bodyPr wrap="square" lIns="0" tIns="0" rIns="0" bIns="0" rtlCol="0"/>
          <a:lstStyle/>
          <a:p>
            <a:endParaRPr/>
          </a:p>
        </p:txBody>
      </p:sp>
      <p:sp>
        <p:nvSpPr>
          <p:cNvPr id="572" name="object 572"/>
          <p:cNvSpPr/>
          <p:nvPr/>
        </p:nvSpPr>
        <p:spPr>
          <a:xfrm>
            <a:off x="421978" y="3415920"/>
            <a:ext cx="60325" cy="59690"/>
          </a:xfrm>
          <a:custGeom>
            <a:avLst/>
            <a:gdLst/>
            <a:ahLst/>
            <a:cxnLst/>
            <a:rect l="l" t="t" r="r" b="b"/>
            <a:pathLst>
              <a:path w="60325" h="59689">
                <a:moveTo>
                  <a:pt x="48899" y="39737"/>
                </a:moveTo>
                <a:lnTo>
                  <a:pt x="8248" y="39737"/>
                </a:lnTo>
                <a:lnTo>
                  <a:pt x="8501" y="40477"/>
                </a:lnTo>
                <a:lnTo>
                  <a:pt x="9897" y="46078"/>
                </a:lnTo>
                <a:lnTo>
                  <a:pt x="12816" y="49777"/>
                </a:lnTo>
                <a:lnTo>
                  <a:pt x="18780" y="50517"/>
                </a:lnTo>
                <a:lnTo>
                  <a:pt x="19541" y="55907"/>
                </a:lnTo>
                <a:lnTo>
                  <a:pt x="21699" y="59289"/>
                </a:lnTo>
                <a:lnTo>
                  <a:pt x="26774" y="59289"/>
                </a:lnTo>
                <a:lnTo>
                  <a:pt x="26774" y="59078"/>
                </a:lnTo>
                <a:lnTo>
                  <a:pt x="37053" y="59078"/>
                </a:lnTo>
                <a:lnTo>
                  <a:pt x="40225" y="56964"/>
                </a:lnTo>
                <a:lnTo>
                  <a:pt x="40352" y="50200"/>
                </a:lnTo>
                <a:lnTo>
                  <a:pt x="41367" y="49249"/>
                </a:lnTo>
                <a:lnTo>
                  <a:pt x="50299" y="49249"/>
                </a:lnTo>
                <a:lnTo>
                  <a:pt x="49007" y="40477"/>
                </a:lnTo>
                <a:lnTo>
                  <a:pt x="48899" y="39737"/>
                </a:lnTo>
                <a:close/>
              </a:path>
              <a:path w="60325" h="59689">
                <a:moveTo>
                  <a:pt x="50299" y="49249"/>
                </a:moveTo>
                <a:lnTo>
                  <a:pt x="41875" y="49249"/>
                </a:lnTo>
                <a:lnTo>
                  <a:pt x="42763" y="49566"/>
                </a:lnTo>
                <a:lnTo>
                  <a:pt x="43652" y="49777"/>
                </a:lnTo>
                <a:lnTo>
                  <a:pt x="50377" y="49777"/>
                </a:lnTo>
                <a:lnTo>
                  <a:pt x="50299" y="49249"/>
                </a:lnTo>
                <a:close/>
              </a:path>
              <a:path w="60325" h="59689">
                <a:moveTo>
                  <a:pt x="33754" y="0"/>
                </a:moveTo>
                <a:lnTo>
                  <a:pt x="26267" y="0"/>
                </a:lnTo>
                <a:lnTo>
                  <a:pt x="21952" y="634"/>
                </a:lnTo>
                <a:lnTo>
                  <a:pt x="20430" y="2008"/>
                </a:lnTo>
                <a:lnTo>
                  <a:pt x="19922" y="2430"/>
                </a:lnTo>
                <a:lnTo>
                  <a:pt x="20049" y="8137"/>
                </a:lnTo>
                <a:lnTo>
                  <a:pt x="18399" y="9934"/>
                </a:lnTo>
                <a:lnTo>
                  <a:pt x="11420" y="9934"/>
                </a:lnTo>
                <a:lnTo>
                  <a:pt x="9770" y="11414"/>
                </a:lnTo>
                <a:lnTo>
                  <a:pt x="10024" y="14373"/>
                </a:lnTo>
                <a:lnTo>
                  <a:pt x="10278" y="18812"/>
                </a:lnTo>
                <a:lnTo>
                  <a:pt x="7740" y="19551"/>
                </a:lnTo>
                <a:lnTo>
                  <a:pt x="4060" y="19763"/>
                </a:lnTo>
                <a:lnTo>
                  <a:pt x="2791" y="19974"/>
                </a:lnTo>
                <a:lnTo>
                  <a:pt x="380" y="21348"/>
                </a:lnTo>
                <a:lnTo>
                  <a:pt x="275" y="23567"/>
                </a:lnTo>
                <a:lnTo>
                  <a:pt x="0" y="27161"/>
                </a:lnTo>
                <a:lnTo>
                  <a:pt x="0" y="32022"/>
                </a:lnTo>
                <a:lnTo>
                  <a:pt x="306" y="35933"/>
                </a:lnTo>
                <a:lnTo>
                  <a:pt x="380" y="36884"/>
                </a:lnTo>
                <a:lnTo>
                  <a:pt x="507" y="37835"/>
                </a:lnTo>
                <a:lnTo>
                  <a:pt x="2791" y="38680"/>
                </a:lnTo>
                <a:lnTo>
                  <a:pt x="5583" y="39949"/>
                </a:lnTo>
                <a:lnTo>
                  <a:pt x="8248" y="39737"/>
                </a:lnTo>
                <a:lnTo>
                  <a:pt x="48899" y="39737"/>
                </a:lnTo>
                <a:lnTo>
                  <a:pt x="48790" y="38998"/>
                </a:lnTo>
                <a:lnTo>
                  <a:pt x="48743" y="38680"/>
                </a:lnTo>
                <a:lnTo>
                  <a:pt x="57225" y="38680"/>
                </a:lnTo>
                <a:lnTo>
                  <a:pt x="59387" y="35933"/>
                </a:lnTo>
                <a:lnTo>
                  <a:pt x="38449" y="1796"/>
                </a:lnTo>
                <a:lnTo>
                  <a:pt x="37286" y="634"/>
                </a:lnTo>
                <a:lnTo>
                  <a:pt x="37865" y="634"/>
                </a:lnTo>
                <a:lnTo>
                  <a:pt x="33754" y="0"/>
                </a:lnTo>
                <a:close/>
              </a:path>
              <a:path w="60325" h="59689">
                <a:moveTo>
                  <a:pt x="57225" y="38680"/>
                </a:moveTo>
                <a:lnTo>
                  <a:pt x="56087" y="38680"/>
                </a:lnTo>
                <a:lnTo>
                  <a:pt x="56976" y="38998"/>
                </a:lnTo>
                <a:lnTo>
                  <a:pt x="57225" y="38680"/>
                </a:lnTo>
                <a:close/>
              </a:path>
            </a:pathLst>
          </a:custGeom>
          <a:solidFill>
            <a:srgbClr val="000000"/>
          </a:solidFill>
        </p:spPr>
        <p:txBody>
          <a:bodyPr wrap="square" lIns="0" tIns="0" rIns="0" bIns="0" rtlCol="0"/>
          <a:lstStyle/>
          <a:p>
            <a:endParaRPr/>
          </a:p>
        </p:txBody>
      </p:sp>
      <p:sp>
        <p:nvSpPr>
          <p:cNvPr id="573" name="object 573"/>
          <p:cNvSpPr/>
          <p:nvPr/>
        </p:nvSpPr>
        <p:spPr>
          <a:xfrm>
            <a:off x="3895633" y="7164277"/>
            <a:ext cx="57150" cy="53975"/>
          </a:xfrm>
          <a:custGeom>
            <a:avLst/>
            <a:gdLst/>
            <a:ahLst/>
            <a:cxnLst/>
            <a:rect l="l" t="t" r="r" b="b"/>
            <a:pathLst>
              <a:path w="57150" h="53975">
                <a:moveTo>
                  <a:pt x="22418" y="0"/>
                </a:moveTo>
                <a:lnTo>
                  <a:pt x="20409" y="0"/>
                </a:lnTo>
                <a:lnTo>
                  <a:pt x="19880" y="317"/>
                </a:lnTo>
                <a:lnTo>
                  <a:pt x="15121" y="2430"/>
                </a:lnTo>
                <a:lnTo>
                  <a:pt x="10160" y="5072"/>
                </a:lnTo>
                <a:lnTo>
                  <a:pt x="5710" y="7398"/>
                </a:lnTo>
                <a:lnTo>
                  <a:pt x="8988" y="15218"/>
                </a:lnTo>
                <a:lnTo>
                  <a:pt x="0" y="19974"/>
                </a:lnTo>
                <a:lnTo>
                  <a:pt x="528" y="27266"/>
                </a:lnTo>
                <a:lnTo>
                  <a:pt x="951" y="34453"/>
                </a:lnTo>
                <a:lnTo>
                  <a:pt x="8142" y="39526"/>
                </a:lnTo>
                <a:lnTo>
                  <a:pt x="6027" y="47241"/>
                </a:lnTo>
                <a:lnTo>
                  <a:pt x="6027" y="47452"/>
                </a:lnTo>
                <a:lnTo>
                  <a:pt x="8776" y="48509"/>
                </a:lnTo>
                <a:lnTo>
                  <a:pt x="10045" y="49143"/>
                </a:lnTo>
                <a:lnTo>
                  <a:pt x="16813" y="52314"/>
                </a:lnTo>
                <a:lnTo>
                  <a:pt x="21043" y="53688"/>
                </a:lnTo>
                <a:lnTo>
                  <a:pt x="29291" y="53688"/>
                </a:lnTo>
                <a:lnTo>
                  <a:pt x="33023" y="52314"/>
                </a:lnTo>
                <a:lnTo>
                  <a:pt x="40183" y="49460"/>
                </a:lnTo>
                <a:lnTo>
                  <a:pt x="49383" y="46078"/>
                </a:lnTo>
                <a:lnTo>
                  <a:pt x="49225" y="39526"/>
                </a:lnTo>
                <a:lnTo>
                  <a:pt x="49171" y="37307"/>
                </a:lnTo>
                <a:lnTo>
                  <a:pt x="53930" y="31494"/>
                </a:lnTo>
                <a:lnTo>
                  <a:pt x="57102" y="27583"/>
                </a:lnTo>
                <a:lnTo>
                  <a:pt x="54247" y="20714"/>
                </a:lnTo>
                <a:lnTo>
                  <a:pt x="49383" y="16804"/>
                </a:lnTo>
                <a:lnTo>
                  <a:pt x="50335" y="10568"/>
                </a:lnTo>
                <a:lnTo>
                  <a:pt x="44730" y="8771"/>
                </a:lnTo>
                <a:lnTo>
                  <a:pt x="42138" y="5284"/>
                </a:lnTo>
                <a:lnTo>
                  <a:pt x="35742" y="5284"/>
                </a:lnTo>
                <a:lnTo>
                  <a:pt x="32588" y="317"/>
                </a:lnTo>
                <a:lnTo>
                  <a:pt x="23581" y="317"/>
                </a:lnTo>
                <a:lnTo>
                  <a:pt x="22418" y="0"/>
                </a:lnTo>
                <a:close/>
              </a:path>
              <a:path w="57150" h="53975">
                <a:moveTo>
                  <a:pt x="41981" y="5072"/>
                </a:moveTo>
                <a:lnTo>
                  <a:pt x="41558" y="5284"/>
                </a:lnTo>
                <a:lnTo>
                  <a:pt x="42138" y="5284"/>
                </a:lnTo>
                <a:lnTo>
                  <a:pt x="41981" y="5072"/>
                </a:lnTo>
                <a:close/>
              </a:path>
              <a:path w="57150" h="53975">
                <a:moveTo>
                  <a:pt x="32386" y="0"/>
                </a:moveTo>
                <a:lnTo>
                  <a:pt x="25273" y="0"/>
                </a:lnTo>
                <a:lnTo>
                  <a:pt x="24638" y="317"/>
                </a:lnTo>
                <a:lnTo>
                  <a:pt x="32588" y="317"/>
                </a:lnTo>
                <a:lnTo>
                  <a:pt x="32386" y="0"/>
                </a:lnTo>
                <a:close/>
              </a:path>
            </a:pathLst>
          </a:custGeom>
          <a:solidFill>
            <a:srgbClr val="000000"/>
          </a:solidFill>
        </p:spPr>
        <p:txBody>
          <a:bodyPr wrap="square" lIns="0" tIns="0" rIns="0" bIns="0" rtlCol="0"/>
          <a:lstStyle/>
          <a:p>
            <a:endParaRPr/>
          </a:p>
        </p:txBody>
      </p:sp>
      <p:sp>
        <p:nvSpPr>
          <p:cNvPr id="574" name="object 574"/>
          <p:cNvSpPr/>
          <p:nvPr/>
        </p:nvSpPr>
        <p:spPr>
          <a:xfrm>
            <a:off x="3895607" y="6877023"/>
            <a:ext cx="53340" cy="57785"/>
          </a:xfrm>
          <a:custGeom>
            <a:avLst/>
            <a:gdLst/>
            <a:ahLst/>
            <a:cxnLst/>
            <a:rect l="l" t="t" r="r" b="b"/>
            <a:pathLst>
              <a:path w="53339" h="57784">
                <a:moveTo>
                  <a:pt x="32067" y="0"/>
                </a:moveTo>
                <a:lnTo>
                  <a:pt x="29318" y="0"/>
                </a:lnTo>
                <a:lnTo>
                  <a:pt x="28895" y="211"/>
                </a:lnTo>
                <a:lnTo>
                  <a:pt x="17897" y="4650"/>
                </a:lnTo>
                <a:lnTo>
                  <a:pt x="12187" y="6658"/>
                </a:lnTo>
                <a:lnTo>
                  <a:pt x="6899" y="9194"/>
                </a:lnTo>
                <a:lnTo>
                  <a:pt x="5842" y="9511"/>
                </a:lnTo>
                <a:lnTo>
                  <a:pt x="5630" y="11836"/>
                </a:lnTo>
                <a:lnTo>
                  <a:pt x="5313" y="13210"/>
                </a:lnTo>
                <a:lnTo>
                  <a:pt x="5102" y="15641"/>
                </a:lnTo>
                <a:lnTo>
                  <a:pt x="6265" y="19340"/>
                </a:lnTo>
                <a:lnTo>
                  <a:pt x="4996" y="20291"/>
                </a:lnTo>
                <a:lnTo>
                  <a:pt x="703" y="25698"/>
                </a:lnTo>
                <a:lnTo>
                  <a:pt x="0" y="30886"/>
                </a:lnTo>
                <a:lnTo>
                  <a:pt x="1873" y="35956"/>
                </a:lnTo>
                <a:lnTo>
                  <a:pt x="5313" y="41006"/>
                </a:lnTo>
                <a:lnTo>
                  <a:pt x="3727" y="50095"/>
                </a:lnTo>
                <a:lnTo>
                  <a:pt x="13033" y="46607"/>
                </a:lnTo>
                <a:lnTo>
                  <a:pt x="20964" y="55167"/>
                </a:lnTo>
                <a:lnTo>
                  <a:pt x="24030" y="57493"/>
                </a:lnTo>
                <a:lnTo>
                  <a:pt x="27203" y="57493"/>
                </a:lnTo>
                <a:lnTo>
                  <a:pt x="27203" y="57281"/>
                </a:lnTo>
                <a:lnTo>
                  <a:pt x="30164" y="57281"/>
                </a:lnTo>
                <a:lnTo>
                  <a:pt x="33230" y="55062"/>
                </a:lnTo>
                <a:lnTo>
                  <a:pt x="40315" y="49143"/>
                </a:lnTo>
                <a:lnTo>
                  <a:pt x="42430" y="46924"/>
                </a:lnTo>
                <a:lnTo>
                  <a:pt x="48458" y="46924"/>
                </a:lnTo>
                <a:lnTo>
                  <a:pt x="48775" y="44070"/>
                </a:lnTo>
                <a:lnTo>
                  <a:pt x="52464" y="34937"/>
                </a:lnTo>
                <a:lnTo>
                  <a:pt x="53335" y="30292"/>
                </a:lnTo>
                <a:lnTo>
                  <a:pt x="52402" y="25666"/>
                </a:lnTo>
                <a:lnTo>
                  <a:pt x="49832" y="18812"/>
                </a:lnTo>
                <a:lnTo>
                  <a:pt x="48140" y="13844"/>
                </a:lnTo>
                <a:lnTo>
                  <a:pt x="45074" y="8771"/>
                </a:lnTo>
                <a:lnTo>
                  <a:pt x="41478" y="8560"/>
                </a:lnTo>
                <a:lnTo>
                  <a:pt x="35557" y="8032"/>
                </a:lnTo>
                <a:close/>
              </a:path>
            </a:pathLst>
          </a:custGeom>
          <a:solidFill>
            <a:srgbClr val="000000"/>
          </a:solidFill>
        </p:spPr>
        <p:txBody>
          <a:bodyPr wrap="square" lIns="0" tIns="0" rIns="0" bIns="0" rtlCol="0"/>
          <a:lstStyle/>
          <a:p>
            <a:endParaRPr/>
          </a:p>
        </p:txBody>
      </p:sp>
      <p:sp>
        <p:nvSpPr>
          <p:cNvPr id="575" name="object 575"/>
          <p:cNvSpPr/>
          <p:nvPr/>
        </p:nvSpPr>
        <p:spPr>
          <a:xfrm>
            <a:off x="2450401" y="4277470"/>
            <a:ext cx="45720" cy="50800"/>
          </a:xfrm>
          <a:custGeom>
            <a:avLst/>
            <a:gdLst/>
            <a:ahLst/>
            <a:cxnLst/>
            <a:rect l="l" t="t" r="r" b="b"/>
            <a:pathLst>
              <a:path w="45719" h="50800">
                <a:moveTo>
                  <a:pt x="30243" y="0"/>
                </a:moveTo>
                <a:lnTo>
                  <a:pt x="23898" y="0"/>
                </a:lnTo>
                <a:lnTo>
                  <a:pt x="20937" y="739"/>
                </a:lnTo>
                <a:lnTo>
                  <a:pt x="12901" y="2430"/>
                </a:lnTo>
                <a:lnTo>
                  <a:pt x="8036" y="7080"/>
                </a:lnTo>
                <a:lnTo>
                  <a:pt x="2960" y="10462"/>
                </a:lnTo>
                <a:lnTo>
                  <a:pt x="1691" y="11414"/>
                </a:lnTo>
                <a:lnTo>
                  <a:pt x="528" y="12999"/>
                </a:lnTo>
                <a:lnTo>
                  <a:pt x="0" y="18389"/>
                </a:lnTo>
                <a:lnTo>
                  <a:pt x="211" y="22405"/>
                </a:lnTo>
                <a:lnTo>
                  <a:pt x="211" y="35193"/>
                </a:lnTo>
                <a:lnTo>
                  <a:pt x="5075" y="42062"/>
                </a:lnTo>
                <a:lnTo>
                  <a:pt x="18399" y="49038"/>
                </a:lnTo>
                <a:lnTo>
                  <a:pt x="20409" y="50200"/>
                </a:lnTo>
                <a:lnTo>
                  <a:pt x="22418" y="50200"/>
                </a:lnTo>
                <a:lnTo>
                  <a:pt x="24321" y="50095"/>
                </a:lnTo>
                <a:lnTo>
                  <a:pt x="26436" y="49038"/>
                </a:lnTo>
                <a:lnTo>
                  <a:pt x="32252" y="45761"/>
                </a:lnTo>
                <a:lnTo>
                  <a:pt x="34896" y="45022"/>
                </a:lnTo>
                <a:lnTo>
                  <a:pt x="41981" y="45022"/>
                </a:lnTo>
                <a:lnTo>
                  <a:pt x="44519" y="44493"/>
                </a:lnTo>
                <a:lnTo>
                  <a:pt x="44307" y="35404"/>
                </a:lnTo>
                <a:lnTo>
                  <a:pt x="44413" y="30543"/>
                </a:lnTo>
                <a:lnTo>
                  <a:pt x="44413" y="22299"/>
                </a:lnTo>
                <a:lnTo>
                  <a:pt x="43884" y="18917"/>
                </a:lnTo>
                <a:lnTo>
                  <a:pt x="44413" y="15747"/>
                </a:lnTo>
                <a:lnTo>
                  <a:pt x="45153" y="9194"/>
                </a:lnTo>
                <a:lnTo>
                  <a:pt x="43567" y="4967"/>
                </a:lnTo>
                <a:lnTo>
                  <a:pt x="36165" y="4967"/>
                </a:lnTo>
                <a:lnTo>
                  <a:pt x="33627" y="1162"/>
                </a:lnTo>
                <a:close/>
              </a:path>
            </a:pathLst>
          </a:custGeom>
          <a:solidFill>
            <a:srgbClr val="000000"/>
          </a:solidFill>
        </p:spPr>
        <p:txBody>
          <a:bodyPr wrap="square" lIns="0" tIns="0" rIns="0" bIns="0" rtlCol="0"/>
          <a:lstStyle/>
          <a:p>
            <a:endParaRPr/>
          </a:p>
        </p:txBody>
      </p:sp>
      <p:sp>
        <p:nvSpPr>
          <p:cNvPr id="576" name="object 576"/>
          <p:cNvSpPr/>
          <p:nvPr/>
        </p:nvSpPr>
        <p:spPr>
          <a:xfrm>
            <a:off x="1583586" y="3710255"/>
            <a:ext cx="45720" cy="45085"/>
          </a:xfrm>
          <a:custGeom>
            <a:avLst/>
            <a:gdLst/>
            <a:ahLst/>
            <a:cxnLst/>
            <a:rect l="l" t="t" r="r" b="b"/>
            <a:pathLst>
              <a:path w="45719" h="45085">
                <a:moveTo>
                  <a:pt x="42734" y="0"/>
                </a:moveTo>
                <a:lnTo>
                  <a:pt x="964" y="0"/>
                </a:lnTo>
                <a:lnTo>
                  <a:pt x="118" y="634"/>
                </a:lnTo>
                <a:lnTo>
                  <a:pt x="0" y="19446"/>
                </a:lnTo>
                <a:lnTo>
                  <a:pt x="118" y="32762"/>
                </a:lnTo>
                <a:lnTo>
                  <a:pt x="224" y="34770"/>
                </a:lnTo>
                <a:lnTo>
                  <a:pt x="1916" y="38680"/>
                </a:lnTo>
                <a:lnTo>
                  <a:pt x="7309" y="38680"/>
                </a:lnTo>
                <a:lnTo>
                  <a:pt x="9424" y="43014"/>
                </a:lnTo>
                <a:lnTo>
                  <a:pt x="15769" y="44282"/>
                </a:lnTo>
                <a:lnTo>
                  <a:pt x="19047" y="44705"/>
                </a:lnTo>
                <a:lnTo>
                  <a:pt x="22325" y="44705"/>
                </a:lnTo>
                <a:lnTo>
                  <a:pt x="25498" y="44810"/>
                </a:lnTo>
                <a:lnTo>
                  <a:pt x="28670" y="44599"/>
                </a:lnTo>
                <a:lnTo>
                  <a:pt x="31737" y="43753"/>
                </a:lnTo>
                <a:lnTo>
                  <a:pt x="34909" y="43119"/>
                </a:lnTo>
                <a:lnTo>
                  <a:pt x="37447" y="39632"/>
                </a:lnTo>
                <a:lnTo>
                  <a:pt x="45272" y="38258"/>
                </a:lnTo>
                <a:lnTo>
                  <a:pt x="44003" y="33396"/>
                </a:lnTo>
                <a:lnTo>
                  <a:pt x="44003" y="6024"/>
                </a:lnTo>
                <a:lnTo>
                  <a:pt x="43897" y="1268"/>
                </a:lnTo>
                <a:close/>
              </a:path>
            </a:pathLst>
          </a:custGeom>
          <a:solidFill>
            <a:srgbClr val="000000"/>
          </a:solidFill>
        </p:spPr>
        <p:txBody>
          <a:bodyPr wrap="square" lIns="0" tIns="0" rIns="0" bIns="0" rtlCol="0"/>
          <a:lstStyle/>
          <a:p>
            <a:endParaRPr/>
          </a:p>
        </p:txBody>
      </p:sp>
      <p:sp>
        <p:nvSpPr>
          <p:cNvPr id="577" name="object 577"/>
          <p:cNvSpPr/>
          <p:nvPr/>
        </p:nvSpPr>
        <p:spPr>
          <a:xfrm>
            <a:off x="3900815" y="8036397"/>
            <a:ext cx="45720" cy="44450"/>
          </a:xfrm>
          <a:custGeom>
            <a:avLst/>
            <a:gdLst/>
            <a:ahLst/>
            <a:cxnLst/>
            <a:rect l="l" t="t" r="r" b="b"/>
            <a:pathLst>
              <a:path w="45720" h="44450">
                <a:moveTo>
                  <a:pt x="22206" y="0"/>
                </a:moveTo>
                <a:lnTo>
                  <a:pt x="14698" y="0"/>
                </a:lnTo>
                <a:lnTo>
                  <a:pt x="10574" y="845"/>
                </a:lnTo>
                <a:lnTo>
                  <a:pt x="7084" y="5178"/>
                </a:lnTo>
                <a:lnTo>
                  <a:pt x="6450" y="5072"/>
                </a:lnTo>
                <a:lnTo>
                  <a:pt x="1480" y="5072"/>
                </a:lnTo>
                <a:lnTo>
                  <a:pt x="0" y="7186"/>
                </a:lnTo>
                <a:lnTo>
                  <a:pt x="244" y="19208"/>
                </a:lnTo>
                <a:lnTo>
                  <a:pt x="284" y="33951"/>
                </a:lnTo>
                <a:lnTo>
                  <a:pt x="422" y="41323"/>
                </a:lnTo>
                <a:lnTo>
                  <a:pt x="528" y="42485"/>
                </a:lnTo>
                <a:lnTo>
                  <a:pt x="2432" y="44176"/>
                </a:lnTo>
                <a:lnTo>
                  <a:pt x="3595" y="44176"/>
                </a:lnTo>
                <a:lnTo>
                  <a:pt x="6133" y="44388"/>
                </a:lnTo>
                <a:lnTo>
                  <a:pt x="14064" y="44388"/>
                </a:lnTo>
                <a:lnTo>
                  <a:pt x="17342" y="44176"/>
                </a:lnTo>
                <a:lnTo>
                  <a:pt x="31829" y="44176"/>
                </a:lnTo>
                <a:lnTo>
                  <a:pt x="33098" y="44388"/>
                </a:lnTo>
                <a:lnTo>
                  <a:pt x="34367" y="44388"/>
                </a:lnTo>
                <a:lnTo>
                  <a:pt x="36693" y="44388"/>
                </a:lnTo>
                <a:lnTo>
                  <a:pt x="38808" y="44070"/>
                </a:lnTo>
                <a:lnTo>
                  <a:pt x="38280" y="36355"/>
                </a:lnTo>
                <a:lnTo>
                  <a:pt x="44413" y="34347"/>
                </a:lnTo>
                <a:lnTo>
                  <a:pt x="44201" y="29380"/>
                </a:lnTo>
                <a:lnTo>
                  <a:pt x="44201" y="26210"/>
                </a:lnTo>
                <a:lnTo>
                  <a:pt x="44519" y="22933"/>
                </a:lnTo>
                <a:lnTo>
                  <a:pt x="43884" y="16486"/>
                </a:lnTo>
                <a:lnTo>
                  <a:pt x="45470" y="13316"/>
                </a:lnTo>
                <a:lnTo>
                  <a:pt x="42404" y="10462"/>
                </a:lnTo>
                <a:lnTo>
                  <a:pt x="38703" y="7292"/>
                </a:lnTo>
                <a:lnTo>
                  <a:pt x="35424" y="3593"/>
                </a:lnTo>
                <a:lnTo>
                  <a:pt x="31935" y="211"/>
                </a:lnTo>
                <a:lnTo>
                  <a:pt x="30983" y="422"/>
                </a:lnTo>
                <a:lnTo>
                  <a:pt x="25590" y="422"/>
                </a:lnTo>
                <a:lnTo>
                  <a:pt x="22206" y="0"/>
                </a:lnTo>
                <a:close/>
              </a:path>
            </a:pathLst>
          </a:custGeom>
          <a:solidFill>
            <a:srgbClr val="000000"/>
          </a:solidFill>
        </p:spPr>
        <p:txBody>
          <a:bodyPr wrap="square" lIns="0" tIns="0" rIns="0" bIns="0" rtlCol="0"/>
          <a:lstStyle/>
          <a:p>
            <a:endParaRPr/>
          </a:p>
        </p:txBody>
      </p:sp>
      <p:sp>
        <p:nvSpPr>
          <p:cNvPr id="578" name="object 578"/>
          <p:cNvSpPr/>
          <p:nvPr/>
        </p:nvSpPr>
        <p:spPr>
          <a:xfrm>
            <a:off x="3033485" y="4861173"/>
            <a:ext cx="45720" cy="44450"/>
          </a:xfrm>
          <a:custGeom>
            <a:avLst/>
            <a:gdLst/>
            <a:ahLst/>
            <a:cxnLst/>
            <a:rect l="l" t="t" r="r" b="b"/>
            <a:pathLst>
              <a:path w="45719" h="44450">
                <a:moveTo>
                  <a:pt x="24110" y="0"/>
                </a:moveTo>
                <a:lnTo>
                  <a:pt x="16390" y="0"/>
                </a:lnTo>
                <a:lnTo>
                  <a:pt x="10363" y="2853"/>
                </a:lnTo>
                <a:lnTo>
                  <a:pt x="1797" y="6235"/>
                </a:lnTo>
                <a:lnTo>
                  <a:pt x="0" y="6975"/>
                </a:lnTo>
                <a:lnTo>
                  <a:pt x="211" y="10145"/>
                </a:lnTo>
                <a:lnTo>
                  <a:pt x="528" y="14373"/>
                </a:lnTo>
                <a:lnTo>
                  <a:pt x="211" y="18389"/>
                </a:lnTo>
                <a:lnTo>
                  <a:pt x="211" y="22511"/>
                </a:lnTo>
                <a:lnTo>
                  <a:pt x="422" y="22511"/>
                </a:lnTo>
                <a:lnTo>
                  <a:pt x="422" y="43648"/>
                </a:lnTo>
                <a:lnTo>
                  <a:pt x="1163" y="44388"/>
                </a:lnTo>
                <a:lnTo>
                  <a:pt x="37230" y="44388"/>
                </a:lnTo>
                <a:lnTo>
                  <a:pt x="38597" y="42908"/>
                </a:lnTo>
                <a:lnTo>
                  <a:pt x="39866" y="39103"/>
                </a:lnTo>
                <a:lnTo>
                  <a:pt x="41875" y="33291"/>
                </a:lnTo>
                <a:lnTo>
                  <a:pt x="45153" y="28323"/>
                </a:lnTo>
                <a:lnTo>
                  <a:pt x="44706" y="22511"/>
                </a:lnTo>
                <a:lnTo>
                  <a:pt x="44624" y="21454"/>
                </a:lnTo>
                <a:lnTo>
                  <a:pt x="30454" y="317"/>
                </a:lnTo>
                <a:lnTo>
                  <a:pt x="24110" y="0"/>
                </a:lnTo>
                <a:close/>
              </a:path>
            </a:pathLst>
          </a:custGeom>
          <a:solidFill>
            <a:srgbClr val="000000"/>
          </a:solidFill>
        </p:spPr>
        <p:txBody>
          <a:bodyPr wrap="square" lIns="0" tIns="0" rIns="0" bIns="0" rtlCol="0"/>
          <a:lstStyle/>
          <a:p>
            <a:endParaRPr/>
          </a:p>
        </p:txBody>
      </p:sp>
      <p:sp>
        <p:nvSpPr>
          <p:cNvPr id="579" name="object 579"/>
          <p:cNvSpPr/>
          <p:nvPr/>
        </p:nvSpPr>
        <p:spPr>
          <a:xfrm>
            <a:off x="716248" y="3420887"/>
            <a:ext cx="44450" cy="44450"/>
          </a:xfrm>
          <a:custGeom>
            <a:avLst/>
            <a:gdLst/>
            <a:ahLst/>
            <a:cxnLst/>
            <a:rect l="l" t="t" r="r" b="b"/>
            <a:pathLst>
              <a:path w="44450" h="44450">
                <a:moveTo>
                  <a:pt x="22079" y="0"/>
                </a:moveTo>
                <a:lnTo>
                  <a:pt x="17384" y="0"/>
                </a:lnTo>
                <a:lnTo>
                  <a:pt x="14466" y="2959"/>
                </a:lnTo>
                <a:lnTo>
                  <a:pt x="11166" y="5072"/>
                </a:lnTo>
                <a:lnTo>
                  <a:pt x="10278" y="5495"/>
                </a:lnTo>
                <a:lnTo>
                  <a:pt x="8628" y="5495"/>
                </a:lnTo>
                <a:lnTo>
                  <a:pt x="7359" y="5178"/>
                </a:lnTo>
                <a:lnTo>
                  <a:pt x="3045" y="5178"/>
                </a:lnTo>
                <a:lnTo>
                  <a:pt x="0" y="5284"/>
                </a:lnTo>
                <a:lnTo>
                  <a:pt x="53" y="16822"/>
                </a:lnTo>
                <a:lnTo>
                  <a:pt x="0" y="43648"/>
                </a:lnTo>
                <a:lnTo>
                  <a:pt x="634" y="44388"/>
                </a:lnTo>
                <a:lnTo>
                  <a:pt x="33627" y="44388"/>
                </a:lnTo>
                <a:lnTo>
                  <a:pt x="37053" y="44388"/>
                </a:lnTo>
                <a:lnTo>
                  <a:pt x="38195" y="42697"/>
                </a:lnTo>
                <a:lnTo>
                  <a:pt x="39591" y="39209"/>
                </a:lnTo>
                <a:lnTo>
                  <a:pt x="43905" y="27689"/>
                </a:lnTo>
                <a:lnTo>
                  <a:pt x="44286" y="19023"/>
                </a:lnTo>
                <a:lnTo>
                  <a:pt x="44413" y="11625"/>
                </a:lnTo>
                <a:lnTo>
                  <a:pt x="41241" y="7186"/>
                </a:lnTo>
                <a:lnTo>
                  <a:pt x="30581" y="4016"/>
                </a:lnTo>
                <a:lnTo>
                  <a:pt x="27409" y="1479"/>
                </a:lnTo>
                <a:lnTo>
                  <a:pt x="22968" y="105"/>
                </a:lnTo>
                <a:lnTo>
                  <a:pt x="22079" y="0"/>
                </a:lnTo>
                <a:close/>
              </a:path>
            </a:pathLst>
          </a:custGeom>
          <a:solidFill>
            <a:srgbClr val="000000"/>
          </a:solidFill>
        </p:spPr>
        <p:txBody>
          <a:bodyPr wrap="square" lIns="0" tIns="0" rIns="0" bIns="0" rtlCol="0"/>
          <a:lstStyle/>
          <a:p>
            <a:endParaRPr/>
          </a:p>
        </p:txBody>
      </p:sp>
      <p:sp>
        <p:nvSpPr>
          <p:cNvPr id="580" name="object 580"/>
          <p:cNvSpPr/>
          <p:nvPr/>
        </p:nvSpPr>
        <p:spPr>
          <a:xfrm>
            <a:off x="3033696" y="10060057"/>
            <a:ext cx="46355" cy="45085"/>
          </a:xfrm>
          <a:custGeom>
            <a:avLst/>
            <a:gdLst/>
            <a:ahLst/>
            <a:cxnLst/>
            <a:rect l="l" t="t" r="r" b="b"/>
            <a:pathLst>
              <a:path w="46355" h="45084">
                <a:moveTo>
                  <a:pt x="13641" y="0"/>
                </a:moveTo>
                <a:lnTo>
                  <a:pt x="5604" y="0"/>
                </a:lnTo>
                <a:lnTo>
                  <a:pt x="2220" y="253"/>
                </a:lnTo>
                <a:lnTo>
                  <a:pt x="0" y="2029"/>
                </a:lnTo>
                <a:lnTo>
                  <a:pt x="13" y="20085"/>
                </a:lnTo>
                <a:lnTo>
                  <a:pt x="8248" y="39695"/>
                </a:lnTo>
                <a:lnTo>
                  <a:pt x="12372" y="38173"/>
                </a:lnTo>
                <a:lnTo>
                  <a:pt x="16707" y="44007"/>
                </a:lnTo>
                <a:lnTo>
                  <a:pt x="18294" y="44388"/>
                </a:lnTo>
                <a:lnTo>
                  <a:pt x="20091" y="44388"/>
                </a:lnTo>
                <a:lnTo>
                  <a:pt x="19880" y="44514"/>
                </a:lnTo>
                <a:lnTo>
                  <a:pt x="21572" y="44514"/>
                </a:lnTo>
                <a:lnTo>
                  <a:pt x="23369" y="44134"/>
                </a:lnTo>
                <a:lnTo>
                  <a:pt x="26013" y="44134"/>
                </a:lnTo>
                <a:lnTo>
                  <a:pt x="26542" y="44261"/>
                </a:lnTo>
                <a:lnTo>
                  <a:pt x="29820" y="38300"/>
                </a:lnTo>
                <a:lnTo>
                  <a:pt x="38068" y="39949"/>
                </a:lnTo>
                <a:lnTo>
                  <a:pt x="45365" y="29422"/>
                </a:lnTo>
                <a:lnTo>
                  <a:pt x="42827" y="24603"/>
                </a:lnTo>
                <a:lnTo>
                  <a:pt x="45999" y="13696"/>
                </a:lnTo>
                <a:lnTo>
                  <a:pt x="39549" y="10399"/>
                </a:lnTo>
                <a:lnTo>
                  <a:pt x="38914" y="2029"/>
                </a:lnTo>
                <a:lnTo>
                  <a:pt x="37751" y="507"/>
                </a:lnTo>
                <a:lnTo>
                  <a:pt x="33521" y="126"/>
                </a:lnTo>
                <a:lnTo>
                  <a:pt x="26965" y="126"/>
                </a:lnTo>
                <a:lnTo>
                  <a:pt x="23792" y="253"/>
                </a:lnTo>
                <a:lnTo>
                  <a:pt x="20514" y="253"/>
                </a:lnTo>
                <a:lnTo>
                  <a:pt x="17025" y="126"/>
                </a:lnTo>
                <a:close/>
              </a:path>
            </a:pathLst>
          </a:custGeom>
          <a:solidFill>
            <a:srgbClr val="000000"/>
          </a:solidFill>
        </p:spPr>
        <p:txBody>
          <a:bodyPr wrap="square" lIns="0" tIns="0" rIns="0" bIns="0" rtlCol="0"/>
          <a:lstStyle/>
          <a:p>
            <a:endParaRPr/>
          </a:p>
        </p:txBody>
      </p:sp>
      <p:sp>
        <p:nvSpPr>
          <p:cNvPr id="581" name="object 581"/>
          <p:cNvSpPr/>
          <p:nvPr/>
        </p:nvSpPr>
        <p:spPr>
          <a:xfrm>
            <a:off x="2166155" y="3993493"/>
            <a:ext cx="46355" cy="45720"/>
          </a:xfrm>
          <a:custGeom>
            <a:avLst/>
            <a:gdLst/>
            <a:ahLst/>
            <a:cxnLst/>
            <a:rect l="l" t="t" r="r" b="b"/>
            <a:pathLst>
              <a:path w="46355" h="45720">
                <a:moveTo>
                  <a:pt x="11209" y="0"/>
                </a:moveTo>
                <a:lnTo>
                  <a:pt x="7613" y="5918"/>
                </a:lnTo>
                <a:lnTo>
                  <a:pt x="6979" y="5812"/>
                </a:lnTo>
                <a:lnTo>
                  <a:pt x="2114" y="5812"/>
                </a:lnTo>
                <a:lnTo>
                  <a:pt x="0" y="7503"/>
                </a:lnTo>
                <a:lnTo>
                  <a:pt x="634" y="15324"/>
                </a:lnTo>
                <a:lnTo>
                  <a:pt x="422" y="18917"/>
                </a:lnTo>
                <a:lnTo>
                  <a:pt x="528" y="37307"/>
                </a:lnTo>
                <a:lnTo>
                  <a:pt x="1057" y="36672"/>
                </a:lnTo>
                <a:lnTo>
                  <a:pt x="13324" y="44810"/>
                </a:lnTo>
                <a:lnTo>
                  <a:pt x="17236" y="45550"/>
                </a:lnTo>
                <a:lnTo>
                  <a:pt x="21149" y="45550"/>
                </a:lnTo>
                <a:lnTo>
                  <a:pt x="24850" y="45550"/>
                </a:lnTo>
                <a:lnTo>
                  <a:pt x="28657" y="44810"/>
                </a:lnTo>
                <a:lnTo>
                  <a:pt x="36165" y="43753"/>
                </a:lnTo>
                <a:lnTo>
                  <a:pt x="39337" y="37941"/>
                </a:lnTo>
                <a:lnTo>
                  <a:pt x="46105" y="31071"/>
                </a:lnTo>
                <a:lnTo>
                  <a:pt x="43567" y="26738"/>
                </a:lnTo>
                <a:lnTo>
                  <a:pt x="44413" y="22933"/>
                </a:lnTo>
                <a:lnTo>
                  <a:pt x="37434" y="6341"/>
                </a:lnTo>
                <a:lnTo>
                  <a:pt x="36270" y="6552"/>
                </a:lnTo>
                <a:lnTo>
                  <a:pt x="30983" y="6552"/>
                </a:lnTo>
                <a:lnTo>
                  <a:pt x="28551" y="739"/>
                </a:lnTo>
                <a:lnTo>
                  <a:pt x="23581" y="739"/>
                </a:lnTo>
                <a:lnTo>
                  <a:pt x="17130" y="1690"/>
                </a:lnTo>
                <a:close/>
              </a:path>
            </a:pathLst>
          </a:custGeom>
          <a:solidFill>
            <a:srgbClr val="000000"/>
          </a:solidFill>
        </p:spPr>
        <p:txBody>
          <a:bodyPr wrap="square" lIns="0" tIns="0" rIns="0" bIns="0" rtlCol="0"/>
          <a:lstStyle/>
          <a:p>
            <a:endParaRPr/>
          </a:p>
        </p:txBody>
      </p:sp>
      <p:sp>
        <p:nvSpPr>
          <p:cNvPr id="582" name="object 582"/>
          <p:cNvSpPr/>
          <p:nvPr/>
        </p:nvSpPr>
        <p:spPr>
          <a:xfrm>
            <a:off x="3607158" y="5728325"/>
            <a:ext cx="39370" cy="45085"/>
          </a:xfrm>
          <a:custGeom>
            <a:avLst/>
            <a:gdLst/>
            <a:ahLst/>
            <a:cxnLst/>
            <a:rect l="l" t="t" r="r" b="b"/>
            <a:pathLst>
              <a:path w="39370" h="45085">
                <a:moveTo>
                  <a:pt x="22946" y="0"/>
                </a:moveTo>
                <a:lnTo>
                  <a:pt x="16179" y="0"/>
                </a:lnTo>
                <a:lnTo>
                  <a:pt x="12583" y="1162"/>
                </a:lnTo>
                <a:lnTo>
                  <a:pt x="422" y="9194"/>
                </a:lnTo>
                <a:lnTo>
                  <a:pt x="0" y="8560"/>
                </a:lnTo>
                <a:lnTo>
                  <a:pt x="0" y="43331"/>
                </a:lnTo>
                <a:lnTo>
                  <a:pt x="1057" y="44599"/>
                </a:lnTo>
                <a:lnTo>
                  <a:pt x="5075" y="44599"/>
                </a:lnTo>
                <a:lnTo>
                  <a:pt x="38068" y="44493"/>
                </a:lnTo>
                <a:lnTo>
                  <a:pt x="39020" y="43859"/>
                </a:lnTo>
                <a:lnTo>
                  <a:pt x="39020" y="26210"/>
                </a:lnTo>
                <a:lnTo>
                  <a:pt x="39231" y="26315"/>
                </a:lnTo>
                <a:lnTo>
                  <a:pt x="39231" y="14161"/>
                </a:lnTo>
                <a:lnTo>
                  <a:pt x="39126" y="8560"/>
                </a:lnTo>
                <a:lnTo>
                  <a:pt x="38808" y="9088"/>
                </a:lnTo>
                <a:lnTo>
                  <a:pt x="26542" y="1268"/>
                </a:lnTo>
                <a:lnTo>
                  <a:pt x="22946" y="0"/>
                </a:lnTo>
                <a:close/>
              </a:path>
            </a:pathLst>
          </a:custGeom>
          <a:solidFill>
            <a:srgbClr val="000000"/>
          </a:solidFill>
        </p:spPr>
        <p:txBody>
          <a:bodyPr wrap="square" lIns="0" tIns="0" rIns="0" bIns="0" rtlCol="0"/>
          <a:lstStyle/>
          <a:p>
            <a:endParaRPr/>
          </a:p>
        </p:txBody>
      </p:sp>
      <p:sp>
        <p:nvSpPr>
          <p:cNvPr id="583" name="object 583"/>
          <p:cNvSpPr/>
          <p:nvPr/>
        </p:nvSpPr>
        <p:spPr>
          <a:xfrm>
            <a:off x="3900815" y="8325658"/>
            <a:ext cx="43815" cy="40005"/>
          </a:xfrm>
          <a:custGeom>
            <a:avLst/>
            <a:gdLst/>
            <a:ahLst/>
            <a:cxnLst/>
            <a:rect l="l" t="t" r="r" b="b"/>
            <a:pathLst>
              <a:path w="43814" h="40004">
                <a:moveTo>
                  <a:pt x="37328" y="0"/>
                </a:moveTo>
                <a:lnTo>
                  <a:pt x="32887" y="0"/>
                </a:lnTo>
                <a:lnTo>
                  <a:pt x="29080" y="105"/>
                </a:lnTo>
                <a:lnTo>
                  <a:pt x="18505" y="105"/>
                </a:lnTo>
                <a:lnTo>
                  <a:pt x="14381" y="0"/>
                </a:lnTo>
                <a:lnTo>
                  <a:pt x="6873" y="0"/>
                </a:lnTo>
                <a:lnTo>
                  <a:pt x="422" y="5918"/>
                </a:lnTo>
                <a:lnTo>
                  <a:pt x="105" y="8983"/>
                </a:lnTo>
                <a:lnTo>
                  <a:pt x="0" y="11414"/>
                </a:lnTo>
                <a:lnTo>
                  <a:pt x="211" y="13950"/>
                </a:lnTo>
                <a:lnTo>
                  <a:pt x="105" y="16381"/>
                </a:lnTo>
                <a:lnTo>
                  <a:pt x="191" y="27337"/>
                </a:lnTo>
                <a:lnTo>
                  <a:pt x="2458" y="34440"/>
                </a:lnTo>
                <a:lnTo>
                  <a:pt x="7778" y="38273"/>
                </a:lnTo>
                <a:lnTo>
                  <a:pt x="17025" y="39420"/>
                </a:lnTo>
                <a:lnTo>
                  <a:pt x="18822" y="39526"/>
                </a:lnTo>
                <a:lnTo>
                  <a:pt x="23264" y="39315"/>
                </a:lnTo>
                <a:lnTo>
                  <a:pt x="25484" y="39315"/>
                </a:lnTo>
                <a:lnTo>
                  <a:pt x="27705" y="39209"/>
                </a:lnTo>
                <a:lnTo>
                  <a:pt x="31935" y="39209"/>
                </a:lnTo>
                <a:lnTo>
                  <a:pt x="33098" y="39315"/>
                </a:lnTo>
                <a:lnTo>
                  <a:pt x="38597" y="39315"/>
                </a:lnTo>
                <a:lnTo>
                  <a:pt x="38174" y="35721"/>
                </a:lnTo>
                <a:lnTo>
                  <a:pt x="39760" y="32022"/>
                </a:lnTo>
                <a:lnTo>
                  <a:pt x="42660" y="24504"/>
                </a:lnTo>
                <a:lnTo>
                  <a:pt x="43607" y="19432"/>
                </a:lnTo>
                <a:lnTo>
                  <a:pt x="42630" y="14262"/>
                </a:lnTo>
                <a:lnTo>
                  <a:pt x="38174" y="2113"/>
                </a:lnTo>
                <a:close/>
              </a:path>
            </a:pathLst>
          </a:custGeom>
          <a:solidFill>
            <a:srgbClr val="000000"/>
          </a:solidFill>
        </p:spPr>
        <p:txBody>
          <a:bodyPr wrap="square" lIns="0" tIns="0" rIns="0" bIns="0" rtlCol="0"/>
          <a:lstStyle/>
          <a:p>
            <a:endParaRPr/>
          </a:p>
        </p:txBody>
      </p:sp>
      <p:sp>
        <p:nvSpPr>
          <p:cNvPr id="584" name="object 584"/>
          <p:cNvSpPr/>
          <p:nvPr/>
        </p:nvSpPr>
        <p:spPr>
          <a:xfrm>
            <a:off x="3900815" y="6600761"/>
            <a:ext cx="45720" cy="40005"/>
          </a:xfrm>
          <a:custGeom>
            <a:avLst/>
            <a:gdLst/>
            <a:ahLst/>
            <a:cxnLst/>
            <a:rect l="l" t="t" r="r" b="b"/>
            <a:pathLst>
              <a:path w="45720" h="40004">
                <a:moveTo>
                  <a:pt x="36905" y="0"/>
                </a:moveTo>
                <a:lnTo>
                  <a:pt x="32781" y="0"/>
                </a:lnTo>
                <a:lnTo>
                  <a:pt x="30666" y="211"/>
                </a:lnTo>
                <a:lnTo>
                  <a:pt x="25907" y="105"/>
                </a:lnTo>
                <a:lnTo>
                  <a:pt x="17765" y="105"/>
                </a:lnTo>
                <a:lnTo>
                  <a:pt x="14487" y="211"/>
                </a:lnTo>
                <a:lnTo>
                  <a:pt x="6239" y="317"/>
                </a:lnTo>
                <a:lnTo>
                  <a:pt x="105" y="5812"/>
                </a:lnTo>
                <a:lnTo>
                  <a:pt x="0" y="17226"/>
                </a:lnTo>
                <a:lnTo>
                  <a:pt x="0" y="23673"/>
                </a:lnTo>
                <a:lnTo>
                  <a:pt x="211" y="33396"/>
                </a:lnTo>
                <a:lnTo>
                  <a:pt x="6767" y="39420"/>
                </a:lnTo>
                <a:lnTo>
                  <a:pt x="24533" y="39420"/>
                </a:lnTo>
                <a:lnTo>
                  <a:pt x="26648" y="39315"/>
                </a:lnTo>
                <a:lnTo>
                  <a:pt x="30983" y="39315"/>
                </a:lnTo>
                <a:lnTo>
                  <a:pt x="32146" y="39420"/>
                </a:lnTo>
                <a:lnTo>
                  <a:pt x="32569" y="39526"/>
                </a:lnTo>
                <a:lnTo>
                  <a:pt x="33627" y="39526"/>
                </a:lnTo>
                <a:lnTo>
                  <a:pt x="37539" y="39420"/>
                </a:lnTo>
                <a:lnTo>
                  <a:pt x="39972" y="37835"/>
                </a:lnTo>
                <a:lnTo>
                  <a:pt x="39443" y="32973"/>
                </a:lnTo>
                <a:lnTo>
                  <a:pt x="45153" y="28218"/>
                </a:lnTo>
                <a:lnTo>
                  <a:pt x="43990" y="21771"/>
                </a:lnTo>
                <a:lnTo>
                  <a:pt x="44836" y="10251"/>
                </a:lnTo>
                <a:lnTo>
                  <a:pt x="39231" y="8349"/>
                </a:lnTo>
                <a:lnTo>
                  <a:pt x="38808" y="422"/>
                </a:lnTo>
                <a:close/>
              </a:path>
            </a:pathLst>
          </a:custGeom>
          <a:solidFill>
            <a:srgbClr val="000000"/>
          </a:solidFill>
        </p:spPr>
        <p:txBody>
          <a:bodyPr wrap="square" lIns="0" tIns="0" rIns="0" bIns="0" rtlCol="0"/>
          <a:lstStyle/>
          <a:p>
            <a:endParaRPr/>
          </a:p>
        </p:txBody>
      </p:sp>
      <p:sp>
        <p:nvSpPr>
          <p:cNvPr id="585" name="object 585"/>
          <p:cNvSpPr/>
          <p:nvPr/>
        </p:nvSpPr>
        <p:spPr>
          <a:xfrm>
            <a:off x="3607052" y="9192599"/>
            <a:ext cx="39370" cy="40005"/>
          </a:xfrm>
          <a:custGeom>
            <a:avLst/>
            <a:gdLst/>
            <a:ahLst/>
            <a:cxnLst/>
            <a:rect l="l" t="t" r="r" b="b"/>
            <a:pathLst>
              <a:path w="39370" h="40004">
                <a:moveTo>
                  <a:pt x="31829" y="0"/>
                </a:moveTo>
                <a:lnTo>
                  <a:pt x="25802" y="0"/>
                </a:lnTo>
                <a:lnTo>
                  <a:pt x="22735" y="422"/>
                </a:lnTo>
                <a:lnTo>
                  <a:pt x="17871" y="422"/>
                </a:lnTo>
                <a:lnTo>
                  <a:pt x="17025" y="211"/>
                </a:lnTo>
                <a:lnTo>
                  <a:pt x="15967" y="105"/>
                </a:lnTo>
                <a:lnTo>
                  <a:pt x="11632" y="105"/>
                </a:lnTo>
                <a:lnTo>
                  <a:pt x="9517" y="211"/>
                </a:lnTo>
                <a:lnTo>
                  <a:pt x="7402" y="211"/>
                </a:lnTo>
                <a:lnTo>
                  <a:pt x="845" y="422"/>
                </a:lnTo>
                <a:lnTo>
                  <a:pt x="0" y="1056"/>
                </a:lnTo>
                <a:lnTo>
                  <a:pt x="0" y="6341"/>
                </a:lnTo>
                <a:lnTo>
                  <a:pt x="130" y="14142"/>
                </a:lnTo>
                <a:lnTo>
                  <a:pt x="740" y="37624"/>
                </a:lnTo>
                <a:lnTo>
                  <a:pt x="5498" y="39209"/>
                </a:lnTo>
                <a:lnTo>
                  <a:pt x="10257" y="39526"/>
                </a:lnTo>
                <a:lnTo>
                  <a:pt x="15121" y="39526"/>
                </a:lnTo>
                <a:lnTo>
                  <a:pt x="15015" y="39737"/>
                </a:lnTo>
                <a:lnTo>
                  <a:pt x="19774" y="39737"/>
                </a:lnTo>
                <a:lnTo>
                  <a:pt x="24638" y="39315"/>
                </a:lnTo>
                <a:lnTo>
                  <a:pt x="32464" y="39315"/>
                </a:lnTo>
                <a:lnTo>
                  <a:pt x="34050" y="39420"/>
                </a:lnTo>
                <a:lnTo>
                  <a:pt x="38174" y="39420"/>
                </a:lnTo>
                <a:lnTo>
                  <a:pt x="39126" y="37835"/>
                </a:lnTo>
                <a:lnTo>
                  <a:pt x="39126" y="16064"/>
                </a:lnTo>
                <a:lnTo>
                  <a:pt x="38914" y="15958"/>
                </a:lnTo>
                <a:lnTo>
                  <a:pt x="38174" y="1902"/>
                </a:lnTo>
                <a:lnTo>
                  <a:pt x="35107" y="422"/>
                </a:lnTo>
                <a:close/>
              </a:path>
            </a:pathLst>
          </a:custGeom>
          <a:solidFill>
            <a:srgbClr val="000000"/>
          </a:solidFill>
        </p:spPr>
        <p:txBody>
          <a:bodyPr wrap="square" lIns="0" tIns="0" rIns="0" bIns="0" rtlCol="0"/>
          <a:lstStyle/>
          <a:p>
            <a:endParaRPr/>
          </a:p>
        </p:txBody>
      </p:sp>
      <p:sp>
        <p:nvSpPr>
          <p:cNvPr id="586" name="object 586"/>
          <p:cNvSpPr/>
          <p:nvPr/>
        </p:nvSpPr>
        <p:spPr>
          <a:xfrm>
            <a:off x="3316673" y="5150541"/>
            <a:ext cx="48260" cy="40005"/>
          </a:xfrm>
          <a:custGeom>
            <a:avLst/>
            <a:gdLst/>
            <a:ahLst/>
            <a:cxnLst/>
            <a:rect l="l" t="t" r="r" b="b"/>
            <a:pathLst>
              <a:path w="48260" h="40004">
                <a:moveTo>
                  <a:pt x="22735" y="0"/>
                </a:moveTo>
                <a:lnTo>
                  <a:pt x="16179" y="0"/>
                </a:lnTo>
                <a:lnTo>
                  <a:pt x="7613" y="317"/>
                </a:lnTo>
                <a:lnTo>
                  <a:pt x="6027" y="1902"/>
                </a:lnTo>
                <a:lnTo>
                  <a:pt x="6556" y="8983"/>
                </a:lnTo>
                <a:lnTo>
                  <a:pt x="6979" y="12893"/>
                </a:lnTo>
                <a:lnTo>
                  <a:pt x="2960" y="15958"/>
                </a:lnTo>
                <a:lnTo>
                  <a:pt x="0" y="18072"/>
                </a:lnTo>
                <a:lnTo>
                  <a:pt x="528" y="21665"/>
                </a:lnTo>
                <a:lnTo>
                  <a:pt x="6239" y="26315"/>
                </a:lnTo>
                <a:lnTo>
                  <a:pt x="6344" y="29380"/>
                </a:lnTo>
                <a:lnTo>
                  <a:pt x="6133" y="35933"/>
                </a:lnTo>
                <a:lnTo>
                  <a:pt x="6133" y="39315"/>
                </a:lnTo>
                <a:lnTo>
                  <a:pt x="23264" y="39315"/>
                </a:lnTo>
                <a:lnTo>
                  <a:pt x="25907" y="39420"/>
                </a:lnTo>
                <a:lnTo>
                  <a:pt x="28762" y="39526"/>
                </a:lnTo>
                <a:lnTo>
                  <a:pt x="31406" y="39526"/>
                </a:lnTo>
                <a:lnTo>
                  <a:pt x="34156" y="39526"/>
                </a:lnTo>
                <a:lnTo>
                  <a:pt x="37011" y="39315"/>
                </a:lnTo>
                <a:lnTo>
                  <a:pt x="39654" y="38363"/>
                </a:lnTo>
                <a:lnTo>
                  <a:pt x="39654" y="32762"/>
                </a:lnTo>
                <a:lnTo>
                  <a:pt x="44942" y="29909"/>
                </a:lnTo>
                <a:lnTo>
                  <a:pt x="45259" y="25575"/>
                </a:lnTo>
                <a:lnTo>
                  <a:pt x="45470" y="20291"/>
                </a:lnTo>
                <a:lnTo>
                  <a:pt x="48008" y="14373"/>
                </a:lnTo>
                <a:lnTo>
                  <a:pt x="42827" y="9511"/>
                </a:lnTo>
                <a:lnTo>
                  <a:pt x="40818" y="7398"/>
                </a:lnTo>
                <a:lnTo>
                  <a:pt x="41029" y="2853"/>
                </a:lnTo>
                <a:lnTo>
                  <a:pt x="37434" y="317"/>
                </a:lnTo>
                <a:lnTo>
                  <a:pt x="35107" y="211"/>
                </a:lnTo>
                <a:close/>
              </a:path>
            </a:pathLst>
          </a:custGeom>
          <a:solidFill>
            <a:srgbClr val="000000"/>
          </a:solidFill>
        </p:spPr>
        <p:txBody>
          <a:bodyPr wrap="square" lIns="0" tIns="0" rIns="0" bIns="0" rtlCol="0"/>
          <a:lstStyle/>
          <a:p>
            <a:endParaRPr/>
          </a:p>
        </p:txBody>
      </p:sp>
      <p:sp>
        <p:nvSpPr>
          <p:cNvPr id="587" name="object 587"/>
          <p:cNvSpPr/>
          <p:nvPr/>
        </p:nvSpPr>
        <p:spPr>
          <a:xfrm>
            <a:off x="3322146" y="9775720"/>
            <a:ext cx="40005" cy="40005"/>
          </a:xfrm>
          <a:custGeom>
            <a:avLst/>
            <a:gdLst/>
            <a:ahLst/>
            <a:cxnLst/>
            <a:rect l="l" t="t" r="r" b="b"/>
            <a:pathLst>
              <a:path w="40004" h="40004">
                <a:moveTo>
                  <a:pt x="25299" y="0"/>
                </a:moveTo>
                <a:lnTo>
                  <a:pt x="19906" y="0"/>
                </a:lnTo>
                <a:lnTo>
                  <a:pt x="17686" y="126"/>
                </a:lnTo>
                <a:lnTo>
                  <a:pt x="13244" y="126"/>
                </a:lnTo>
                <a:lnTo>
                  <a:pt x="12187" y="0"/>
                </a:lnTo>
                <a:lnTo>
                  <a:pt x="6476" y="0"/>
                </a:lnTo>
                <a:lnTo>
                  <a:pt x="4996" y="2536"/>
                </a:lnTo>
                <a:lnTo>
                  <a:pt x="5630" y="7355"/>
                </a:lnTo>
                <a:lnTo>
                  <a:pt x="1229" y="13708"/>
                </a:lnTo>
                <a:lnTo>
                  <a:pt x="0" y="20038"/>
                </a:lnTo>
                <a:lnTo>
                  <a:pt x="1586" y="26367"/>
                </a:lnTo>
                <a:lnTo>
                  <a:pt x="5630" y="32720"/>
                </a:lnTo>
                <a:lnTo>
                  <a:pt x="4996" y="37412"/>
                </a:lnTo>
                <a:lnTo>
                  <a:pt x="6899" y="39568"/>
                </a:lnTo>
                <a:lnTo>
                  <a:pt x="11975" y="39568"/>
                </a:lnTo>
                <a:lnTo>
                  <a:pt x="12927" y="39315"/>
                </a:lnTo>
                <a:lnTo>
                  <a:pt x="15253" y="39315"/>
                </a:lnTo>
                <a:lnTo>
                  <a:pt x="16311" y="39441"/>
                </a:lnTo>
                <a:lnTo>
                  <a:pt x="19906" y="39441"/>
                </a:lnTo>
                <a:lnTo>
                  <a:pt x="22233" y="39695"/>
                </a:lnTo>
                <a:lnTo>
                  <a:pt x="23290" y="39695"/>
                </a:lnTo>
                <a:lnTo>
                  <a:pt x="22867" y="39695"/>
                </a:lnTo>
                <a:lnTo>
                  <a:pt x="27414" y="39695"/>
                </a:lnTo>
                <a:lnTo>
                  <a:pt x="30692" y="37793"/>
                </a:lnTo>
                <a:lnTo>
                  <a:pt x="30692" y="30817"/>
                </a:lnTo>
                <a:lnTo>
                  <a:pt x="33442" y="30310"/>
                </a:lnTo>
                <a:lnTo>
                  <a:pt x="36085" y="29169"/>
                </a:lnTo>
                <a:lnTo>
                  <a:pt x="38729" y="28661"/>
                </a:lnTo>
                <a:lnTo>
                  <a:pt x="38729" y="27901"/>
                </a:lnTo>
                <a:lnTo>
                  <a:pt x="39786" y="18389"/>
                </a:lnTo>
                <a:lnTo>
                  <a:pt x="39364" y="11160"/>
                </a:lnTo>
                <a:lnTo>
                  <a:pt x="37566" y="9892"/>
                </a:lnTo>
                <a:lnTo>
                  <a:pt x="31327" y="9892"/>
                </a:lnTo>
                <a:lnTo>
                  <a:pt x="29952" y="8243"/>
                </a:lnTo>
                <a:lnTo>
                  <a:pt x="30058" y="5707"/>
                </a:lnTo>
                <a:lnTo>
                  <a:pt x="30269" y="2916"/>
                </a:lnTo>
                <a:lnTo>
                  <a:pt x="29212" y="507"/>
                </a:lnTo>
                <a:lnTo>
                  <a:pt x="26780" y="253"/>
                </a:lnTo>
                <a:close/>
              </a:path>
            </a:pathLst>
          </a:custGeom>
          <a:solidFill>
            <a:srgbClr val="000000"/>
          </a:solidFill>
        </p:spPr>
        <p:txBody>
          <a:bodyPr wrap="square" lIns="0" tIns="0" rIns="0" bIns="0" rtlCol="0"/>
          <a:lstStyle/>
          <a:p>
            <a:endParaRPr/>
          </a:p>
        </p:txBody>
      </p:sp>
      <p:sp>
        <p:nvSpPr>
          <p:cNvPr id="588" name="object 588"/>
          <p:cNvSpPr/>
          <p:nvPr/>
        </p:nvSpPr>
        <p:spPr>
          <a:xfrm>
            <a:off x="1012781" y="3425749"/>
            <a:ext cx="43180" cy="40005"/>
          </a:xfrm>
          <a:custGeom>
            <a:avLst/>
            <a:gdLst/>
            <a:ahLst/>
            <a:cxnLst/>
            <a:rect l="l" t="t" r="r" b="b"/>
            <a:pathLst>
              <a:path w="43180" h="40004">
                <a:moveTo>
                  <a:pt x="29926" y="0"/>
                </a:moveTo>
                <a:lnTo>
                  <a:pt x="24744" y="0"/>
                </a:lnTo>
                <a:lnTo>
                  <a:pt x="22841" y="317"/>
                </a:lnTo>
                <a:lnTo>
                  <a:pt x="20197" y="317"/>
                </a:lnTo>
                <a:lnTo>
                  <a:pt x="19034" y="211"/>
                </a:lnTo>
                <a:lnTo>
                  <a:pt x="16284" y="211"/>
                </a:lnTo>
                <a:lnTo>
                  <a:pt x="0" y="24519"/>
                </a:lnTo>
                <a:lnTo>
                  <a:pt x="8776" y="33291"/>
                </a:lnTo>
                <a:lnTo>
                  <a:pt x="11949" y="39737"/>
                </a:lnTo>
                <a:lnTo>
                  <a:pt x="18928" y="39737"/>
                </a:lnTo>
                <a:lnTo>
                  <a:pt x="19774" y="39737"/>
                </a:lnTo>
                <a:lnTo>
                  <a:pt x="20831" y="39632"/>
                </a:lnTo>
                <a:lnTo>
                  <a:pt x="21889" y="39420"/>
                </a:lnTo>
                <a:lnTo>
                  <a:pt x="23898" y="39632"/>
                </a:lnTo>
                <a:lnTo>
                  <a:pt x="29503" y="39632"/>
                </a:lnTo>
                <a:lnTo>
                  <a:pt x="32675" y="37729"/>
                </a:lnTo>
                <a:lnTo>
                  <a:pt x="32781" y="30754"/>
                </a:lnTo>
                <a:lnTo>
                  <a:pt x="35319" y="30120"/>
                </a:lnTo>
                <a:lnTo>
                  <a:pt x="36693" y="29592"/>
                </a:lnTo>
                <a:lnTo>
                  <a:pt x="38068" y="29169"/>
                </a:lnTo>
                <a:lnTo>
                  <a:pt x="40395" y="28640"/>
                </a:lnTo>
                <a:lnTo>
                  <a:pt x="42404" y="19974"/>
                </a:lnTo>
                <a:lnTo>
                  <a:pt x="43038" y="12365"/>
                </a:lnTo>
                <a:lnTo>
                  <a:pt x="32252" y="3910"/>
                </a:lnTo>
                <a:lnTo>
                  <a:pt x="29926" y="0"/>
                </a:lnTo>
                <a:close/>
              </a:path>
            </a:pathLst>
          </a:custGeom>
          <a:solidFill>
            <a:srgbClr val="000000"/>
          </a:solidFill>
        </p:spPr>
        <p:txBody>
          <a:bodyPr wrap="square" lIns="0" tIns="0" rIns="0" bIns="0" rtlCol="0"/>
          <a:lstStyle/>
          <a:p>
            <a:endParaRPr/>
          </a:p>
        </p:txBody>
      </p:sp>
      <p:sp>
        <p:nvSpPr>
          <p:cNvPr id="589" name="object 589"/>
          <p:cNvSpPr/>
          <p:nvPr/>
        </p:nvSpPr>
        <p:spPr>
          <a:xfrm>
            <a:off x="1881380" y="3709832"/>
            <a:ext cx="41275" cy="40005"/>
          </a:xfrm>
          <a:custGeom>
            <a:avLst/>
            <a:gdLst/>
            <a:ahLst/>
            <a:cxnLst/>
            <a:rect l="l" t="t" r="r" b="b"/>
            <a:pathLst>
              <a:path w="41275" h="40004">
                <a:moveTo>
                  <a:pt x="21360" y="0"/>
                </a:moveTo>
                <a:lnTo>
                  <a:pt x="21995" y="105"/>
                </a:lnTo>
                <a:lnTo>
                  <a:pt x="28022" y="5812"/>
                </a:lnTo>
                <a:lnTo>
                  <a:pt x="34156" y="11097"/>
                </a:lnTo>
                <a:lnTo>
                  <a:pt x="39337" y="17226"/>
                </a:lnTo>
                <a:lnTo>
                  <a:pt x="41029" y="19129"/>
                </a:lnTo>
                <a:lnTo>
                  <a:pt x="40500" y="23567"/>
                </a:lnTo>
                <a:lnTo>
                  <a:pt x="39760" y="26421"/>
                </a:lnTo>
                <a:lnTo>
                  <a:pt x="39443" y="27901"/>
                </a:lnTo>
                <a:lnTo>
                  <a:pt x="36270" y="28640"/>
                </a:lnTo>
                <a:lnTo>
                  <a:pt x="34367" y="29592"/>
                </a:lnTo>
                <a:lnTo>
                  <a:pt x="33098" y="30437"/>
                </a:lnTo>
                <a:lnTo>
                  <a:pt x="30560" y="31177"/>
                </a:lnTo>
                <a:lnTo>
                  <a:pt x="30877" y="37201"/>
                </a:lnTo>
                <a:lnTo>
                  <a:pt x="28657" y="39632"/>
                </a:lnTo>
                <a:lnTo>
                  <a:pt x="24215" y="39632"/>
                </a:lnTo>
                <a:lnTo>
                  <a:pt x="24638" y="39632"/>
                </a:lnTo>
                <a:lnTo>
                  <a:pt x="23898" y="39632"/>
                </a:lnTo>
                <a:lnTo>
                  <a:pt x="21360" y="39420"/>
                </a:lnTo>
                <a:lnTo>
                  <a:pt x="17448" y="39420"/>
                </a:lnTo>
                <a:lnTo>
                  <a:pt x="17236" y="39526"/>
                </a:lnTo>
                <a:lnTo>
                  <a:pt x="16496" y="39315"/>
                </a:lnTo>
                <a:lnTo>
                  <a:pt x="13852" y="38258"/>
                </a:lnTo>
                <a:lnTo>
                  <a:pt x="10891" y="37201"/>
                </a:lnTo>
                <a:lnTo>
                  <a:pt x="12372" y="30437"/>
                </a:lnTo>
                <a:lnTo>
                  <a:pt x="7296" y="30226"/>
                </a:lnTo>
                <a:lnTo>
                  <a:pt x="2855" y="28746"/>
                </a:lnTo>
                <a:lnTo>
                  <a:pt x="0" y="27689"/>
                </a:lnTo>
                <a:lnTo>
                  <a:pt x="317" y="18812"/>
                </a:lnTo>
                <a:lnTo>
                  <a:pt x="2643" y="15852"/>
                </a:lnTo>
                <a:lnTo>
                  <a:pt x="6133" y="11625"/>
                </a:lnTo>
                <a:lnTo>
                  <a:pt x="11843" y="9088"/>
                </a:lnTo>
                <a:lnTo>
                  <a:pt x="11314" y="2325"/>
                </a:lnTo>
                <a:lnTo>
                  <a:pt x="11314" y="1373"/>
                </a:lnTo>
                <a:lnTo>
                  <a:pt x="17236" y="0"/>
                </a:lnTo>
                <a:close/>
              </a:path>
            </a:pathLst>
          </a:custGeom>
          <a:solidFill>
            <a:srgbClr val="000000"/>
          </a:solidFill>
        </p:spPr>
        <p:txBody>
          <a:bodyPr wrap="square" lIns="0" tIns="0" rIns="0" bIns="0" rtlCol="0"/>
          <a:lstStyle/>
          <a:p>
            <a:endParaRPr/>
          </a:p>
        </p:txBody>
      </p:sp>
      <p:sp>
        <p:nvSpPr>
          <p:cNvPr id="590" name="object 590"/>
          <p:cNvSpPr/>
          <p:nvPr/>
        </p:nvSpPr>
        <p:spPr>
          <a:xfrm>
            <a:off x="3900709" y="6306743"/>
            <a:ext cx="40640" cy="34925"/>
          </a:xfrm>
          <a:custGeom>
            <a:avLst/>
            <a:gdLst/>
            <a:ahLst/>
            <a:cxnLst/>
            <a:rect l="l" t="t" r="r" b="b"/>
            <a:pathLst>
              <a:path w="40639" h="34925">
                <a:moveTo>
                  <a:pt x="12055" y="0"/>
                </a:moveTo>
                <a:lnTo>
                  <a:pt x="9532" y="3064"/>
                </a:lnTo>
                <a:lnTo>
                  <a:pt x="7084" y="5918"/>
                </a:lnTo>
                <a:lnTo>
                  <a:pt x="3383" y="8243"/>
                </a:lnTo>
                <a:lnTo>
                  <a:pt x="1374" y="11625"/>
                </a:lnTo>
                <a:lnTo>
                  <a:pt x="0" y="14056"/>
                </a:lnTo>
                <a:lnTo>
                  <a:pt x="211" y="17860"/>
                </a:lnTo>
                <a:lnTo>
                  <a:pt x="528" y="20925"/>
                </a:lnTo>
                <a:lnTo>
                  <a:pt x="634" y="23039"/>
                </a:lnTo>
                <a:lnTo>
                  <a:pt x="2114" y="24624"/>
                </a:lnTo>
                <a:lnTo>
                  <a:pt x="8565" y="24624"/>
                </a:lnTo>
                <a:lnTo>
                  <a:pt x="9728" y="26421"/>
                </a:lnTo>
                <a:lnTo>
                  <a:pt x="10347" y="29601"/>
                </a:lnTo>
                <a:lnTo>
                  <a:pt x="10363" y="32445"/>
                </a:lnTo>
                <a:lnTo>
                  <a:pt x="11314" y="32973"/>
                </a:lnTo>
                <a:lnTo>
                  <a:pt x="13641" y="34347"/>
                </a:lnTo>
                <a:lnTo>
                  <a:pt x="16073" y="34770"/>
                </a:lnTo>
                <a:lnTo>
                  <a:pt x="20958" y="34770"/>
                </a:lnTo>
                <a:lnTo>
                  <a:pt x="24638" y="34136"/>
                </a:lnTo>
                <a:lnTo>
                  <a:pt x="27494" y="34136"/>
                </a:lnTo>
                <a:lnTo>
                  <a:pt x="32097" y="29601"/>
                </a:lnTo>
                <a:lnTo>
                  <a:pt x="36561" y="24968"/>
                </a:lnTo>
                <a:lnTo>
                  <a:pt x="39479" y="19423"/>
                </a:lnTo>
                <a:lnTo>
                  <a:pt x="39527" y="11625"/>
                </a:lnTo>
                <a:lnTo>
                  <a:pt x="40065" y="8243"/>
                </a:lnTo>
                <a:lnTo>
                  <a:pt x="40183" y="7503"/>
                </a:lnTo>
                <a:lnTo>
                  <a:pt x="38280" y="6129"/>
                </a:lnTo>
                <a:lnTo>
                  <a:pt x="33310" y="4544"/>
                </a:lnTo>
                <a:lnTo>
                  <a:pt x="28868" y="3064"/>
                </a:lnTo>
                <a:lnTo>
                  <a:pt x="25738" y="528"/>
                </a:lnTo>
                <a:lnTo>
                  <a:pt x="15121" y="528"/>
                </a:lnTo>
                <a:lnTo>
                  <a:pt x="12055" y="0"/>
                </a:lnTo>
                <a:close/>
              </a:path>
              <a:path w="40639" h="34925">
                <a:moveTo>
                  <a:pt x="25086" y="0"/>
                </a:moveTo>
                <a:lnTo>
                  <a:pt x="18294" y="0"/>
                </a:lnTo>
                <a:lnTo>
                  <a:pt x="15121" y="528"/>
                </a:lnTo>
                <a:lnTo>
                  <a:pt x="25738" y="528"/>
                </a:lnTo>
                <a:lnTo>
                  <a:pt x="25086" y="0"/>
                </a:lnTo>
                <a:close/>
              </a:path>
            </a:pathLst>
          </a:custGeom>
          <a:solidFill>
            <a:srgbClr val="000000"/>
          </a:solidFill>
        </p:spPr>
        <p:txBody>
          <a:bodyPr wrap="square" lIns="0" tIns="0" rIns="0" bIns="0" rtlCol="0"/>
          <a:lstStyle/>
          <a:p>
            <a:endParaRPr/>
          </a:p>
        </p:txBody>
      </p:sp>
      <p:sp>
        <p:nvSpPr>
          <p:cNvPr id="591" name="object 591"/>
          <p:cNvSpPr/>
          <p:nvPr/>
        </p:nvSpPr>
        <p:spPr>
          <a:xfrm>
            <a:off x="3900392" y="8624326"/>
            <a:ext cx="42545" cy="34925"/>
          </a:xfrm>
          <a:custGeom>
            <a:avLst/>
            <a:gdLst/>
            <a:ahLst/>
            <a:cxnLst/>
            <a:rect l="l" t="t" r="r" b="b"/>
            <a:pathLst>
              <a:path w="42545" h="34925">
                <a:moveTo>
                  <a:pt x="15121" y="0"/>
                </a:moveTo>
                <a:lnTo>
                  <a:pt x="11209" y="0"/>
                </a:lnTo>
                <a:lnTo>
                  <a:pt x="10045" y="3487"/>
                </a:lnTo>
                <a:lnTo>
                  <a:pt x="5498" y="7292"/>
                </a:lnTo>
                <a:lnTo>
                  <a:pt x="2537" y="9511"/>
                </a:lnTo>
                <a:lnTo>
                  <a:pt x="0" y="15113"/>
                </a:lnTo>
                <a:lnTo>
                  <a:pt x="317" y="18917"/>
                </a:lnTo>
                <a:lnTo>
                  <a:pt x="1057" y="21771"/>
                </a:lnTo>
                <a:lnTo>
                  <a:pt x="1268" y="23356"/>
                </a:lnTo>
                <a:lnTo>
                  <a:pt x="4652" y="23990"/>
                </a:lnTo>
                <a:lnTo>
                  <a:pt x="9094" y="25575"/>
                </a:lnTo>
                <a:lnTo>
                  <a:pt x="10786" y="26632"/>
                </a:lnTo>
                <a:lnTo>
                  <a:pt x="10574" y="29697"/>
                </a:lnTo>
                <a:lnTo>
                  <a:pt x="10574" y="30965"/>
                </a:lnTo>
                <a:lnTo>
                  <a:pt x="11420" y="33502"/>
                </a:lnTo>
                <a:lnTo>
                  <a:pt x="15227" y="34136"/>
                </a:lnTo>
                <a:lnTo>
                  <a:pt x="18611" y="34876"/>
                </a:lnTo>
                <a:lnTo>
                  <a:pt x="21572" y="34876"/>
                </a:lnTo>
                <a:lnTo>
                  <a:pt x="24638" y="34770"/>
                </a:lnTo>
                <a:lnTo>
                  <a:pt x="27599" y="33925"/>
                </a:lnTo>
                <a:lnTo>
                  <a:pt x="35319" y="27161"/>
                </a:lnTo>
                <a:lnTo>
                  <a:pt x="42086" y="22828"/>
                </a:lnTo>
                <a:lnTo>
                  <a:pt x="39866" y="13950"/>
                </a:lnTo>
                <a:lnTo>
                  <a:pt x="41875" y="5918"/>
                </a:lnTo>
                <a:lnTo>
                  <a:pt x="34896" y="6341"/>
                </a:lnTo>
                <a:lnTo>
                  <a:pt x="31300" y="3064"/>
                </a:lnTo>
                <a:lnTo>
                  <a:pt x="28339" y="528"/>
                </a:lnTo>
                <a:lnTo>
                  <a:pt x="25273" y="105"/>
                </a:lnTo>
                <a:lnTo>
                  <a:pt x="20937" y="105"/>
                </a:lnTo>
                <a:lnTo>
                  <a:pt x="19563" y="211"/>
                </a:lnTo>
                <a:lnTo>
                  <a:pt x="16390" y="211"/>
                </a:lnTo>
                <a:close/>
              </a:path>
            </a:pathLst>
          </a:custGeom>
          <a:solidFill>
            <a:srgbClr val="000000"/>
          </a:solidFill>
        </p:spPr>
        <p:txBody>
          <a:bodyPr wrap="square" lIns="0" tIns="0" rIns="0" bIns="0" rtlCol="0"/>
          <a:lstStyle/>
          <a:p>
            <a:endParaRPr/>
          </a:p>
        </p:txBody>
      </p:sp>
      <p:sp>
        <p:nvSpPr>
          <p:cNvPr id="592" name="object 592"/>
          <p:cNvSpPr/>
          <p:nvPr/>
        </p:nvSpPr>
        <p:spPr>
          <a:xfrm>
            <a:off x="3606840" y="5449314"/>
            <a:ext cx="40640" cy="34925"/>
          </a:xfrm>
          <a:custGeom>
            <a:avLst/>
            <a:gdLst/>
            <a:ahLst/>
            <a:cxnLst/>
            <a:rect l="l" t="t" r="r" b="b"/>
            <a:pathLst>
              <a:path w="40639" h="34925">
                <a:moveTo>
                  <a:pt x="21043" y="0"/>
                </a:moveTo>
                <a:lnTo>
                  <a:pt x="18611" y="0"/>
                </a:lnTo>
                <a:lnTo>
                  <a:pt x="18082" y="211"/>
                </a:lnTo>
                <a:lnTo>
                  <a:pt x="12901" y="2642"/>
                </a:lnTo>
                <a:lnTo>
                  <a:pt x="10891" y="10145"/>
                </a:lnTo>
                <a:lnTo>
                  <a:pt x="2220" y="10145"/>
                </a:lnTo>
                <a:lnTo>
                  <a:pt x="1374" y="10991"/>
                </a:lnTo>
                <a:lnTo>
                  <a:pt x="1057" y="11731"/>
                </a:lnTo>
                <a:lnTo>
                  <a:pt x="740" y="13210"/>
                </a:lnTo>
                <a:lnTo>
                  <a:pt x="634" y="14690"/>
                </a:lnTo>
                <a:lnTo>
                  <a:pt x="317" y="16169"/>
                </a:lnTo>
                <a:lnTo>
                  <a:pt x="102" y="16169"/>
                </a:lnTo>
                <a:lnTo>
                  <a:pt x="0" y="19234"/>
                </a:lnTo>
                <a:lnTo>
                  <a:pt x="7402" y="24730"/>
                </a:lnTo>
                <a:lnTo>
                  <a:pt x="9305" y="26104"/>
                </a:lnTo>
                <a:lnTo>
                  <a:pt x="10997" y="28112"/>
                </a:lnTo>
                <a:lnTo>
                  <a:pt x="12689" y="29803"/>
                </a:lnTo>
                <a:lnTo>
                  <a:pt x="16073" y="33079"/>
                </a:lnTo>
                <a:lnTo>
                  <a:pt x="17976" y="34770"/>
                </a:lnTo>
                <a:lnTo>
                  <a:pt x="21572" y="34770"/>
                </a:lnTo>
                <a:lnTo>
                  <a:pt x="23158" y="33502"/>
                </a:lnTo>
                <a:lnTo>
                  <a:pt x="26013" y="30648"/>
                </a:lnTo>
                <a:lnTo>
                  <a:pt x="29503" y="27372"/>
                </a:lnTo>
                <a:lnTo>
                  <a:pt x="32781" y="24730"/>
                </a:lnTo>
                <a:lnTo>
                  <a:pt x="37751" y="23673"/>
                </a:lnTo>
                <a:lnTo>
                  <a:pt x="40395" y="23039"/>
                </a:lnTo>
                <a:lnTo>
                  <a:pt x="40395" y="11308"/>
                </a:lnTo>
                <a:lnTo>
                  <a:pt x="30772" y="10145"/>
                </a:lnTo>
                <a:lnTo>
                  <a:pt x="27388" y="4650"/>
                </a:lnTo>
                <a:lnTo>
                  <a:pt x="22629" y="739"/>
                </a:lnTo>
                <a:lnTo>
                  <a:pt x="22206" y="211"/>
                </a:lnTo>
                <a:lnTo>
                  <a:pt x="21043" y="0"/>
                </a:lnTo>
                <a:close/>
              </a:path>
            </a:pathLst>
          </a:custGeom>
          <a:solidFill>
            <a:srgbClr val="000000"/>
          </a:solidFill>
        </p:spPr>
        <p:txBody>
          <a:bodyPr wrap="square" lIns="0" tIns="0" rIns="0" bIns="0" rtlCol="0"/>
          <a:lstStyle/>
          <a:p>
            <a:endParaRPr/>
          </a:p>
        </p:txBody>
      </p:sp>
      <p:sp>
        <p:nvSpPr>
          <p:cNvPr id="593" name="object 593"/>
          <p:cNvSpPr/>
          <p:nvPr/>
        </p:nvSpPr>
        <p:spPr>
          <a:xfrm>
            <a:off x="3043213" y="4587130"/>
            <a:ext cx="25400" cy="24765"/>
          </a:xfrm>
          <a:custGeom>
            <a:avLst/>
            <a:gdLst/>
            <a:ahLst/>
            <a:cxnLst/>
            <a:rect l="l" t="t" r="r" b="b"/>
            <a:pathLst>
              <a:path w="25400" h="24764">
                <a:moveTo>
                  <a:pt x="20831" y="0"/>
                </a:moveTo>
                <a:lnTo>
                  <a:pt x="16179" y="0"/>
                </a:lnTo>
                <a:lnTo>
                  <a:pt x="14381" y="105"/>
                </a:lnTo>
                <a:lnTo>
                  <a:pt x="12583" y="105"/>
                </a:lnTo>
                <a:lnTo>
                  <a:pt x="7613" y="0"/>
                </a:lnTo>
                <a:lnTo>
                  <a:pt x="1163" y="105"/>
                </a:lnTo>
                <a:lnTo>
                  <a:pt x="317" y="739"/>
                </a:lnTo>
                <a:lnTo>
                  <a:pt x="317" y="6235"/>
                </a:lnTo>
                <a:lnTo>
                  <a:pt x="211" y="11097"/>
                </a:lnTo>
                <a:lnTo>
                  <a:pt x="0" y="15852"/>
                </a:lnTo>
                <a:lnTo>
                  <a:pt x="317" y="20714"/>
                </a:lnTo>
                <a:lnTo>
                  <a:pt x="528" y="22933"/>
                </a:lnTo>
                <a:lnTo>
                  <a:pt x="1903" y="24624"/>
                </a:lnTo>
                <a:lnTo>
                  <a:pt x="9094" y="24624"/>
                </a:lnTo>
                <a:lnTo>
                  <a:pt x="10786" y="24730"/>
                </a:lnTo>
                <a:lnTo>
                  <a:pt x="12689" y="24730"/>
                </a:lnTo>
                <a:lnTo>
                  <a:pt x="12901" y="24519"/>
                </a:lnTo>
                <a:lnTo>
                  <a:pt x="18188" y="24413"/>
                </a:lnTo>
                <a:lnTo>
                  <a:pt x="24533" y="18812"/>
                </a:lnTo>
                <a:lnTo>
                  <a:pt x="24744" y="15747"/>
                </a:lnTo>
                <a:lnTo>
                  <a:pt x="25167" y="11836"/>
                </a:lnTo>
                <a:lnTo>
                  <a:pt x="25167" y="7609"/>
                </a:lnTo>
                <a:lnTo>
                  <a:pt x="24638" y="2430"/>
                </a:lnTo>
                <a:lnTo>
                  <a:pt x="23264" y="422"/>
                </a:lnTo>
                <a:lnTo>
                  <a:pt x="22206" y="317"/>
                </a:lnTo>
                <a:close/>
              </a:path>
            </a:pathLst>
          </a:custGeom>
          <a:solidFill>
            <a:srgbClr val="000000"/>
          </a:solidFill>
        </p:spPr>
        <p:txBody>
          <a:bodyPr wrap="square" lIns="0" tIns="0" rIns="0" bIns="0" rtlCol="0"/>
          <a:lstStyle/>
          <a:p>
            <a:endParaRPr/>
          </a:p>
        </p:txBody>
      </p:sp>
      <p:sp>
        <p:nvSpPr>
          <p:cNvPr id="594" name="object 594"/>
          <p:cNvSpPr/>
          <p:nvPr/>
        </p:nvSpPr>
        <p:spPr>
          <a:xfrm>
            <a:off x="1308130" y="3430504"/>
            <a:ext cx="26034" cy="25400"/>
          </a:xfrm>
          <a:custGeom>
            <a:avLst/>
            <a:gdLst/>
            <a:ahLst/>
            <a:cxnLst/>
            <a:rect l="l" t="t" r="r" b="b"/>
            <a:pathLst>
              <a:path w="26034" h="25400">
                <a:moveTo>
                  <a:pt x="12795" y="24836"/>
                </a:moveTo>
                <a:lnTo>
                  <a:pt x="8988" y="24836"/>
                </a:lnTo>
                <a:lnTo>
                  <a:pt x="10891" y="25047"/>
                </a:lnTo>
                <a:lnTo>
                  <a:pt x="12795" y="25047"/>
                </a:lnTo>
                <a:lnTo>
                  <a:pt x="12795" y="24836"/>
                </a:lnTo>
                <a:close/>
              </a:path>
              <a:path w="26034" h="25400">
                <a:moveTo>
                  <a:pt x="17553" y="0"/>
                </a:moveTo>
                <a:lnTo>
                  <a:pt x="12606" y="0"/>
                </a:lnTo>
                <a:lnTo>
                  <a:pt x="7296" y="1902"/>
                </a:lnTo>
                <a:lnTo>
                  <a:pt x="5075" y="3276"/>
                </a:lnTo>
                <a:lnTo>
                  <a:pt x="0" y="6658"/>
                </a:lnTo>
                <a:lnTo>
                  <a:pt x="1268" y="11519"/>
                </a:lnTo>
                <a:lnTo>
                  <a:pt x="966" y="15958"/>
                </a:lnTo>
                <a:lnTo>
                  <a:pt x="951" y="17649"/>
                </a:lnTo>
                <a:lnTo>
                  <a:pt x="793" y="18917"/>
                </a:lnTo>
                <a:lnTo>
                  <a:pt x="740" y="19340"/>
                </a:lnTo>
                <a:lnTo>
                  <a:pt x="951" y="20820"/>
                </a:lnTo>
                <a:lnTo>
                  <a:pt x="1374" y="23250"/>
                </a:lnTo>
                <a:lnTo>
                  <a:pt x="2537" y="24836"/>
                </a:lnTo>
                <a:lnTo>
                  <a:pt x="13782" y="24836"/>
                </a:lnTo>
                <a:lnTo>
                  <a:pt x="19986" y="24413"/>
                </a:lnTo>
                <a:lnTo>
                  <a:pt x="24956" y="18917"/>
                </a:lnTo>
                <a:lnTo>
                  <a:pt x="25484" y="13950"/>
                </a:lnTo>
                <a:lnTo>
                  <a:pt x="25802" y="9406"/>
                </a:lnTo>
                <a:lnTo>
                  <a:pt x="21995" y="1902"/>
                </a:lnTo>
                <a:lnTo>
                  <a:pt x="18082" y="317"/>
                </a:lnTo>
                <a:lnTo>
                  <a:pt x="17553" y="0"/>
                </a:lnTo>
                <a:close/>
              </a:path>
            </a:pathLst>
          </a:custGeom>
          <a:solidFill>
            <a:srgbClr val="000000"/>
          </a:solidFill>
        </p:spPr>
        <p:txBody>
          <a:bodyPr wrap="square" lIns="0" tIns="0" rIns="0" bIns="0" rtlCol="0"/>
          <a:lstStyle/>
          <a:p>
            <a:endParaRPr/>
          </a:p>
        </p:txBody>
      </p:sp>
      <p:sp>
        <p:nvSpPr>
          <p:cNvPr id="595" name="object 595"/>
          <p:cNvSpPr/>
          <p:nvPr/>
        </p:nvSpPr>
        <p:spPr>
          <a:xfrm>
            <a:off x="3615089" y="9496329"/>
            <a:ext cx="22225" cy="25400"/>
          </a:xfrm>
          <a:custGeom>
            <a:avLst/>
            <a:gdLst/>
            <a:ahLst/>
            <a:cxnLst/>
            <a:rect l="l" t="t" r="r" b="b"/>
            <a:pathLst>
              <a:path w="22225" h="25400">
                <a:moveTo>
                  <a:pt x="12901" y="0"/>
                </a:moveTo>
                <a:lnTo>
                  <a:pt x="8036" y="0"/>
                </a:lnTo>
                <a:lnTo>
                  <a:pt x="6133" y="126"/>
                </a:lnTo>
                <a:lnTo>
                  <a:pt x="4441" y="760"/>
                </a:lnTo>
                <a:lnTo>
                  <a:pt x="0" y="2282"/>
                </a:lnTo>
                <a:lnTo>
                  <a:pt x="2220" y="7736"/>
                </a:lnTo>
                <a:lnTo>
                  <a:pt x="1903" y="11540"/>
                </a:lnTo>
                <a:lnTo>
                  <a:pt x="1586" y="14711"/>
                </a:lnTo>
                <a:lnTo>
                  <a:pt x="1480" y="18008"/>
                </a:lnTo>
                <a:lnTo>
                  <a:pt x="1903" y="21179"/>
                </a:lnTo>
                <a:lnTo>
                  <a:pt x="2009" y="22447"/>
                </a:lnTo>
                <a:lnTo>
                  <a:pt x="3489" y="24730"/>
                </a:lnTo>
                <a:lnTo>
                  <a:pt x="4441" y="24730"/>
                </a:lnTo>
                <a:lnTo>
                  <a:pt x="9199" y="24984"/>
                </a:lnTo>
                <a:lnTo>
                  <a:pt x="11632" y="24984"/>
                </a:lnTo>
                <a:lnTo>
                  <a:pt x="16284" y="25110"/>
                </a:lnTo>
                <a:lnTo>
                  <a:pt x="19774" y="24730"/>
                </a:lnTo>
                <a:lnTo>
                  <a:pt x="20937" y="22447"/>
                </a:lnTo>
                <a:lnTo>
                  <a:pt x="21572" y="18896"/>
                </a:lnTo>
                <a:lnTo>
                  <a:pt x="21254" y="16360"/>
                </a:lnTo>
                <a:lnTo>
                  <a:pt x="21254" y="13950"/>
                </a:lnTo>
                <a:lnTo>
                  <a:pt x="21360" y="10653"/>
                </a:lnTo>
                <a:lnTo>
                  <a:pt x="21677" y="7355"/>
                </a:lnTo>
                <a:lnTo>
                  <a:pt x="21254" y="4185"/>
                </a:lnTo>
                <a:lnTo>
                  <a:pt x="21149" y="2916"/>
                </a:lnTo>
                <a:lnTo>
                  <a:pt x="19668" y="634"/>
                </a:lnTo>
                <a:lnTo>
                  <a:pt x="18717" y="634"/>
                </a:lnTo>
                <a:lnTo>
                  <a:pt x="15967" y="380"/>
                </a:lnTo>
                <a:close/>
              </a:path>
            </a:pathLst>
          </a:custGeom>
          <a:solidFill>
            <a:srgbClr val="000000"/>
          </a:solidFill>
        </p:spPr>
        <p:txBody>
          <a:bodyPr wrap="square" lIns="0" tIns="0" rIns="0" bIns="0" rtlCol="0"/>
          <a:lstStyle/>
          <a:p>
            <a:endParaRPr/>
          </a:p>
        </p:txBody>
      </p:sp>
      <p:sp>
        <p:nvSpPr>
          <p:cNvPr id="596" name="object 596"/>
          <p:cNvSpPr/>
          <p:nvPr/>
        </p:nvSpPr>
        <p:spPr>
          <a:xfrm>
            <a:off x="2750402" y="4293323"/>
            <a:ext cx="18415" cy="19685"/>
          </a:xfrm>
          <a:custGeom>
            <a:avLst/>
            <a:gdLst/>
            <a:ahLst/>
            <a:cxnLst/>
            <a:rect l="l" t="t" r="r" b="b"/>
            <a:pathLst>
              <a:path w="18414" h="19685">
                <a:moveTo>
                  <a:pt x="13852" y="0"/>
                </a:moveTo>
                <a:lnTo>
                  <a:pt x="6556" y="0"/>
                </a:lnTo>
                <a:lnTo>
                  <a:pt x="4124" y="105"/>
                </a:lnTo>
                <a:lnTo>
                  <a:pt x="1163" y="105"/>
                </a:lnTo>
                <a:lnTo>
                  <a:pt x="105" y="1162"/>
                </a:lnTo>
                <a:lnTo>
                  <a:pt x="0" y="7292"/>
                </a:lnTo>
                <a:lnTo>
                  <a:pt x="0" y="12682"/>
                </a:lnTo>
                <a:lnTo>
                  <a:pt x="211" y="18072"/>
                </a:lnTo>
                <a:lnTo>
                  <a:pt x="317" y="18600"/>
                </a:lnTo>
                <a:lnTo>
                  <a:pt x="1268" y="19657"/>
                </a:lnTo>
                <a:lnTo>
                  <a:pt x="4335" y="19657"/>
                </a:lnTo>
                <a:lnTo>
                  <a:pt x="9199" y="19657"/>
                </a:lnTo>
                <a:lnTo>
                  <a:pt x="10257" y="19551"/>
                </a:lnTo>
                <a:lnTo>
                  <a:pt x="11314" y="19657"/>
                </a:lnTo>
                <a:lnTo>
                  <a:pt x="13429" y="19657"/>
                </a:lnTo>
                <a:lnTo>
                  <a:pt x="15438" y="19234"/>
                </a:lnTo>
                <a:lnTo>
                  <a:pt x="17976" y="18495"/>
                </a:lnTo>
                <a:lnTo>
                  <a:pt x="17976" y="17860"/>
                </a:lnTo>
                <a:lnTo>
                  <a:pt x="18294" y="12365"/>
                </a:lnTo>
                <a:lnTo>
                  <a:pt x="18294" y="7080"/>
                </a:lnTo>
                <a:lnTo>
                  <a:pt x="17976" y="1585"/>
                </a:lnTo>
                <a:lnTo>
                  <a:pt x="17871" y="1162"/>
                </a:lnTo>
                <a:lnTo>
                  <a:pt x="16813" y="105"/>
                </a:lnTo>
                <a:lnTo>
                  <a:pt x="16179" y="105"/>
                </a:lnTo>
                <a:lnTo>
                  <a:pt x="13852" y="0"/>
                </a:lnTo>
                <a:close/>
              </a:path>
            </a:pathLst>
          </a:custGeom>
          <a:solidFill>
            <a:srgbClr val="000000"/>
          </a:solidFill>
        </p:spPr>
        <p:txBody>
          <a:bodyPr wrap="square" lIns="0" tIns="0" rIns="0" bIns="0" rtlCol="0"/>
          <a:lstStyle/>
          <a:p>
            <a:endParaRPr/>
          </a:p>
        </p:txBody>
      </p:sp>
      <p:sp>
        <p:nvSpPr>
          <p:cNvPr id="597" name="object 597"/>
          <p:cNvSpPr/>
          <p:nvPr/>
        </p:nvSpPr>
        <p:spPr>
          <a:xfrm>
            <a:off x="3911601" y="6027732"/>
            <a:ext cx="18415" cy="19685"/>
          </a:xfrm>
          <a:custGeom>
            <a:avLst/>
            <a:gdLst/>
            <a:ahLst/>
            <a:cxnLst/>
            <a:rect l="l" t="t" r="r" b="b"/>
            <a:pathLst>
              <a:path w="18414" h="19685">
                <a:moveTo>
                  <a:pt x="13852" y="0"/>
                </a:moveTo>
                <a:lnTo>
                  <a:pt x="6556" y="0"/>
                </a:lnTo>
                <a:lnTo>
                  <a:pt x="4229" y="105"/>
                </a:lnTo>
                <a:lnTo>
                  <a:pt x="1163" y="105"/>
                </a:lnTo>
                <a:lnTo>
                  <a:pt x="105" y="1162"/>
                </a:lnTo>
                <a:lnTo>
                  <a:pt x="0" y="7398"/>
                </a:lnTo>
                <a:lnTo>
                  <a:pt x="0" y="12682"/>
                </a:lnTo>
                <a:lnTo>
                  <a:pt x="211" y="18600"/>
                </a:lnTo>
                <a:lnTo>
                  <a:pt x="1268" y="19657"/>
                </a:lnTo>
                <a:lnTo>
                  <a:pt x="4335" y="19657"/>
                </a:lnTo>
                <a:lnTo>
                  <a:pt x="9094" y="19657"/>
                </a:lnTo>
                <a:lnTo>
                  <a:pt x="10151" y="19551"/>
                </a:lnTo>
                <a:lnTo>
                  <a:pt x="11209" y="19657"/>
                </a:lnTo>
                <a:lnTo>
                  <a:pt x="13429" y="19657"/>
                </a:lnTo>
                <a:lnTo>
                  <a:pt x="15333" y="19234"/>
                </a:lnTo>
                <a:lnTo>
                  <a:pt x="17871" y="18495"/>
                </a:lnTo>
                <a:lnTo>
                  <a:pt x="17871" y="17860"/>
                </a:lnTo>
                <a:lnTo>
                  <a:pt x="18294" y="12470"/>
                </a:lnTo>
                <a:lnTo>
                  <a:pt x="18188" y="7080"/>
                </a:lnTo>
                <a:lnTo>
                  <a:pt x="17871" y="1690"/>
                </a:lnTo>
                <a:lnTo>
                  <a:pt x="17871" y="1162"/>
                </a:lnTo>
                <a:lnTo>
                  <a:pt x="16919" y="105"/>
                </a:lnTo>
                <a:lnTo>
                  <a:pt x="16284" y="105"/>
                </a:lnTo>
                <a:close/>
              </a:path>
            </a:pathLst>
          </a:custGeom>
          <a:solidFill>
            <a:srgbClr val="000000"/>
          </a:solidFill>
        </p:spPr>
        <p:txBody>
          <a:bodyPr wrap="square" lIns="0" tIns="0" rIns="0" bIns="0" rtlCol="0"/>
          <a:lstStyle/>
          <a:p>
            <a:endParaRPr/>
          </a:p>
        </p:txBody>
      </p:sp>
      <p:sp>
        <p:nvSpPr>
          <p:cNvPr id="598" name="object 598"/>
          <p:cNvSpPr/>
          <p:nvPr/>
        </p:nvSpPr>
        <p:spPr>
          <a:xfrm>
            <a:off x="3911389" y="8913694"/>
            <a:ext cx="10160" cy="24765"/>
          </a:xfrm>
          <a:custGeom>
            <a:avLst/>
            <a:gdLst/>
            <a:ahLst/>
            <a:cxnLst/>
            <a:rect l="l" t="t" r="r" b="b"/>
            <a:pathLst>
              <a:path w="10160" h="24765">
                <a:moveTo>
                  <a:pt x="5710" y="0"/>
                </a:moveTo>
                <a:lnTo>
                  <a:pt x="8036" y="739"/>
                </a:lnTo>
                <a:lnTo>
                  <a:pt x="8353" y="1585"/>
                </a:lnTo>
                <a:lnTo>
                  <a:pt x="9094" y="5495"/>
                </a:lnTo>
                <a:lnTo>
                  <a:pt x="9199" y="9300"/>
                </a:lnTo>
                <a:lnTo>
                  <a:pt x="9622" y="13316"/>
                </a:lnTo>
                <a:lnTo>
                  <a:pt x="9199" y="16381"/>
                </a:lnTo>
                <a:lnTo>
                  <a:pt x="9094" y="19657"/>
                </a:lnTo>
                <a:lnTo>
                  <a:pt x="8353" y="22616"/>
                </a:lnTo>
                <a:lnTo>
                  <a:pt x="8036" y="23462"/>
                </a:lnTo>
                <a:lnTo>
                  <a:pt x="5816" y="24202"/>
                </a:lnTo>
                <a:lnTo>
                  <a:pt x="4229" y="24202"/>
                </a:lnTo>
                <a:lnTo>
                  <a:pt x="4229" y="24413"/>
                </a:lnTo>
                <a:lnTo>
                  <a:pt x="2855" y="24413"/>
                </a:lnTo>
                <a:lnTo>
                  <a:pt x="317" y="23462"/>
                </a:lnTo>
                <a:lnTo>
                  <a:pt x="317" y="22828"/>
                </a:lnTo>
                <a:lnTo>
                  <a:pt x="0" y="15747"/>
                </a:lnTo>
                <a:lnTo>
                  <a:pt x="0" y="8771"/>
                </a:lnTo>
                <a:lnTo>
                  <a:pt x="317" y="1690"/>
                </a:lnTo>
                <a:lnTo>
                  <a:pt x="317" y="1056"/>
                </a:lnTo>
                <a:lnTo>
                  <a:pt x="2855" y="0"/>
                </a:lnTo>
                <a:close/>
              </a:path>
            </a:pathLst>
          </a:custGeom>
          <a:solidFill>
            <a:srgbClr val="000000"/>
          </a:solidFill>
        </p:spPr>
        <p:txBody>
          <a:bodyPr wrap="square" lIns="0" tIns="0" rIns="0" bIns="0" rtlCol="0"/>
          <a:lstStyle/>
          <a:p>
            <a:endParaRPr/>
          </a:p>
        </p:txBody>
      </p:sp>
      <p:sp>
        <p:nvSpPr>
          <p:cNvPr id="599" name="object 599"/>
          <p:cNvSpPr/>
          <p:nvPr/>
        </p:nvSpPr>
        <p:spPr>
          <a:xfrm>
            <a:off x="16943652" y="8585645"/>
            <a:ext cx="485775" cy="1165225"/>
          </a:xfrm>
          <a:custGeom>
            <a:avLst/>
            <a:gdLst/>
            <a:ahLst/>
            <a:cxnLst/>
            <a:rect l="l" t="t" r="r" b="b"/>
            <a:pathLst>
              <a:path w="485775" h="1165225">
                <a:moveTo>
                  <a:pt x="0" y="0"/>
                </a:moveTo>
                <a:lnTo>
                  <a:pt x="0" y="1164710"/>
                </a:lnTo>
                <a:lnTo>
                  <a:pt x="485374" y="1164836"/>
                </a:lnTo>
                <a:lnTo>
                  <a:pt x="485374" y="217395"/>
                </a:lnTo>
                <a:lnTo>
                  <a:pt x="0" y="0"/>
                </a:lnTo>
                <a:close/>
              </a:path>
            </a:pathLst>
          </a:custGeom>
          <a:solidFill>
            <a:srgbClr val="000000"/>
          </a:solidFill>
        </p:spPr>
        <p:txBody>
          <a:bodyPr wrap="square" lIns="0" tIns="0" rIns="0" bIns="0" rtlCol="0"/>
          <a:lstStyle/>
          <a:p>
            <a:endParaRPr/>
          </a:p>
        </p:txBody>
      </p:sp>
      <p:sp>
        <p:nvSpPr>
          <p:cNvPr id="600" name="object 600"/>
          <p:cNvSpPr/>
          <p:nvPr/>
        </p:nvSpPr>
        <p:spPr>
          <a:xfrm>
            <a:off x="15900995" y="7214584"/>
            <a:ext cx="848360" cy="2536190"/>
          </a:xfrm>
          <a:custGeom>
            <a:avLst/>
            <a:gdLst/>
            <a:ahLst/>
            <a:cxnLst/>
            <a:rect l="l" t="t" r="r" b="b"/>
            <a:pathLst>
              <a:path w="848359" h="2536190">
                <a:moveTo>
                  <a:pt x="0" y="0"/>
                </a:moveTo>
                <a:lnTo>
                  <a:pt x="0" y="2535771"/>
                </a:lnTo>
                <a:lnTo>
                  <a:pt x="848084" y="2535771"/>
                </a:lnTo>
                <a:lnTo>
                  <a:pt x="848084" y="437116"/>
                </a:lnTo>
                <a:lnTo>
                  <a:pt x="0" y="0"/>
                </a:lnTo>
                <a:close/>
              </a:path>
            </a:pathLst>
          </a:custGeom>
          <a:solidFill>
            <a:srgbClr val="000000"/>
          </a:solidFill>
        </p:spPr>
        <p:txBody>
          <a:bodyPr wrap="square" lIns="0" tIns="0" rIns="0" bIns="0" rtlCol="0"/>
          <a:lstStyle/>
          <a:p>
            <a:endParaRPr/>
          </a:p>
        </p:txBody>
      </p:sp>
      <p:sp>
        <p:nvSpPr>
          <p:cNvPr id="601" name="object 601"/>
          <p:cNvSpPr/>
          <p:nvPr/>
        </p:nvSpPr>
        <p:spPr>
          <a:xfrm>
            <a:off x="14504088" y="5877024"/>
            <a:ext cx="1151890" cy="3873500"/>
          </a:xfrm>
          <a:custGeom>
            <a:avLst/>
            <a:gdLst/>
            <a:ahLst/>
            <a:cxnLst/>
            <a:rect l="l" t="t" r="r" b="b"/>
            <a:pathLst>
              <a:path w="1151890" h="3873500">
                <a:moveTo>
                  <a:pt x="3172" y="0"/>
                </a:moveTo>
                <a:lnTo>
                  <a:pt x="0" y="3873330"/>
                </a:lnTo>
                <a:lnTo>
                  <a:pt x="1151575" y="3873330"/>
                </a:lnTo>
                <a:lnTo>
                  <a:pt x="1151575" y="647431"/>
                </a:lnTo>
                <a:lnTo>
                  <a:pt x="3172" y="0"/>
                </a:lnTo>
                <a:close/>
              </a:path>
            </a:pathLst>
          </a:custGeom>
          <a:solidFill>
            <a:srgbClr val="000000"/>
          </a:solidFill>
        </p:spPr>
        <p:txBody>
          <a:bodyPr wrap="square" lIns="0" tIns="0" rIns="0" bIns="0" rtlCol="0"/>
          <a:lstStyle/>
          <a:p>
            <a:endParaRPr/>
          </a:p>
        </p:txBody>
      </p:sp>
      <p:sp>
        <p:nvSpPr>
          <p:cNvPr id="602" name="object 602"/>
          <p:cNvSpPr/>
          <p:nvPr/>
        </p:nvSpPr>
        <p:spPr>
          <a:xfrm>
            <a:off x="16916158" y="8585592"/>
            <a:ext cx="27940" cy="1165225"/>
          </a:xfrm>
          <a:custGeom>
            <a:avLst/>
            <a:gdLst/>
            <a:ahLst/>
            <a:cxnLst/>
            <a:rect l="l" t="t" r="r" b="b"/>
            <a:pathLst>
              <a:path w="27940" h="1165225">
                <a:moveTo>
                  <a:pt x="27918" y="0"/>
                </a:moveTo>
                <a:lnTo>
                  <a:pt x="0" y="0"/>
                </a:lnTo>
                <a:lnTo>
                  <a:pt x="0" y="1164762"/>
                </a:lnTo>
                <a:lnTo>
                  <a:pt x="27918" y="1164762"/>
                </a:lnTo>
                <a:lnTo>
                  <a:pt x="27918" y="0"/>
                </a:lnTo>
                <a:close/>
              </a:path>
            </a:pathLst>
          </a:custGeom>
          <a:solidFill>
            <a:srgbClr val="000000"/>
          </a:solidFill>
        </p:spPr>
        <p:txBody>
          <a:bodyPr wrap="square" lIns="0" tIns="0" rIns="0" bIns="0" rtlCol="0"/>
          <a:lstStyle/>
          <a:p>
            <a:endParaRPr/>
          </a:p>
        </p:txBody>
      </p:sp>
      <p:sp>
        <p:nvSpPr>
          <p:cNvPr id="603" name="object 603"/>
          <p:cNvSpPr/>
          <p:nvPr/>
        </p:nvSpPr>
        <p:spPr>
          <a:xfrm>
            <a:off x="15850237" y="7214530"/>
            <a:ext cx="50165" cy="2536190"/>
          </a:xfrm>
          <a:custGeom>
            <a:avLst/>
            <a:gdLst/>
            <a:ahLst/>
            <a:cxnLst/>
            <a:rect l="l" t="t" r="r" b="b"/>
            <a:pathLst>
              <a:path w="50165" h="2536190">
                <a:moveTo>
                  <a:pt x="50121" y="0"/>
                </a:moveTo>
                <a:lnTo>
                  <a:pt x="0" y="0"/>
                </a:lnTo>
                <a:lnTo>
                  <a:pt x="0" y="2535824"/>
                </a:lnTo>
                <a:lnTo>
                  <a:pt x="50121" y="2535824"/>
                </a:lnTo>
                <a:lnTo>
                  <a:pt x="50121" y="0"/>
                </a:lnTo>
                <a:close/>
              </a:path>
            </a:pathLst>
          </a:custGeom>
          <a:solidFill>
            <a:srgbClr val="000000"/>
          </a:solidFill>
        </p:spPr>
        <p:txBody>
          <a:bodyPr wrap="square" lIns="0" tIns="0" rIns="0" bIns="0" rtlCol="0"/>
          <a:lstStyle/>
          <a:p>
            <a:endParaRPr/>
          </a:p>
        </p:txBody>
      </p:sp>
      <p:sp>
        <p:nvSpPr>
          <p:cNvPr id="604" name="object 604"/>
          <p:cNvSpPr/>
          <p:nvPr/>
        </p:nvSpPr>
        <p:spPr>
          <a:xfrm>
            <a:off x="14478710" y="5877077"/>
            <a:ext cx="50165" cy="3873500"/>
          </a:xfrm>
          <a:custGeom>
            <a:avLst/>
            <a:gdLst/>
            <a:ahLst/>
            <a:cxnLst/>
            <a:rect l="l" t="t" r="r" b="b"/>
            <a:pathLst>
              <a:path w="50165" h="3873500">
                <a:moveTo>
                  <a:pt x="50123" y="0"/>
                </a:moveTo>
                <a:lnTo>
                  <a:pt x="0" y="0"/>
                </a:lnTo>
                <a:lnTo>
                  <a:pt x="0" y="3873277"/>
                </a:lnTo>
                <a:lnTo>
                  <a:pt x="50123" y="3873277"/>
                </a:lnTo>
                <a:lnTo>
                  <a:pt x="50123" y="0"/>
                </a:lnTo>
                <a:close/>
              </a:path>
            </a:pathLst>
          </a:custGeom>
          <a:solidFill>
            <a:srgbClr val="000000"/>
          </a:solidFill>
        </p:spPr>
        <p:txBody>
          <a:bodyPr wrap="square" lIns="0" tIns="0" rIns="0" bIns="0" rtlCol="0"/>
          <a:lstStyle/>
          <a:p>
            <a:endParaRPr/>
          </a:p>
        </p:txBody>
      </p:sp>
      <p:sp>
        <p:nvSpPr>
          <p:cNvPr id="605" name="object 605"/>
          <p:cNvSpPr/>
          <p:nvPr/>
        </p:nvSpPr>
        <p:spPr>
          <a:xfrm>
            <a:off x="15332081" y="6408096"/>
            <a:ext cx="484505" cy="1165225"/>
          </a:xfrm>
          <a:custGeom>
            <a:avLst/>
            <a:gdLst/>
            <a:ahLst/>
            <a:cxnLst/>
            <a:rect l="l" t="t" r="r" b="b"/>
            <a:pathLst>
              <a:path w="484505" h="1165225">
                <a:moveTo>
                  <a:pt x="484317" y="0"/>
                </a:moveTo>
                <a:lnTo>
                  <a:pt x="0" y="0"/>
                </a:lnTo>
                <a:lnTo>
                  <a:pt x="0" y="947367"/>
                </a:lnTo>
                <a:lnTo>
                  <a:pt x="484317" y="1164762"/>
                </a:lnTo>
                <a:lnTo>
                  <a:pt x="484317" y="0"/>
                </a:lnTo>
                <a:close/>
              </a:path>
            </a:pathLst>
          </a:custGeom>
          <a:solidFill>
            <a:srgbClr val="000000"/>
          </a:solidFill>
        </p:spPr>
        <p:txBody>
          <a:bodyPr wrap="square" lIns="0" tIns="0" rIns="0" bIns="0" rtlCol="0"/>
          <a:lstStyle/>
          <a:p>
            <a:endParaRPr/>
          </a:p>
        </p:txBody>
      </p:sp>
      <p:sp>
        <p:nvSpPr>
          <p:cNvPr id="606" name="object 606"/>
          <p:cNvSpPr/>
          <p:nvPr/>
        </p:nvSpPr>
        <p:spPr>
          <a:xfrm>
            <a:off x="16012028" y="6408096"/>
            <a:ext cx="848360" cy="2536190"/>
          </a:xfrm>
          <a:custGeom>
            <a:avLst/>
            <a:gdLst/>
            <a:ahLst/>
            <a:cxnLst/>
            <a:rect l="l" t="t" r="r" b="b"/>
            <a:pathLst>
              <a:path w="848359" h="2536190">
                <a:moveTo>
                  <a:pt x="848084" y="0"/>
                </a:moveTo>
                <a:lnTo>
                  <a:pt x="0" y="0"/>
                </a:lnTo>
                <a:lnTo>
                  <a:pt x="0" y="2098602"/>
                </a:lnTo>
                <a:lnTo>
                  <a:pt x="848084" y="2535824"/>
                </a:lnTo>
                <a:lnTo>
                  <a:pt x="848084" y="0"/>
                </a:lnTo>
                <a:close/>
              </a:path>
            </a:pathLst>
          </a:custGeom>
          <a:solidFill>
            <a:srgbClr val="000000"/>
          </a:solidFill>
        </p:spPr>
        <p:txBody>
          <a:bodyPr wrap="square" lIns="0" tIns="0" rIns="0" bIns="0" rtlCol="0"/>
          <a:lstStyle/>
          <a:p>
            <a:endParaRPr/>
          </a:p>
        </p:txBody>
      </p:sp>
      <p:sp>
        <p:nvSpPr>
          <p:cNvPr id="607" name="object 607"/>
          <p:cNvSpPr/>
          <p:nvPr/>
        </p:nvSpPr>
        <p:spPr>
          <a:xfrm>
            <a:off x="17105444" y="6408096"/>
            <a:ext cx="1151890" cy="3873500"/>
          </a:xfrm>
          <a:custGeom>
            <a:avLst/>
            <a:gdLst/>
            <a:ahLst/>
            <a:cxnLst/>
            <a:rect l="l" t="t" r="r" b="b"/>
            <a:pathLst>
              <a:path w="1151890" h="3873500">
                <a:moveTo>
                  <a:pt x="1151575" y="0"/>
                </a:moveTo>
                <a:lnTo>
                  <a:pt x="0" y="0"/>
                </a:lnTo>
                <a:lnTo>
                  <a:pt x="0" y="3225836"/>
                </a:lnTo>
                <a:lnTo>
                  <a:pt x="1148403" y="3873269"/>
                </a:lnTo>
                <a:lnTo>
                  <a:pt x="1151575" y="0"/>
                </a:lnTo>
                <a:close/>
              </a:path>
            </a:pathLst>
          </a:custGeom>
          <a:solidFill>
            <a:srgbClr val="000000"/>
          </a:solidFill>
        </p:spPr>
        <p:txBody>
          <a:bodyPr wrap="square" lIns="0" tIns="0" rIns="0" bIns="0" rtlCol="0"/>
          <a:lstStyle/>
          <a:p>
            <a:endParaRPr/>
          </a:p>
        </p:txBody>
      </p:sp>
      <p:sp>
        <p:nvSpPr>
          <p:cNvPr id="608" name="object 608"/>
          <p:cNvSpPr/>
          <p:nvPr/>
        </p:nvSpPr>
        <p:spPr>
          <a:xfrm>
            <a:off x="15816398" y="6408096"/>
            <a:ext cx="27940" cy="1165225"/>
          </a:xfrm>
          <a:custGeom>
            <a:avLst/>
            <a:gdLst/>
            <a:ahLst/>
            <a:cxnLst/>
            <a:rect l="l" t="t" r="r" b="b"/>
            <a:pathLst>
              <a:path w="27940" h="1165225">
                <a:moveTo>
                  <a:pt x="27918" y="0"/>
                </a:moveTo>
                <a:lnTo>
                  <a:pt x="0" y="0"/>
                </a:lnTo>
                <a:lnTo>
                  <a:pt x="0" y="1164762"/>
                </a:lnTo>
                <a:lnTo>
                  <a:pt x="27918" y="1164762"/>
                </a:lnTo>
                <a:lnTo>
                  <a:pt x="27918" y="0"/>
                </a:lnTo>
                <a:close/>
              </a:path>
            </a:pathLst>
          </a:custGeom>
          <a:solidFill>
            <a:srgbClr val="000000"/>
          </a:solidFill>
        </p:spPr>
        <p:txBody>
          <a:bodyPr wrap="square" lIns="0" tIns="0" rIns="0" bIns="0" rtlCol="0"/>
          <a:lstStyle/>
          <a:p>
            <a:endParaRPr/>
          </a:p>
        </p:txBody>
      </p:sp>
      <p:sp>
        <p:nvSpPr>
          <p:cNvPr id="609" name="object 609"/>
          <p:cNvSpPr/>
          <p:nvPr/>
        </p:nvSpPr>
        <p:spPr>
          <a:xfrm>
            <a:off x="16860113" y="6408096"/>
            <a:ext cx="50165" cy="2536190"/>
          </a:xfrm>
          <a:custGeom>
            <a:avLst/>
            <a:gdLst/>
            <a:ahLst/>
            <a:cxnLst/>
            <a:rect l="l" t="t" r="r" b="b"/>
            <a:pathLst>
              <a:path w="50165" h="2536190">
                <a:moveTo>
                  <a:pt x="50121" y="0"/>
                </a:moveTo>
                <a:lnTo>
                  <a:pt x="0" y="0"/>
                </a:lnTo>
                <a:lnTo>
                  <a:pt x="0" y="2535824"/>
                </a:lnTo>
                <a:lnTo>
                  <a:pt x="50121" y="2535824"/>
                </a:lnTo>
                <a:lnTo>
                  <a:pt x="50121" y="0"/>
                </a:lnTo>
                <a:close/>
              </a:path>
            </a:pathLst>
          </a:custGeom>
          <a:solidFill>
            <a:srgbClr val="000000"/>
          </a:solidFill>
        </p:spPr>
        <p:txBody>
          <a:bodyPr wrap="square" lIns="0" tIns="0" rIns="0" bIns="0" rtlCol="0"/>
          <a:lstStyle/>
          <a:p>
            <a:endParaRPr/>
          </a:p>
        </p:txBody>
      </p:sp>
      <p:sp>
        <p:nvSpPr>
          <p:cNvPr id="610" name="object 610"/>
          <p:cNvSpPr/>
          <p:nvPr/>
        </p:nvSpPr>
        <p:spPr>
          <a:xfrm>
            <a:off x="18231640" y="6408087"/>
            <a:ext cx="50165" cy="3873500"/>
          </a:xfrm>
          <a:custGeom>
            <a:avLst/>
            <a:gdLst/>
            <a:ahLst/>
            <a:cxnLst/>
            <a:rect l="l" t="t" r="r" b="b"/>
            <a:pathLst>
              <a:path w="50165" h="3873500">
                <a:moveTo>
                  <a:pt x="50123" y="0"/>
                </a:moveTo>
                <a:lnTo>
                  <a:pt x="0" y="0"/>
                </a:lnTo>
                <a:lnTo>
                  <a:pt x="0" y="3873277"/>
                </a:lnTo>
                <a:lnTo>
                  <a:pt x="50123" y="3873277"/>
                </a:lnTo>
                <a:lnTo>
                  <a:pt x="50123" y="0"/>
                </a:lnTo>
                <a:close/>
              </a:path>
            </a:pathLst>
          </a:custGeom>
          <a:solidFill>
            <a:srgbClr val="000000"/>
          </a:solidFill>
        </p:spPr>
        <p:txBody>
          <a:bodyPr wrap="square" lIns="0" tIns="0" rIns="0" bIns="0" rtlCol="0"/>
          <a:lstStyle/>
          <a:p>
            <a:endParaRPr/>
          </a:p>
        </p:txBody>
      </p:sp>
      <p:sp>
        <p:nvSpPr>
          <p:cNvPr id="611" name="object 611"/>
          <p:cNvSpPr txBox="1">
            <a:spLocks noGrp="1"/>
          </p:cNvSpPr>
          <p:nvPr>
            <p:ph type="title"/>
          </p:nvPr>
        </p:nvSpPr>
        <p:spPr>
          <a:xfrm>
            <a:off x="5188965" y="-161798"/>
            <a:ext cx="8089900" cy="1177925"/>
          </a:xfrm>
          <a:prstGeom prst="rect">
            <a:avLst/>
          </a:prstGeom>
        </p:spPr>
        <p:txBody>
          <a:bodyPr vert="horz" wrap="square" lIns="0" tIns="13970" rIns="0" bIns="0" rtlCol="0">
            <a:spAutoFit/>
          </a:bodyPr>
          <a:lstStyle/>
          <a:p>
            <a:pPr marL="12700">
              <a:lnSpc>
                <a:spcPct val="100000"/>
              </a:lnSpc>
              <a:spcBef>
                <a:spcPts val="110"/>
              </a:spcBef>
            </a:pPr>
            <a:r>
              <a:rPr spc="-350" dirty="0"/>
              <a:t>Problem</a:t>
            </a:r>
            <a:r>
              <a:rPr spc="-950" dirty="0"/>
              <a:t> </a:t>
            </a:r>
            <a:r>
              <a:rPr spc="-215" dirty="0"/>
              <a:t>Statement</a:t>
            </a:r>
          </a:p>
        </p:txBody>
      </p:sp>
      <p:sp>
        <p:nvSpPr>
          <p:cNvPr id="612" name="object 612"/>
          <p:cNvSpPr txBox="1"/>
          <p:nvPr/>
        </p:nvSpPr>
        <p:spPr>
          <a:xfrm>
            <a:off x="873353" y="1410213"/>
            <a:ext cx="16356330" cy="6874509"/>
          </a:xfrm>
          <a:prstGeom prst="rect">
            <a:avLst/>
          </a:prstGeom>
        </p:spPr>
        <p:txBody>
          <a:bodyPr vert="horz" wrap="square" lIns="0" tIns="13335" rIns="0" bIns="0" rtlCol="0">
            <a:spAutoFit/>
          </a:bodyPr>
          <a:lstStyle/>
          <a:p>
            <a:pPr marL="12700" marR="5080">
              <a:lnSpc>
                <a:spcPct val="115100"/>
              </a:lnSpc>
              <a:spcBef>
                <a:spcPts val="105"/>
              </a:spcBef>
            </a:pPr>
            <a:r>
              <a:rPr sz="3550" dirty="0">
                <a:solidFill>
                  <a:srgbClr val="D6FCFF"/>
                </a:solidFill>
                <a:latin typeface="Times New Roman"/>
                <a:cs typeface="Times New Roman"/>
              </a:rPr>
              <a:t>The</a:t>
            </a:r>
            <a:r>
              <a:rPr sz="3550" spc="-55" dirty="0">
                <a:solidFill>
                  <a:srgbClr val="D6FCFF"/>
                </a:solidFill>
                <a:latin typeface="Times New Roman"/>
                <a:cs typeface="Times New Roman"/>
              </a:rPr>
              <a:t> </a:t>
            </a:r>
            <a:r>
              <a:rPr sz="3550" dirty="0">
                <a:solidFill>
                  <a:srgbClr val="D6FCFF"/>
                </a:solidFill>
                <a:latin typeface="Times New Roman"/>
                <a:cs typeface="Times New Roman"/>
              </a:rPr>
              <a:t>detection</a:t>
            </a:r>
            <a:r>
              <a:rPr sz="3550" spc="-20" dirty="0">
                <a:solidFill>
                  <a:srgbClr val="D6FCFF"/>
                </a:solidFill>
                <a:latin typeface="Times New Roman"/>
                <a:cs typeface="Times New Roman"/>
              </a:rPr>
              <a:t> </a:t>
            </a:r>
            <a:r>
              <a:rPr sz="3550" dirty="0">
                <a:solidFill>
                  <a:srgbClr val="D6FCFF"/>
                </a:solidFill>
                <a:latin typeface="Times New Roman"/>
                <a:cs typeface="Times New Roman"/>
              </a:rPr>
              <a:t>of</a:t>
            </a:r>
            <a:r>
              <a:rPr sz="3550" spc="-35" dirty="0">
                <a:solidFill>
                  <a:srgbClr val="D6FCFF"/>
                </a:solidFill>
                <a:latin typeface="Times New Roman"/>
                <a:cs typeface="Times New Roman"/>
              </a:rPr>
              <a:t> </a:t>
            </a:r>
            <a:r>
              <a:rPr sz="3550" dirty="0">
                <a:solidFill>
                  <a:srgbClr val="D6FCFF"/>
                </a:solidFill>
                <a:latin typeface="Times New Roman"/>
                <a:cs typeface="Times New Roman"/>
              </a:rPr>
              <a:t>anomalies</a:t>
            </a:r>
            <a:r>
              <a:rPr sz="3550" spc="-30" dirty="0">
                <a:solidFill>
                  <a:srgbClr val="D6FCFF"/>
                </a:solidFill>
                <a:latin typeface="Times New Roman"/>
                <a:cs typeface="Times New Roman"/>
              </a:rPr>
              <a:t> </a:t>
            </a:r>
            <a:r>
              <a:rPr sz="3550" dirty="0">
                <a:solidFill>
                  <a:srgbClr val="D6FCFF"/>
                </a:solidFill>
                <a:latin typeface="Times New Roman"/>
                <a:cs typeface="Times New Roman"/>
              </a:rPr>
              <a:t>in</a:t>
            </a:r>
            <a:r>
              <a:rPr sz="3550" spc="-30" dirty="0">
                <a:solidFill>
                  <a:srgbClr val="D6FCFF"/>
                </a:solidFill>
                <a:latin typeface="Times New Roman"/>
                <a:cs typeface="Times New Roman"/>
              </a:rPr>
              <a:t> </a:t>
            </a:r>
            <a:r>
              <a:rPr sz="3550" dirty="0">
                <a:solidFill>
                  <a:srgbClr val="D6FCFF"/>
                </a:solidFill>
                <a:latin typeface="Times New Roman"/>
                <a:cs typeface="Times New Roman"/>
              </a:rPr>
              <a:t>ECG</a:t>
            </a:r>
            <a:r>
              <a:rPr sz="3550" spc="-50" dirty="0">
                <a:solidFill>
                  <a:srgbClr val="D6FCFF"/>
                </a:solidFill>
                <a:latin typeface="Times New Roman"/>
                <a:cs typeface="Times New Roman"/>
              </a:rPr>
              <a:t> </a:t>
            </a:r>
            <a:r>
              <a:rPr sz="3550" dirty="0">
                <a:solidFill>
                  <a:srgbClr val="D6FCFF"/>
                </a:solidFill>
                <a:latin typeface="Times New Roman"/>
                <a:cs typeface="Times New Roman"/>
              </a:rPr>
              <a:t>signals</a:t>
            </a:r>
            <a:r>
              <a:rPr sz="3550" spc="-30" dirty="0">
                <a:solidFill>
                  <a:srgbClr val="D6FCFF"/>
                </a:solidFill>
                <a:latin typeface="Times New Roman"/>
                <a:cs typeface="Times New Roman"/>
              </a:rPr>
              <a:t> </a:t>
            </a:r>
            <a:r>
              <a:rPr sz="3550" dirty="0">
                <a:solidFill>
                  <a:srgbClr val="D6FCFF"/>
                </a:solidFill>
                <a:latin typeface="Times New Roman"/>
                <a:cs typeface="Times New Roman"/>
              </a:rPr>
              <a:t>is</a:t>
            </a:r>
            <a:r>
              <a:rPr sz="3550" spc="-30" dirty="0">
                <a:solidFill>
                  <a:srgbClr val="D6FCFF"/>
                </a:solidFill>
                <a:latin typeface="Times New Roman"/>
                <a:cs typeface="Times New Roman"/>
              </a:rPr>
              <a:t> </a:t>
            </a:r>
            <a:r>
              <a:rPr sz="3550" dirty="0">
                <a:solidFill>
                  <a:srgbClr val="D6FCFF"/>
                </a:solidFill>
                <a:latin typeface="Times New Roman"/>
                <a:cs typeface="Times New Roman"/>
              </a:rPr>
              <a:t>a</a:t>
            </a:r>
            <a:r>
              <a:rPr sz="3550" spc="-30" dirty="0">
                <a:solidFill>
                  <a:srgbClr val="D6FCFF"/>
                </a:solidFill>
                <a:latin typeface="Times New Roman"/>
                <a:cs typeface="Times New Roman"/>
              </a:rPr>
              <a:t> </a:t>
            </a:r>
            <a:r>
              <a:rPr sz="3550" dirty="0">
                <a:solidFill>
                  <a:srgbClr val="D6FCFF"/>
                </a:solidFill>
                <a:latin typeface="Times New Roman"/>
                <a:cs typeface="Times New Roman"/>
              </a:rPr>
              <a:t>critical</a:t>
            </a:r>
            <a:r>
              <a:rPr sz="3550" spc="-20" dirty="0">
                <a:solidFill>
                  <a:srgbClr val="D6FCFF"/>
                </a:solidFill>
                <a:latin typeface="Times New Roman"/>
                <a:cs typeface="Times New Roman"/>
              </a:rPr>
              <a:t> </a:t>
            </a:r>
            <a:r>
              <a:rPr sz="3550" dirty="0">
                <a:solidFill>
                  <a:srgbClr val="D6FCFF"/>
                </a:solidFill>
                <a:latin typeface="Times New Roman"/>
                <a:cs typeface="Times New Roman"/>
              </a:rPr>
              <a:t>task</a:t>
            </a:r>
            <a:r>
              <a:rPr sz="3550" spc="-30" dirty="0">
                <a:solidFill>
                  <a:srgbClr val="D6FCFF"/>
                </a:solidFill>
                <a:latin typeface="Times New Roman"/>
                <a:cs typeface="Times New Roman"/>
              </a:rPr>
              <a:t> </a:t>
            </a:r>
            <a:r>
              <a:rPr sz="3550" dirty="0">
                <a:solidFill>
                  <a:srgbClr val="D6FCFF"/>
                </a:solidFill>
                <a:latin typeface="Times New Roman"/>
                <a:cs typeface="Times New Roman"/>
              </a:rPr>
              <a:t>in</a:t>
            </a:r>
            <a:r>
              <a:rPr sz="3550" spc="-30" dirty="0">
                <a:solidFill>
                  <a:srgbClr val="D6FCFF"/>
                </a:solidFill>
                <a:latin typeface="Times New Roman"/>
                <a:cs typeface="Times New Roman"/>
              </a:rPr>
              <a:t> </a:t>
            </a:r>
            <a:r>
              <a:rPr sz="3550" dirty="0">
                <a:solidFill>
                  <a:srgbClr val="D6FCFF"/>
                </a:solidFill>
                <a:latin typeface="Times New Roman"/>
                <a:cs typeface="Times New Roman"/>
              </a:rPr>
              <a:t>diagnosing</a:t>
            </a:r>
            <a:r>
              <a:rPr sz="3550" spc="-30" dirty="0">
                <a:solidFill>
                  <a:srgbClr val="D6FCFF"/>
                </a:solidFill>
                <a:latin typeface="Times New Roman"/>
                <a:cs typeface="Times New Roman"/>
              </a:rPr>
              <a:t> </a:t>
            </a:r>
            <a:r>
              <a:rPr sz="3550" dirty="0">
                <a:solidFill>
                  <a:srgbClr val="D6FCFF"/>
                </a:solidFill>
                <a:latin typeface="Times New Roman"/>
                <a:cs typeface="Times New Roman"/>
              </a:rPr>
              <a:t>heart-</a:t>
            </a:r>
            <a:r>
              <a:rPr sz="3550" spc="-30" dirty="0">
                <a:solidFill>
                  <a:srgbClr val="D6FCFF"/>
                </a:solidFill>
                <a:latin typeface="Times New Roman"/>
                <a:cs typeface="Times New Roman"/>
              </a:rPr>
              <a:t> </a:t>
            </a:r>
            <a:r>
              <a:rPr sz="3550" spc="-10" dirty="0">
                <a:solidFill>
                  <a:srgbClr val="D6FCFF"/>
                </a:solidFill>
                <a:latin typeface="Times New Roman"/>
                <a:cs typeface="Times New Roman"/>
              </a:rPr>
              <a:t>related </a:t>
            </a:r>
            <a:r>
              <a:rPr sz="3550" dirty="0">
                <a:solidFill>
                  <a:srgbClr val="D6FCFF"/>
                </a:solidFill>
                <a:latin typeface="Times New Roman"/>
                <a:cs typeface="Times New Roman"/>
              </a:rPr>
              <a:t>conditions.</a:t>
            </a:r>
            <a:r>
              <a:rPr sz="3550" spc="-85" dirty="0">
                <a:solidFill>
                  <a:srgbClr val="D6FCFF"/>
                </a:solidFill>
                <a:latin typeface="Times New Roman"/>
                <a:cs typeface="Times New Roman"/>
              </a:rPr>
              <a:t> </a:t>
            </a:r>
            <a:r>
              <a:rPr sz="3550" dirty="0">
                <a:solidFill>
                  <a:srgbClr val="D6FCFF"/>
                </a:solidFill>
                <a:latin typeface="Times New Roman"/>
                <a:cs typeface="Times New Roman"/>
              </a:rPr>
              <a:t>However,</a:t>
            </a:r>
            <a:r>
              <a:rPr sz="3550" spc="-80" dirty="0">
                <a:solidFill>
                  <a:srgbClr val="D6FCFF"/>
                </a:solidFill>
                <a:latin typeface="Times New Roman"/>
                <a:cs typeface="Times New Roman"/>
              </a:rPr>
              <a:t> </a:t>
            </a:r>
            <a:r>
              <a:rPr sz="3550" dirty="0">
                <a:solidFill>
                  <a:srgbClr val="D6FCFF"/>
                </a:solidFill>
                <a:latin typeface="Times New Roman"/>
                <a:cs typeface="Times New Roman"/>
              </a:rPr>
              <a:t>the</a:t>
            </a:r>
            <a:r>
              <a:rPr sz="3550" spc="-85" dirty="0">
                <a:solidFill>
                  <a:srgbClr val="D6FCFF"/>
                </a:solidFill>
                <a:latin typeface="Times New Roman"/>
                <a:cs typeface="Times New Roman"/>
              </a:rPr>
              <a:t> </a:t>
            </a:r>
            <a:r>
              <a:rPr sz="3550" dirty="0">
                <a:solidFill>
                  <a:srgbClr val="D6FCFF"/>
                </a:solidFill>
                <a:latin typeface="Times New Roman"/>
                <a:cs typeface="Times New Roman"/>
              </a:rPr>
              <a:t>current</a:t>
            </a:r>
            <a:r>
              <a:rPr sz="3550" spc="-70" dirty="0">
                <a:solidFill>
                  <a:srgbClr val="D6FCFF"/>
                </a:solidFill>
                <a:latin typeface="Times New Roman"/>
                <a:cs typeface="Times New Roman"/>
              </a:rPr>
              <a:t> </a:t>
            </a:r>
            <a:r>
              <a:rPr sz="3550" dirty="0">
                <a:solidFill>
                  <a:srgbClr val="D6FCFF"/>
                </a:solidFill>
                <a:latin typeface="Times New Roman"/>
                <a:cs typeface="Times New Roman"/>
              </a:rPr>
              <a:t>reliance</a:t>
            </a:r>
            <a:r>
              <a:rPr sz="3550" spc="-80" dirty="0">
                <a:solidFill>
                  <a:srgbClr val="D6FCFF"/>
                </a:solidFill>
                <a:latin typeface="Times New Roman"/>
                <a:cs typeface="Times New Roman"/>
              </a:rPr>
              <a:t> </a:t>
            </a:r>
            <a:r>
              <a:rPr sz="3550" dirty="0">
                <a:solidFill>
                  <a:srgbClr val="D6FCFF"/>
                </a:solidFill>
                <a:latin typeface="Times New Roman"/>
                <a:cs typeface="Times New Roman"/>
              </a:rPr>
              <a:t>on</a:t>
            </a:r>
            <a:r>
              <a:rPr sz="3550" spc="-85" dirty="0">
                <a:solidFill>
                  <a:srgbClr val="D6FCFF"/>
                </a:solidFill>
                <a:latin typeface="Times New Roman"/>
                <a:cs typeface="Times New Roman"/>
              </a:rPr>
              <a:t> </a:t>
            </a:r>
            <a:r>
              <a:rPr sz="3550" dirty="0">
                <a:solidFill>
                  <a:srgbClr val="D6FCFF"/>
                </a:solidFill>
                <a:latin typeface="Times New Roman"/>
                <a:cs typeface="Times New Roman"/>
              </a:rPr>
              <a:t>manual</a:t>
            </a:r>
            <a:r>
              <a:rPr sz="3550" spc="-80" dirty="0">
                <a:solidFill>
                  <a:srgbClr val="D6FCFF"/>
                </a:solidFill>
                <a:latin typeface="Times New Roman"/>
                <a:cs typeface="Times New Roman"/>
              </a:rPr>
              <a:t> </a:t>
            </a:r>
            <a:r>
              <a:rPr sz="3550" dirty="0">
                <a:solidFill>
                  <a:srgbClr val="D6FCFF"/>
                </a:solidFill>
                <a:latin typeface="Times New Roman"/>
                <a:cs typeface="Times New Roman"/>
              </a:rPr>
              <a:t>interpretation</a:t>
            </a:r>
            <a:r>
              <a:rPr sz="3550" spc="-75" dirty="0">
                <a:solidFill>
                  <a:srgbClr val="D6FCFF"/>
                </a:solidFill>
                <a:latin typeface="Times New Roman"/>
                <a:cs typeface="Times New Roman"/>
              </a:rPr>
              <a:t> </a:t>
            </a:r>
            <a:r>
              <a:rPr sz="3550" dirty="0">
                <a:solidFill>
                  <a:srgbClr val="D6FCFF"/>
                </a:solidFill>
                <a:latin typeface="Times New Roman"/>
                <a:cs typeface="Times New Roman"/>
              </a:rPr>
              <a:t>presents</a:t>
            </a:r>
            <a:r>
              <a:rPr sz="3550" spc="-100" dirty="0">
                <a:solidFill>
                  <a:srgbClr val="D6FCFF"/>
                </a:solidFill>
                <a:latin typeface="Times New Roman"/>
                <a:cs typeface="Times New Roman"/>
              </a:rPr>
              <a:t> </a:t>
            </a:r>
            <a:r>
              <a:rPr sz="3550" spc="-10" dirty="0">
                <a:solidFill>
                  <a:srgbClr val="D6FCFF"/>
                </a:solidFill>
                <a:latin typeface="Times New Roman"/>
                <a:cs typeface="Times New Roman"/>
              </a:rPr>
              <a:t>significant </a:t>
            </a:r>
            <a:r>
              <a:rPr sz="3550" dirty="0">
                <a:solidFill>
                  <a:srgbClr val="D6FCFF"/>
                </a:solidFill>
                <a:latin typeface="Times New Roman"/>
                <a:cs typeface="Times New Roman"/>
              </a:rPr>
              <a:t>challenges.</a:t>
            </a:r>
            <a:r>
              <a:rPr sz="3550" spc="-50" dirty="0">
                <a:solidFill>
                  <a:srgbClr val="D6FCFF"/>
                </a:solidFill>
                <a:latin typeface="Times New Roman"/>
                <a:cs typeface="Times New Roman"/>
              </a:rPr>
              <a:t> </a:t>
            </a:r>
            <a:r>
              <a:rPr sz="3550" dirty="0">
                <a:solidFill>
                  <a:srgbClr val="D6FCFF"/>
                </a:solidFill>
                <a:latin typeface="Times New Roman"/>
                <a:cs typeface="Times New Roman"/>
              </a:rPr>
              <a:t>Manual</a:t>
            </a:r>
            <a:r>
              <a:rPr sz="3550" spc="-50" dirty="0">
                <a:solidFill>
                  <a:srgbClr val="D6FCFF"/>
                </a:solidFill>
                <a:latin typeface="Times New Roman"/>
                <a:cs typeface="Times New Roman"/>
              </a:rPr>
              <a:t> </a:t>
            </a:r>
            <a:r>
              <a:rPr sz="3550" dirty="0">
                <a:solidFill>
                  <a:srgbClr val="D6FCFF"/>
                </a:solidFill>
                <a:latin typeface="Times New Roman"/>
                <a:cs typeface="Times New Roman"/>
              </a:rPr>
              <a:t>detection</a:t>
            </a:r>
            <a:r>
              <a:rPr sz="3550" spc="-50" dirty="0">
                <a:solidFill>
                  <a:srgbClr val="D6FCFF"/>
                </a:solidFill>
                <a:latin typeface="Times New Roman"/>
                <a:cs typeface="Times New Roman"/>
              </a:rPr>
              <a:t> </a:t>
            </a:r>
            <a:r>
              <a:rPr sz="3550" dirty="0">
                <a:solidFill>
                  <a:srgbClr val="D6FCFF"/>
                </a:solidFill>
                <a:latin typeface="Times New Roman"/>
                <a:cs typeface="Times New Roman"/>
              </a:rPr>
              <a:t>is</a:t>
            </a:r>
            <a:r>
              <a:rPr sz="3550" spc="-50" dirty="0">
                <a:solidFill>
                  <a:srgbClr val="D6FCFF"/>
                </a:solidFill>
                <a:latin typeface="Times New Roman"/>
                <a:cs typeface="Times New Roman"/>
              </a:rPr>
              <a:t> </a:t>
            </a:r>
            <a:r>
              <a:rPr sz="3550" dirty="0">
                <a:solidFill>
                  <a:srgbClr val="D6FCFF"/>
                </a:solidFill>
                <a:latin typeface="Times New Roman"/>
                <a:cs typeface="Times New Roman"/>
              </a:rPr>
              <a:t>inherently</a:t>
            </a:r>
            <a:r>
              <a:rPr sz="3550" spc="-45" dirty="0">
                <a:solidFill>
                  <a:srgbClr val="D6FCFF"/>
                </a:solidFill>
                <a:latin typeface="Times New Roman"/>
                <a:cs typeface="Times New Roman"/>
              </a:rPr>
              <a:t> </a:t>
            </a:r>
            <a:r>
              <a:rPr sz="3550" spc="-10" dirty="0">
                <a:solidFill>
                  <a:srgbClr val="D6FCFF"/>
                </a:solidFill>
                <a:latin typeface="Times New Roman"/>
                <a:cs typeface="Times New Roman"/>
              </a:rPr>
              <a:t>time-</a:t>
            </a:r>
            <a:r>
              <a:rPr sz="3550" dirty="0">
                <a:solidFill>
                  <a:srgbClr val="D6FCFF"/>
                </a:solidFill>
                <a:latin typeface="Times New Roman"/>
                <a:cs typeface="Times New Roman"/>
              </a:rPr>
              <a:t>consuming,</a:t>
            </a:r>
            <a:r>
              <a:rPr sz="3550" spc="-45" dirty="0">
                <a:solidFill>
                  <a:srgbClr val="D6FCFF"/>
                </a:solidFill>
                <a:latin typeface="Times New Roman"/>
                <a:cs typeface="Times New Roman"/>
              </a:rPr>
              <a:t> </a:t>
            </a:r>
            <a:r>
              <a:rPr sz="3550" dirty="0">
                <a:solidFill>
                  <a:srgbClr val="D6FCFF"/>
                </a:solidFill>
                <a:latin typeface="Times New Roman"/>
                <a:cs typeface="Times New Roman"/>
              </a:rPr>
              <a:t>requiring</a:t>
            </a:r>
            <a:r>
              <a:rPr sz="3550" spc="-50" dirty="0">
                <a:solidFill>
                  <a:srgbClr val="D6FCFF"/>
                </a:solidFill>
                <a:latin typeface="Times New Roman"/>
                <a:cs typeface="Times New Roman"/>
              </a:rPr>
              <a:t> </a:t>
            </a:r>
            <a:r>
              <a:rPr sz="3550" dirty="0">
                <a:solidFill>
                  <a:srgbClr val="D6FCFF"/>
                </a:solidFill>
                <a:latin typeface="Times New Roman"/>
                <a:cs typeface="Times New Roman"/>
              </a:rPr>
              <a:t>expert</a:t>
            </a:r>
            <a:r>
              <a:rPr sz="3550" spc="-40" dirty="0">
                <a:solidFill>
                  <a:srgbClr val="D6FCFF"/>
                </a:solidFill>
                <a:latin typeface="Times New Roman"/>
                <a:cs typeface="Times New Roman"/>
              </a:rPr>
              <a:t> </a:t>
            </a:r>
            <a:r>
              <a:rPr sz="3550" dirty="0">
                <a:solidFill>
                  <a:srgbClr val="D6FCFF"/>
                </a:solidFill>
                <a:latin typeface="Times New Roman"/>
                <a:cs typeface="Times New Roman"/>
              </a:rPr>
              <a:t>analysis</a:t>
            </a:r>
            <a:r>
              <a:rPr sz="3550" spc="-50" dirty="0">
                <a:solidFill>
                  <a:srgbClr val="D6FCFF"/>
                </a:solidFill>
                <a:latin typeface="Times New Roman"/>
                <a:cs typeface="Times New Roman"/>
              </a:rPr>
              <a:t> </a:t>
            </a:r>
            <a:r>
              <a:rPr sz="3550" spc="-25" dirty="0">
                <a:solidFill>
                  <a:srgbClr val="D6FCFF"/>
                </a:solidFill>
                <a:latin typeface="Times New Roman"/>
                <a:cs typeface="Times New Roman"/>
              </a:rPr>
              <a:t>and </a:t>
            </a:r>
            <a:r>
              <a:rPr sz="3550" dirty="0">
                <a:solidFill>
                  <a:srgbClr val="D6FCFF"/>
                </a:solidFill>
                <a:latin typeface="Times New Roman"/>
                <a:cs typeface="Times New Roman"/>
              </a:rPr>
              <a:t>careful</a:t>
            </a:r>
            <a:r>
              <a:rPr sz="3550" spc="-35" dirty="0">
                <a:solidFill>
                  <a:srgbClr val="D6FCFF"/>
                </a:solidFill>
                <a:latin typeface="Times New Roman"/>
                <a:cs typeface="Times New Roman"/>
              </a:rPr>
              <a:t> </a:t>
            </a:r>
            <a:r>
              <a:rPr sz="3550" spc="-10" dirty="0">
                <a:solidFill>
                  <a:srgbClr val="D6FCFF"/>
                </a:solidFill>
                <a:latin typeface="Times New Roman"/>
                <a:cs typeface="Times New Roman"/>
              </a:rPr>
              <a:t>observation.</a:t>
            </a:r>
            <a:r>
              <a:rPr sz="3550" spc="-105" dirty="0">
                <a:solidFill>
                  <a:srgbClr val="D6FCFF"/>
                </a:solidFill>
                <a:latin typeface="Times New Roman"/>
                <a:cs typeface="Times New Roman"/>
              </a:rPr>
              <a:t> </a:t>
            </a:r>
            <a:r>
              <a:rPr sz="3550" dirty="0">
                <a:solidFill>
                  <a:srgbClr val="D6FCFF"/>
                </a:solidFill>
                <a:latin typeface="Times New Roman"/>
                <a:cs typeface="Times New Roman"/>
              </a:rPr>
              <a:t>This</a:t>
            </a:r>
            <a:r>
              <a:rPr sz="3550" spc="-45" dirty="0">
                <a:solidFill>
                  <a:srgbClr val="D6FCFF"/>
                </a:solidFill>
                <a:latin typeface="Times New Roman"/>
                <a:cs typeface="Times New Roman"/>
              </a:rPr>
              <a:t> </a:t>
            </a:r>
            <a:r>
              <a:rPr sz="3550" dirty="0">
                <a:solidFill>
                  <a:srgbClr val="D6FCFF"/>
                </a:solidFill>
                <a:latin typeface="Times New Roman"/>
                <a:cs typeface="Times New Roman"/>
              </a:rPr>
              <a:t>process</a:t>
            </a:r>
            <a:r>
              <a:rPr sz="3550" spc="-55" dirty="0">
                <a:solidFill>
                  <a:srgbClr val="D6FCFF"/>
                </a:solidFill>
                <a:latin typeface="Times New Roman"/>
                <a:cs typeface="Times New Roman"/>
              </a:rPr>
              <a:t> </a:t>
            </a:r>
            <a:r>
              <a:rPr sz="3550" dirty="0">
                <a:solidFill>
                  <a:srgbClr val="D6FCFF"/>
                </a:solidFill>
                <a:latin typeface="Times New Roman"/>
                <a:cs typeface="Times New Roman"/>
              </a:rPr>
              <a:t>is</a:t>
            </a:r>
            <a:r>
              <a:rPr sz="3550" spc="-30" dirty="0">
                <a:solidFill>
                  <a:srgbClr val="D6FCFF"/>
                </a:solidFill>
                <a:latin typeface="Times New Roman"/>
                <a:cs typeface="Times New Roman"/>
              </a:rPr>
              <a:t> </a:t>
            </a:r>
            <a:r>
              <a:rPr sz="3550" dirty="0">
                <a:solidFill>
                  <a:srgbClr val="D6FCFF"/>
                </a:solidFill>
                <a:latin typeface="Times New Roman"/>
                <a:cs typeface="Times New Roman"/>
              </a:rPr>
              <a:t>not</a:t>
            </a:r>
            <a:r>
              <a:rPr sz="3550" spc="-35" dirty="0">
                <a:solidFill>
                  <a:srgbClr val="D6FCFF"/>
                </a:solidFill>
                <a:latin typeface="Times New Roman"/>
                <a:cs typeface="Times New Roman"/>
              </a:rPr>
              <a:t> </a:t>
            </a:r>
            <a:r>
              <a:rPr sz="3550" dirty="0">
                <a:solidFill>
                  <a:srgbClr val="D6FCFF"/>
                </a:solidFill>
                <a:latin typeface="Times New Roman"/>
                <a:cs typeface="Times New Roman"/>
              </a:rPr>
              <a:t>only</a:t>
            </a:r>
            <a:r>
              <a:rPr sz="3550" spc="-30" dirty="0">
                <a:solidFill>
                  <a:srgbClr val="D6FCFF"/>
                </a:solidFill>
                <a:latin typeface="Times New Roman"/>
                <a:cs typeface="Times New Roman"/>
              </a:rPr>
              <a:t> labor-</a:t>
            </a:r>
            <a:r>
              <a:rPr sz="3550" dirty="0">
                <a:solidFill>
                  <a:srgbClr val="D6FCFF"/>
                </a:solidFill>
                <a:latin typeface="Times New Roman"/>
                <a:cs typeface="Times New Roman"/>
              </a:rPr>
              <a:t>intensive</a:t>
            </a:r>
            <a:r>
              <a:rPr sz="3550" spc="-30" dirty="0">
                <a:solidFill>
                  <a:srgbClr val="D6FCFF"/>
                </a:solidFill>
                <a:latin typeface="Times New Roman"/>
                <a:cs typeface="Times New Roman"/>
              </a:rPr>
              <a:t> </a:t>
            </a:r>
            <a:r>
              <a:rPr sz="3550" dirty="0">
                <a:solidFill>
                  <a:srgbClr val="D6FCFF"/>
                </a:solidFill>
                <a:latin typeface="Times New Roman"/>
                <a:cs typeface="Times New Roman"/>
              </a:rPr>
              <a:t>but</a:t>
            </a:r>
            <a:r>
              <a:rPr sz="3550" spc="-35" dirty="0">
                <a:solidFill>
                  <a:srgbClr val="D6FCFF"/>
                </a:solidFill>
                <a:latin typeface="Times New Roman"/>
                <a:cs typeface="Times New Roman"/>
              </a:rPr>
              <a:t> </a:t>
            </a:r>
            <a:r>
              <a:rPr sz="3550" dirty="0">
                <a:solidFill>
                  <a:srgbClr val="D6FCFF"/>
                </a:solidFill>
                <a:latin typeface="Times New Roman"/>
                <a:cs typeface="Times New Roman"/>
              </a:rPr>
              <a:t>also</a:t>
            </a:r>
            <a:r>
              <a:rPr sz="3550" spc="-30" dirty="0">
                <a:solidFill>
                  <a:srgbClr val="D6FCFF"/>
                </a:solidFill>
                <a:latin typeface="Times New Roman"/>
                <a:cs typeface="Times New Roman"/>
              </a:rPr>
              <a:t> </a:t>
            </a:r>
            <a:r>
              <a:rPr sz="3550" dirty="0">
                <a:solidFill>
                  <a:srgbClr val="D6FCFF"/>
                </a:solidFill>
                <a:latin typeface="Times New Roman"/>
                <a:cs typeface="Times New Roman"/>
              </a:rPr>
              <a:t>prone</a:t>
            </a:r>
            <a:r>
              <a:rPr sz="3550" spc="-30" dirty="0">
                <a:solidFill>
                  <a:srgbClr val="D6FCFF"/>
                </a:solidFill>
                <a:latin typeface="Times New Roman"/>
                <a:cs typeface="Times New Roman"/>
              </a:rPr>
              <a:t> </a:t>
            </a:r>
            <a:r>
              <a:rPr sz="3550" dirty="0">
                <a:solidFill>
                  <a:srgbClr val="D6FCFF"/>
                </a:solidFill>
                <a:latin typeface="Times New Roman"/>
                <a:cs typeface="Times New Roman"/>
              </a:rPr>
              <a:t>to</a:t>
            </a:r>
            <a:r>
              <a:rPr sz="3550" spc="-35" dirty="0">
                <a:solidFill>
                  <a:srgbClr val="D6FCFF"/>
                </a:solidFill>
                <a:latin typeface="Times New Roman"/>
                <a:cs typeface="Times New Roman"/>
              </a:rPr>
              <a:t> </a:t>
            </a:r>
            <a:r>
              <a:rPr sz="3550" dirty="0">
                <a:solidFill>
                  <a:srgbClr val="D6FCFF"/>
                </a:solidFill>
                <a:latin typeface="Times New Roman"/>
                <a:cs typeface="Times New Roman"/>
              </a:rPr>
              <a:t>human</a:t>
            </a:r>
            <a:r>
              <a:rPr sz="3550" spc="-30" dirty="0">
                <a:solidFill>
                  <a:srgbClr val="D6FCFF"/>
                </a:solidFill>
                <a:latin typeface="Times New Roman"/>
                <a:cs typeface="Times New Roman"/>
              </a:rPr>
              <a:t> </a:t>
            </a:r>
            <a:r>
              <a:rPr sz="3550" spc="-10" dirty="0">
                <a:solidFill>
                  <a:srgbClr val="D6FCFF"/>
                </a:solidFill>
                <a:latin typeface="Times New Roman"/>
                <a:cs typeface="Times New Roman"/>
              </a:rPr>
              <a:t>error, </a:t>
            </a:r>
            <a:r>
              <a:rPr sz="3550" dirty="0">
                <a:solidFill>
                  <a:srgbClr val="D6FCFF"/>
                </a:solidFill>
                <a:latin typeface="Times New Roman"/>
                <a:cs typeface="Times New Roman"/>
              </a:rPr>
              <a:t>potentially</a:t>
            </a:r>
            <a:r>
              <a:rPr sz="3550" spc="-25" dirty="0">
                <a:solidFill>
                  <a:srgbClr val="D6FCFF"/>
                </a:solidFill>
                <a:latin typeface="Times New Roman"/>
                <a:cs typeface="Times New Roman"/>
              </a:rPr>
              <a:t> </a:t>
            </a:r>
            <a:r>
              <a:rPr sz="3550" dirty="0">
                <a:solidFill>
                  <a:srgbClr val="D6FCFF"/>
                </a:solidFill>
                <a:latin typeface="Times New Roman"/>
                <a:cs typeface="Times New Roman"/>
              </a:rPr>
              <a:t>leading</a:t>
            </a:r>
            <a:r>
              <a:rPr sz="3550" spc="-40" dirty="0">
                <a:solidFill>
                  <a:srgbClr val="D6FCFF"/>
                </a:solidFill>
                <a:latin typeface="Times New Roman"/>
                <a:cs typeface="Times New Roman"/>
              </a:rPr>
              <a:t> </a:t>
            </a:r>
            <a:r>
              <a:rPr sz="3550" dirty="0">
                <a:solidFill>
                  <a:srgbClr val="D6FCFF"/>
                </a:solidFill>
                <a:latin typeface="Times New Roman"/>
                <a:cs typeface="Times New Roman"/>
              </a:rPr>
              <a:t>to</a:t>
            </a:r>
            <a:r>
              <a:rPr sz="3550" spc="-35" dirty="0">
                <a:solidFill>
                  <a:srgbClr val="D6FCFF"/>
                </a:solidFill>
                <a:latin typeface="Times New Roman"/>
                <a:cs typeface="Times New Roman"/>
              </a:rPr>
              <a:t> </a:t>
            </a:r>
            <a:r>
              <a:rPr sz="3550" dirty="0">
                <a:solidFill>
                  <a:srgbClr val="D6FCFF"/>
                </a:solidFill>
                <a:latin typeface="Times New Roman"/>
                <a:cs typeface="Times New Roman"/>
              </a:rPr>
              <a:t>delayed</a:t>
            </a:r>
            <a:r>
              <a:rPr sz="3550" spc="-40" dirty="0">
                <a:solidFill>
                  <a:srgbClr val="D6FCFF"/>
                </a:solidFill>
                <a:latin typeface="Times New Roman"/>
                <a:cs typeface="Times New Roman"/>
              </a:rPr>
              <a:t> </a:t>
            </a:r>
            <a:r>
              <a:rPr sz="3550" dirty="0">
                <a:solidFill>
                  <a:srgbClr val="D6FCFF"/>
                </a:solidFill>
                <a:latin typeface="Times New Roman"/>
                <a:cs typeface="Times New Roman"/>
              </a:rPr>
              <a:t>or</a:t>
            </a:r>
            <a:r>
              <a:rPr sz="3550" spc="-40" dirty="0">
                <a:solidFill>
                  <a:srgbClr val="D6FCFF"/>
                </a:solidFill>
                <a:latin typeface="Times New Roman"/>
                <a:cs typeface="Times New Roman"/>
              </a:rPr>
              <a:t> </a:t>
            </a:r>
            <a:r>
              <a:rPr sz="3550" dirty="0">
                <a:solidFill>
                  <a:srgbClr val="D6FCFF"/>
                </a:solidFill>
                <a:latin typeface="Times New Roman"/>
                <a:cs typeface="Times New Roman"/>
              </a:rPr>
              <a:t>inaccurate</a:t>
            </a:r>
            <a:r>
              <a:rPr sz="3550" spc="-25" dirty="0">
                <a:solidFill>
                  <a:srgbClr val="D6FCFF"/>
                </a:solidFill>
                <a:latin typeface="Times New Roman"/>
                <a:cs typeface="Times New Roman"/>
              </a:rPr>
              <a:t> </a:t>
            </a:r>
            <a:r>
              <a:rPr sz="3550" dirty="0">
                <a:solidFill>
                  <a:srgbClr val="D6FCFF"/>
                </a:solidFill>
                <a:latin typeface="Times New Roman"/>
                <a:cs typeface="Times New Roman"/>
              </a:rPr>
              <a:t>diagnoses.</a:t>
            </a:r>
            <a:r>
              <a:rPr sz="3550" spc="-55" dirty="0">
                <a:solidFill>
                  <a:srgbClr val="D6FCFF"/>
                </a:solidFill>
                <a:latin typeface="Times New Roman"/>
                <a:cs typeface="Times New Roman"/>
              </a:rPr>
              <a:t> </a:t>
            </a:r>
            <a:r>
              <a:rPr sz="3550" dirty="0">
                <a:solidFill>
                  <a:srgbClr val="D6FCFF"/>
                </a:solidFill>
                <a:latin typeface="Times New Roman"/>
                <a:cs typeface="Times New Roman"/>
              </a:rPr>
              <a:t>Existing</a:t>
            </a:r>
            <a:r>
              <a:rPr sz="3550" spc="-35" dirty="0">
                <a:solidFill>
                  <a:srgbClr val="D6FCFF"/>
                </a:solidFill>
                <a:latin typeface="Times New Roman"/>
                <a:cs typeface="Times New Roman"/>
              </a:rPr>
              <a:t> </a:t>
            </a:r>
            <a:r>
              <a:rPr sz="3550" dirty="0">
                <a:solidFill>
                  <a:srgbClr val="D6FCFF"/>
                </a:solidFill>
                <a:latin typeface="Times New Roman"/>
                <a:cs typeface="Times New Roman"/>
              </a:rPr>
              <a:t>automated</a:t>
            </a:r>
            <a:r>
              <a:rPr sz="3550" spc="-40" dirty="0">
                <a:solidFill>
                  <a:srgbClr val="D6FCFF"/>
                </a:solidFill>
                <a:latin typeface="Times New Roman"/>
                <a:cs typeface="Times New Roman"/>
              </a:rPr>
              <a:t> </a:t>
            </a:r>
            <a:r>
              <a:rPr sz="3550" dirty="0">
                <a:solidFill>
                  <a:srgbClr val="D6FCFF"/>
                </a:solidFill>
                <a:latin typeface="Times New Roman"/>
                <a:cs typeface="Times New Roman"/>
              </a:rPr>
              <a:t>systems,</a:t>
            </a:r>
            <a:r>
              <a:rPr sz="3550" spc="-50" dirty="0">
                <a:solidFill>
                  <a:srgbClr val="D6FCFF"/>
                </a:solidFill>
                <a:latin typeface="Times New Roman"/>
                <a:cs typeface="Times New Roman"/>
              </a:rPr>
              <a:t> </a:t>
            </a:r>
            <a:r>
              <a:rPr sz="3550" spc="-10" dirty="0">
                <a:solidFill>
                  <a:srgbClr val="D6FCFF"/>
                </a:solidFill>
                <a:latin typeface="Times New Roman"/>
                <a:cs typeface="Times New Roman"/>
              </a:rPr>
              <a:t>while </a:t>
            </a:r>
            <a:r>
              <a:rPr sz="3550" dirty="0">
                <a:solidFill>
                  <a:srgbClr val="D6FCFF"/>
                </a:solidFill>
                <a:latin typeface="Times New Roman"/>
                <a:cs typeface="Times New Roman"/>
              </a:rPr>
              <a:t>effective</a:t>
            </a:r>
            <a:r>
              <a:rPr sz="3550" spc="-60" dirty="0">
                <a:solidFill>
                  <a:srgbClr val="D6FCFF"/>
                </a:solidFill>
                <a:latin typeface="Times New Roman"/>
                <a:cs typeface="Times New Roman"/>
              </a:rPr>
              <a:t> </a:t>
            </a:r>
            <a:r>
              <a:rPr sz="3550" dirty="0">
                <a:solidFill>
                  <a:srgbClr val="D6FCFF"/>
                </a:solidFill>
                <a:latin typeface="Times New Roman"/>
                <a:cs typeface="Times New Roman"/>
              </a:rPr>
              <a:t>in</a:t>
            </a:r>
            <a:r>
              <a:rPr sz="3550" spc="-60" dirty="0">
                <a:solidFill>
                  <a:srgbClr val="D6FCFF"/>
                </a:solidFill>
                <a:latin typeface="Times New Roman"/>
                <a:cs typeface="Times New Roman"/>
              </a:rPr>
              <a:t> </a:t>
            </a:r>
            <a:r>
              <a:rPr sz="3550" dirty="0">
                <a:solidFill>
                  <a:srgbClr val="D6FCFF"/>
                </a:solidFill>
                <a:latin typeface="Times New Roman"/>
                <a:cs typeface="Times New Roman"/>
              </a:rPr>
              <a:t>some</a:t>
            </a:r>
            <a:r>
              <a:rPr sz="3550" spc="-60" dirty="0">
                <a:solidFill>
                  <a:srgbClr val="D6FCFF"/>
                </a:solidFill>
                <a:latin typeface="Times New Roman"/>
                <a:cs typeface="Times New Roman"/>
              </a:rPr>
              <a:t> </a:t>
            </a:r>
            <a:r>
              <a:rPr sz="3550" dirty="0">
                <a:solidFill>
                  <a:srgbClr val="D6FCFF"/>
                </a:solidFill>
                <a:latin typeface="Times New Roman"/>
                <a:cs typeface="Times New Roman"/>
              </a:rPr>
              <a:t>cases,</a:t>
            </a:r>
            <a:r>
              <a:rPr sz="3550" spc="-60" dirty="0">
                <a:solidFill>
                  <a:srgbClr val="D6FCFF"/>
                </a:solidFill>
                <a:latin typeface="Times New Roman"/>
                <a:cs typeface="Times New Roman"/>
              </a:rPr>
              <a:t> </a:t>
            </a:r>
            <a:r>
              <a:rPr sz="3550" dirty="0">
                <a:solidFill>
                  <a:srgbClr val="D6FCFF"/>
                </a:solidFill>
                <a:latin typeface="Times New Roman"/>
                <a:cs typeface="Times New Roman"/>
              </a:rPr>
              <a:t>often</a:t>
            </a:r>
            <a:r>
              <a:rPr sz="3550" spc="-60" dirty="0">
                <a:solidFill>
                  <a:srgbClr val="D6FCFF"/>
                </a:solidFill>
                <a:latin typeface="Times New Roman"/>
                <a:cs typeface="Times New Roman"/>
              </a:rPr>
              <a:t> </a:t>
            </a:r>
            <a:r>
              <a:rPr sz="3550" dirty="0">
                <a:solidFill>
                  <a:srgbClr val="D6FCFF"/>
                </a:solidFill>
                <a:latin typeface="Times New Roman"/>
                <a:cs typeface="Times New Roman"/>
              </a:rPr>
              <a:t>come</a:t>
            </a:r>
            <a:r>
              <a:rPr sz="3550" spc="-60" dirty="0">
                <a:solidFill>
                  <a:srgbClr val="D6FCFF"/>
                </a:solidFill>
                <a:latin typeface="Times New Roman"/>
                <a:cs typeface="Times New Roman"/>
              </a:rPr>
              <a:t> </a:t>
            </a:r>
            <a:r>
              <a:rPr sz="3550" dirty="0">
                <a:solidFill>
                  <a:srgbClr val="D6FCFF"/>
                </a:solidFill>
                <a:latin typeface="Times New Roman"/>
                <a:cs typeface="Times New Roman"/>
              </a:rPr>
              <a:t>with</a:t>
            </a:r>
            <a:r>
              <a:rPr sz="3550" spc="-60" dirty="0">
                <a:solidFill>
                  <a:srgbClr val="D6FCFF"/>
                </a:solidFill>
                <a:latin typeface="Times New Roman"/>
                <a:cs typeface="Times New Roman"/>
              </a:rPr>
              <a:t> </a:t>
            </a:r>
            <a:r>
              <a:rPr sz="3550" dirty="0">
                <a:solidFill>
                  <a:srgbClr val="D6FCFF"/>
                </a:solidFill>
                <a:latin typeface="Times New Roman"/>
                <a:cs typeface="Times New Roman"/>
              </a:rPr>
              <a:t>significant</a:t>
            </a:r>
            <a:r>
              <a:rPr sz="3550" spc="-60" dirty="0">
                <a:solidFill>
                  <a:srgbClr val="D6FCFF"/>
                </a:solidFill>
                <a:latin typeface="Times New Roman"/>
                <a:cs typeface="Times New Roman"/>
              </a:rPr>
              <a:t> </a:t>
            </a:r>
            <a:r>
              <a:rPr sz="3550" dirty="0">
                <a:solidFill>
                  <a:srgbClr val="D6FCFF"/>
                </a:solidFill>
                <a:latin typeface="Times New Roman"/>
                <a:cs typeface="Times New Roman"/>
              </a:rPr>
              <a:t>drawbacks.</a:t>
            </a:r>
            <a:r>
              <a:rPr sz="3550" spc="-75" dirty="0">
                <a:solidFill>
                  <a:srgbClr val="D6FCFF"/>
                </a:solidFill>
                <a:latin typeface="Times New Roman"/>
                <a:cs typeface="Times New Roman"/>
              </a:rPr>
              <a:t> </a:t>
            </a:r>
            <a:r>
              <a:rPr sz="3550" dirty="0">
                <a:solidFill>
                  <a:srgbClr val="D6FCFF"/>
                </a:solidFill>
                <a:latin typeface="Times New Roman"/>
                <a:cs typeface="Times New Roman"/>
              </a:rPr>
              <a:t>High</a:t>
            </a:r>
            <a:r>
              <a:rPr sz="3550" spc="-60" dirty="0">
                <a:solidFill>
                  <a:srgbClr val="D6FCFF"/>
                </a:solidFill>
                <a:latin typeface="Times New Roman"/>
                <a:cs typeface="Times New Roman"/>
              </a:rPr>
              <a:t> </a:t>
            </a:r>
            <a:r>
              <a:rPr sz="3550" dirty="0">
                <a:solidFill>
                  <a:srgbClr val="D6FCFF"/>
                </a:solidFill>
                <a:latin typeface="Times New Roman"/>
                <a:cs typeface="Times New Roman"/>
              </a:rPr>
              <a:t>costs</a:t>
            </a:r>
            <a:r>
              <a:rPr sz="3550" spc="-85" dirty="0">
                <a:solidFill>
                  <a:srgbClr val="D6FCFF"/>
                </a:solidFill>
                <a:latin typeface="Times New Roman"/>
                <a:cs typeface="Times New Roman"/>
              </a:rPr>
              <a:t> </a:t>
            </a:r>
            <a:r>
              <a:rPr sz="3550" dirty="0">
                <a:solidFill>
                  <a:srgbClr val="D6FCFF"/>
                </a:solidFill>
                <a:latin typeface="Times New Roman"/>
                <a:cs typeface="Times New Roman"/>
              </a:rPr>
              <a:t>and</a:t>
            </a:r>
            <a:r>
              <a:rPr sz="3550" spc="-60" dirty="0">
                <a:solidFill>
                  <a:srgbClr val="D6FCFF"/>
                </a:solidFill>
                <a:latin typeface="Times New Roman"/>
                <a:cs typeface="Times New Roman"/>
              </a:rPr>
              <a:t> </a:t>
            </a:r>
            <a:r>
              <a:rPr sz="3550" spc="-10" dirty="0">
                <a:solidFill>
                  <a:srgbClr val="D6FCFF"/>
                </a:solidFill>
                <a:latin typeface="Times New Roman"/>
                <a:cs typeface="Times New Roman"/>
              </a:rPr>
              <a:t>complex </a:t>
            </a:r>
            <a:r>
              <a:rPr sz="3550" dirty="0">
                <a:solidFill>
                  <a:srgbClr val="D6FCFF"/>
                </a:solidFill>
                <a:latin typeface="Times New Roman"/>
                <a:cs typeface="Times New Roman"/>
              </a:rPr>
              <a:t>infrastructure</a:t>
            </a:r>
            <a:r>
              <a:rPr sz="3550" spc="-85" dirty="0">
                <a:solidFill>
                  <a:srgbClr val="D6FCFF"/>
                </a:solidFill>
                <a:latin typeface="Times New Roman"/>
                <a:cs typeface="Times New Roman"/>
              </a:rPr>
              <a:t> </a:t>
            </a:r>
            <a:r>
              <a:rPr sz="3550" dirty="0">
                <a:solidFill>
                  <a:srgbClr val="D6FCFF"/>
                </a:solidFill>
                <a:latin typeface="Times New Roman"/>
                <a:cs typeface="Times New Roman"/>
              </a:rPr>
              <a:t>make</a:t>
            </a:r>
            <a:r>
              <a:rPr sz="3550" spc="-85" dirty="0">
                <a:solidFill>
                  <a:srgbClr val="D6FCFF"/>
                </a:solidFill>
                <a:latin typeface="Times New Roman"/>
                <a:cs typeface="Times New Roman"/>
              </a:rPr>
              <a:t> </a:t>
            </a:r>
            <a:r>
              <a:rPr sz="3550" dirty="0">
                <a:solidFill>
                  <a:srgbClr val="D6FCFF"/>
                </a:solidFill>
                <a:latin typeface="Times New Roman"/>
                <a:cs typeface="Times New Roman"/>
              </a:rPr>
              <a:t>these</a:t>
            </a:r>
            <a:r>
              <a:rPr sz="3550" spc="-85" dirty="0">
                <a:solidFill>
                  <a:srgbClr val="D6FCFF"/>
                </a:solidFill>
                <a:latin typeface="Times New Roman"/>
                <a:cs typeface="Times New Roman"/>
              </a:rPr>
              <a:t> </a:t>
            </a:r>
            <a:r>
              <a:rPr sz="3550" dirty="0">
                <a:solidFill>
                  <a:srgbClr val="D6FCFF"/>
                </a:solidFill>
                <a:latin typeface="Times New Roman"/>
                <a:cs typeface="Times New Roman"/>
              </a:rPr>
              <a:t>systems</a:t>
            </a:r>
            <a:r>
              <a:rPr sz="3550" spc="-100" dirty="0">
                <a:solidFill>
                  <a:srgbClr val="D6FCFF"/>
                </a:solidFill>
                <a:latin typeface="Times New Roman"/>
                <a:cs typeface="Times New Roman"/>
              </a:rPr>
              <a:t> </a:t>
            </a:r>
            <a:r>
              <a:rPr sz="3550" dirty="0">
                <a:solidFill>
                  <a:srgbClr val="D6FCFF"/>
                </a:solidFill>
                <a:latin typeface="Times New Roman"/>
                <a:cs typeface="Times New Roman"/>
              </a:rPr>
              <a:t>inaccessible</a:t>
            </a:r>
            <a:r>
              <a:rPr sz="3550" spc="-90" dirty="0">
                <a:solidFill>
                  <a:srgbClr val="D6FCFF"/>
                </a:solidFill>
                <a:latin typeface="Times New Roman"/>
                <a:cs typeface="Times New Roman"/>
              </a:rPr>
              <a:t> </a:t>
            </a:r>
            <a:r>
              <a:rPr sz="3550" dirty="0">
                <a:solidFill>
                  <a:srgbClr val="D6FCFF"/>
                </a:solidFill>
                <a:latin typeface="Times New Roman"/>
                <a:cs typeface="Times New Roman"/>
              </a:rPr>
              <a:t>to</a:t>
            </a:r>
            <a:r>
              <a:rPr sz="3550" spc="-85" dirty="0">
                <a:solidFill>
                  <a:srgbClr val="D6FCFF"/>
                </a:solidFill>
                <a:latin typeface="Times New Roman"/>
                <a:cs typeface="Times New Roman"/>
              </a:rPr>
              <a:t> </a:t>
            </a:r>
            <a:r>
              <a:rPr sz="3550" dirty="0">
                <a:solidFill>
                  <a:srgbClr val="D6FCFF"/>
                </a:solidFill>
                <a:latin typeface="Times New Roman"/>
                <a:cs typeface="Times New Roman"/>
              </a:rPr>
              <a:t>many</a:t>
            </a:r>
            <a:r>
              <a:rPr sz="3550" spc="-80" dirty="0">
                <a:solidFill>
                  <a:srgbClr val="D6FCFF"/>
                </a:solidFill>
                <a:latin typeface="Times New Roman"/>
                <a:cs typeface="Times New Roman"/>
              </a:rPr>
              <a:t> </a:t>
            </a:r>
            <a:r>
              <a:rPr sz="3550" spc="-20" dirty="0">
                <a:solidFill>
                  <a:srgbClr val="D6FCFF"/>
                </a:solidFill>
                <a:latin typeface="Times New Roman"/>
                <a:cs typeface="Times New Roman"/>
              </a:rPr>
              <a:t>small-</a:t>
            </a:r>
            <a:r>
              <a:rPr sz="3550" dirty="0">
                <a:solidFill>
                  <a:srgbClr val="D6FCFF"/>
                </a:solidFill>
                <a:latin typeface="Times New Roman"/>
                <a:cs typeface="Times New Roman"/>
              </a:rPr>
              <a:t>scale</a:t>
            </a:r>
            <a:r>
              <a:rPr sz="3550" spc="-75" dirty="0">
                <a:solidFill>
                  <a:srgbClr val="D6FCFF"/>
                </a:solidFill>
                <a:latin typeface="Times New Roman"/>
                <a:cs typeface="Times New Roman"/>
              </a:rPr>
              <a:t> </a:t>
            </a:r>
            <a:r>
              <a:rPr sz="3550" dirty="0">
                <a:solidFill>
                  <a:srgbClr val="D6FCFF"/>
                </a:solidFill>
                <a:latin typeface="Times New Roman"/>
                <a:cs typeface="Times New Roman"/>
              </a:rPr>
              <a:t>clinics,</a:t>
            </a:r>
            <a:r>
              <a:rPr sz="3550" spc="-85" dirty="0">
                <a:solidFill>
                  <a:srgbClr val="D6FCFF"/>
                </a:solidFill>
                <a:latin typeface="Times New Roman"/>
                <a:cs typeface="Times New Roman"/>
              </a:rPr>
              <a:t> </a:t>
            </a:r>
            <a:r>
              <a:rPr sz="3550" dirty="0">
                <a:solidFill>
                  <a:srgbClr val="D6FCFF"/>
                </a:solidFill>
                <a:latin typeface="Times New Roman"/>
                <a:cs typeface="Times New Roman"/>
              </a:rPr>
              <a:t>particularly</a:t>
            </a:r>
            <a:r>
              <a:rPr sz="3550" spc="-65" dirty="0">
                <a:solidFill>
                  <a:srgbClr val="D6FCFF"/>
                </a:solidFill>
                <a:latin typeface="Times New Roman"/>
                <a:cs typeface="Times New Roman"/>
              </a:rPr>
              <a:t> </a:t>
            </a:r>
            <a:r>
              <a:rPr sz="3550" spc="-25" dirty="0">
                <a:solidFill>
                  <a:srgbClr val="D6FCFF"/>
                </a:solidFill>
                <a:latin typeface="Times New Roman"/>
                <a:cs typeface="Times New Roman"/>
              </a:rPr>
              <a:t>in </a:t>
            </a:r>
            <a:r>
              <a:rPr sz="3550" spc="-10" dirty="0">
                <a:solidFill>
                  <a:srgbClr val="D6FCFF"/>
                </a:solidFill>
                <a:latin typeface="Times New Roman"/>
                <a:cs typeface="Times New Roman"/>
              </a:rPr>
              <a:t>resource-</a:t>
            </a:r>
            <a:r>
              <a:rPr sz="3550" dirty="0">
                <a:solidFill>
                  <a:srgbClr val="D6FCFF"/>
                </a:solidFill>
                <a:latin typeface="Times New Roman"/>
                <a:cs typeface="Times New Roman"/>
              </a:rPr>
              <a:t>limited</a:t>
            </a:r>
            <a:r>
              <a:rPr sz="3550" spc="-15" dirty="0">
                <a:solidFill>
                  <a:srgbClr val="D6FCFF"/>
                </a:solidFill>
                <a:latin typeface="Times New Roman"/>
                <a:cs typeface="Times New Roman"/>
              </a:rPr>
              <a:t> </a:t>
            </a:r>
            <a:r>
              <a:rPr sz="3550" dirty="0">
                <a:solidFill>
                  <a:srgbClr val="D6FCFF"/>
                </a:solidFill>
                <a:latin typeface="Times New Roman"/>
                <a:cs typeface="Times New Roman"/>
              </a:rPr>
              <a:t>settings.</a:t>
            </a:r>
            <a:r>
              <a:rPr sz="3550" spc="-100" dirty="0">
                <a:solidFill>
                  <a:srgbClr val="D6FCFF"/>
                </a:solidFill>
                <a:latin typeface="Times New Roman"/>
                <a:cs typeface="Times New Roman"/>
              </a:rPr>
              <a:t> </a:t>
            </a:r>
            <a:r>
              <a:rPr sz="3550" dirty="0">
                <a:solidFill>
                  <a:srgbClr val="D6FCFF"/>
                </a:solidFill>
                <a:latin typeface="Times New Roman"/>
                <a:cs typeface="Times New Roman"/>
              </a:rPr>
              <a:t>This</a:t>
            </a:r>
            <a:r>
              <a:rPr sz="3550" spc="-50" dirty="0">
                <a:solidFill>
                  <a:srgbClr val="D6FCFF"/>
                </a:solidFill>
                <a:latin typeface="Times New Roman"/>
                <a:cs typeface="Times New Roman"/>
              </a:rPr>
              <a:t> </a:t>
            </a:r>
            <a:r>
              <a:rPr sz="3550" dirty="0">
                <a:solidFill>
                  <a:srgbClr val="D6FCFF"/>
                </a:solidFill>
                <a:latin typeface="Times New Roman"/>
                <a:cs typeface="Times New Roman"/>
              </a:rPr>
              <a:t>lack</a:t>
            </a:r>
            <a:r>
              <a:rPr sz="3550" spc="-25" dirty="0">
                <a:solidFill>
                  <a:srgbClr val="D6FCFF"/>
                </a:solidFill>
                <a:latin typeface="Times New Roman"/>
                <a:cs typeface="Times New Roman"/>
              </a:rPr>
              <a:t> </a:t>
            </a:r>
            <a:r>
              <a:rPr sz="3550" dirty="0">
                <a:solidFill>
                  <a:srgbClr val="D6FCFF"/>
                </a:solidFill>
                <a:latin typeface="Times New Roman"/>
                <a:cs typeface="Times New Roman"/>
              </a:rPr>
              <a:t>of</a:t>
            </a:r>
            <a:r>
              <a:rPr sz="3550" spc="-15" dirty="0">
                <a:solidFill>
                  <a:srgbClr val="D6FCFF"/>
                </a:solidFill>
                <a:latin typeface="Times New Roman"/>
                <a:cs typeface="Times New Roman"/>
              </a:rPr>
              <a:t> </a:t>
            </a:r>
            <a:r>
              <a:rPr sz="3550" dirty="0">
                <a:solidFill>
                  <a:srgbClr val="D6FCFF"/>
                </a:solidFill>
                <a:latin typeface="Times New Roman"/>
                <a:cs typeface="Times New Roman"/>
              </a:rPr>
              <a:t>accessibility</a:t>
            </a:r>
            <a:r>
              <a:rPr sz="3550" spc="-25" dirty="0">
                <a:solidFill>
                  <a:srgbClr val="D6FCFF"/>
                </a:solidFill>
                <a:latin typeface="Times New Roman"/>
                <a:cs typeface="Times New Roman"/>
              </a:rPr>
              <a:t> </a:t>
            </a:r>
            <a:r>
              <a:rPr sz="3550" dirty="0">
                <a:solidFill>
                  <a:srgbClr val="D6FCFF"/>
                </a:solidFill>
                <a:latin typeface="Times New Roman"/>
                <a:cs typeface="Times New Roman"/>
              </a:rPr>
              <a:t>creates</a:t>
            </a:r>
            <a:r>
              <a:rPr sz="3550" spc="-30" dirty="0">
                <a:solidFill>
                  <a:srgbClr val="D6FCFF"/>
                </a:solidFill>
                <a:latin typeface="Times New Roman"/>
                <a:cs typeface="Times New Roman"/>
              </a:rPr>
              <a:t> </a:t>
            </a:r>
            <a:r>
              <a:rPr sz="3550" dirty="0">
                <a:solidFill>
                  <a:srgbClr val="D6FCFF"/>
                </a:solidFill>
                <a:latin typeface="Times New Roman"/>
                <a:cs typeface="Times New Roman"/>
              </a:rPr>
              <a:t>a</a:t>
            </a:r>
            <a:r>
              <a:rPr sz="3550" spc="-25" dirty="0">
                <a:solidFill>
                  <a:srgbClr val="D6FCFF"/>
                </a:solidFill>
                <a:latin typeface="Times New Roman"/>
                <a:cs typeface="Times New Roman"/>
              </a:rPr>
              <a:t> </a:t>
            </a:r>
            <a:r>
              <a:rPr sz="3550" dirty="0">
                <a:solidFill>
                  <a:srgbClr val="D6FCFF"/>
                </a:solidFill>
                <a:latin typeface="Times New Roman"/>
                <a:cs typeface="Times New Roman"/>
              </a:rPr>
              <a:t>gap</a:t>
            </a:r>
            <a:r>
              <a:rPr sz="3550" spc="-25" dirty="0">
                <a:solidFill>
                  <a:srgbClr val="D6FCFF"/>
                </a:solidFill>
                <a:latin typeface="Times New Roman"/>
                <a:cs typeface="Times New Roman"/>
              </a:rPr>
              <a:t> </a:t>
            </a:r>
            <a:r>
              <a:rPr sz="3550" dirty="0">
                <a:solidFill>
                  <a:srgbClr val="D6FCFF"/>
                </a:solidFill>
                <a:latin typeface="Times New Roman"/>
                <a:cs typeface="Times New Roman"/>
              </a:rPr>
              <a:t>in</a:t>
            </a:r>
            <a:r>
              <a:rPr sz="3550" spc="-25" dirty="0">
                <a:solidFill>
                  <a:srgbClr val="D6FCFF"/>
                </a:solidFill>
                <a:latin typeface="Times New Roman"/>
                <a:cs typeface="Times New Roman"/>
              </a:rPr>
              <a:t> </a:t>
            </a:r>
            <a:r>
              <a:rPr sz="3550" dirty="0">
                <a:solidFill>
                  <a:srgbClr val="D6FCFF"/>
                </a:solidFill>
                <a:latin typeface="Times New Roman"/>
                <a:cs typeface="Times New Roman"/>
              </a:rPr>
              <a:t>healthcare,</a:t>
            </a:r>
            <a:r>
              <a:rPr sz="3550" spc="-20" dirty="0">
                <a:solidFill>
                  <a:srgbClr val="D6FCFF"/>
                </a:solidFill>
                <a:latin typeface="Times New Roman"/>
                <a:cs typeface="Times New Roman"/>
              </a:rPr>
              <a:t> </a:t>
            </a:r>
            <a:r>
              <a:rPr sz="3550" spc="-10" dirty="0">
                <a:solidFill>
                  <a:srgbClr val="D6FCFF"/>
                </a:solidFill>
                <a:latin typeface="Times New Roman"/>
                <a:cs typeface="Times New Roman"/>
              </a:rPr>
              <a:t>where </a:t>
            </a:r>
            <a:r>
              <a:rPr sz="3550" dirty="0">
                <a:solidFill>
                  <a:srgbClr val="D6FCFF"/>
                </a:solidFill>
                <a:latin typeface="Times New Roman"/>
                <a:cs typeface="Times New Roman"/>
              </a:rPr>
              <a:t>advanced</a:t>
            </a:r>
            <a:r>
              <a:rPr sz="3550" spc="-45" dirty="0">
                <a:solidFill>
                  <a:srgbClr val="D6FCFF"/>
                </a:solidFill>
                <a:latin typeface="Times New Roman"/>
                <a:cs typeface="Times New Roman"/>
              </a:rPr>
              <a:t> </a:t>
            </a:r>
            <a:r>
              <a:rPr sz="3550" dirty="0">
                <a:solidFill>
                  <a:srgbClr val="D6FCFF"/>
                </a:solidFill>
                <a:latin typeface="Times New Roman"/>
                <a:cs typeface="Times New Roman"/>
              </a:rPr>
              <a:t>diagnostic</a:t>
            </a:r>
            <a:r>
              <a:rPr sz="3550" spc="-55" dirty="0">
                <a:solidFill>
                  <a:srgbClr val="D6FCFF"/>
                </a:solidFill>
                <a:latin typeface="Times New Roman"/>
                <a:cs typeface="Times New Roman"/>
              </a:rPr>
              <a:t> </a:t>
            </a:r>
            <a:r>
              <a:rPr sz="3550" dirty="0">
                <a:solidFill>
                  <a:srgbClr val="D6FCFF"/>
                </a:solidFill>
                <a:latin typeface="Times New Roman"/>
                <a:cs typeface="Times New Roman"/>
              </a:rPr>
              <a:t>tools</a:t>
            </a:r>
            <a:r>
              <a:rPr sz="3550" spc="-40" dirty="0">
                <a:solidFill>
                  <a:srgbClr val="D6FCFF"/>
                </a:solidFill>
                <a:latin typeface="Times New Roman"/>
                <a:cs typeface="Times New Roman"/>
              </a:rPr>
              <a:t> </a:t>
            </a:r>
            <a:r>
              <a:rPr sz="3550" dirty="0">
                <a:solidFill>
                  <a:srgbClr val="D6FCFF"/>
                </a:solidFill>
                <a:latin typeface="Times New Roman"/>
                <a:cs typeface="Times New Roman"/>
              </a:rPr>
              <a:t>are</a:t>
            </a:r>
            <a:r>
              <a:rPr sz="3550" spc="-35" dirty="0">
                <a:solidFill>
                  <a:srgbClr val="D6FCFF"/>
                </a:solidFill>
                <a:latin typeface="Times New Roman"/>
                <a:cs typeface="Times New Roman"/>
              </a:rPr>
              <a:t> </a:t>
            </a:r>
            <a:r>
              <a:rPr sz="3550" dirty="0">
                <a:solidFill>
                  <a:srgbClr val="D6FCFF"/>
                </a:solidFill>
                <a:latin typeface="Times New Roman"/>
                <a:cs typeface="Times New Roman"/>
              </a:rPr>
              <a:t>available</a:t>
            </a:r>
            <a:r>
              <a:rPr sz="3550" spc="-40" dirty="0">
                <a:solidFill>
                  <a:srgbClr val="D6FCFF"/>
                </a:solidFill>
                <a:latin typeface="Times New Roman"/>
                <a:cs typeface="Times New Roman"/>
              </a:rPr>
              <a:t> </a:t>
            </a:r>
            <a:r>
              <a:rPr sz="3550" dirty="0">
                <a:solidFill>
                  <a:srgbClr val="D6FCFF"/>
                </a:solidFill>
                <a:latin typeface="Times New Roman"/>
                <a:cs typeface="Times New Roman"/>
              </a:rPr>
              <a:t>primarily</a:t>
            </a:r>
            <a:r>
              <a:rPr sz="3550" spc="-40" dirty="0">
                <a:solidFill>
                  <a:srgbClr val="D6FCFF"/>
                </a:solidFill>
                <a:latin typeface="Times New Roman"/>
                <a:cs typeface="Times New Roman"/>
              </a:rPr>
              <a:t> </a:t>
            </a:r>
            <a:r>
              <a:rPr sz="3550" dirty="0">
                <a:solidFill>
                  <a:srgbClr val="D6FCFF"/>
                </a:solidFill>
                <a:latin typeface="Times New Roman"/>
                <a:cs typeface="Times New Roman"/>
              </a:rPr>
              <a:t>in</a:t>
            </a:r>
            <a:r>
              <a:rPr sz="3550" spc="-40" dirty="0">
                <a:solidFill>
                  <a:srgbClr val="D6FCFF"/>
                </a:solidFill>
                <a:latin typeface="Times New Roman"/>
                <a:cs typeface="Times New Roman"/>
              </a:rPr>
              <a:t> </a:t>
            </a:r>
            <a:r>
              <a:rPr sz="3550" dirty="0">
                <a:solidFill>
                  <a:srgbClr val="D6FCFF"/>
                </a:solidFill>
                <a:latin typeface="Times New Roman"/>
                <a:cs typeface="Times New Roman"/>
              </a:rPr>
              <a:t>high-end</a:t>
            </a:r>
            <a:r>
              <a:rPr sz="3550" spc="-40" dirty="0">
                <a:solidFill>
                  <a:srgbClr val="D6FCFF"/>
                </a:solidFill>
                <a:latin typeface="Times New Roman"/>
                <a:cs typeface="Times New Roman"/>
              </a:rPr>
              <a:t> </a:t>
            </a:r>
            <a:r>
              <a:rPr sz="3550" dirty="0">
                <a:solidFill>
                  <a:srgbClr val="D6FCFF"/>
                </a:solidFill>
                <a:latin typeface="Times New Roman"/>
                <a:cs typeface="Times New Roman"/>
              </a:rPr>
              <a:t>hospitals,</a:t>
            </a:r>
            <a:r>
              <a:rPr sz="3550" spc="-55" dirty="0">
                <a:solidFill>
                  <a:srgbClr val="D6FCFF"/>
                </a:solidFill>
                <a:latin typeface="Times New Roman"/>
                <a:cs typeface="Times New Roman"/>
              </a:rPr>
              <a:t> </a:t>
            </a:r>
            <a:r>
              <a:rPr sz="3550" spc="-10" dirty="0">
                <a:solidFill>
                  <a:srgbClr val="D6FCFF"/>
                </a:solidFill>
                <a:latin typeface="Times New Roman"/>
                <a:cs typeface="Times New Roman"/>
              </a:rPr>
              <a:t>leaving </a:t>
            </a:r>
            <a:r>
              <a:rPr sz="3550" dirty="0">
                <a:solidFill>
                  <a:srgbClr val="D6FCFF"/>
                </a:solidFill>
                <a:latin typeface="Times New Roman"/>
                <a:cs typeface="Times New Roman"/>
              </a:rPr>
              <a:t>underserved</a:t>
            </a:r>
            <a:r>
              <a:rPr sz="3550" spc="-45" dirty="0">
                <a:solidFill>
                  <a:srgbClr val="D6FCFF"/>
                </a:solidFill>
                <a:latin typeface="Times New Roman"/>
                <a:cs typeface="Times New Roman"/>
              </a:rPr>
              <a:t> </a:t>
            </a:r>
            <a:r>
              <a:rPr sz="3550" dirty="0">
                <a:solidFill>
                  <a:srgbClr val="D6FCFF"/>
                </a:solidFill>
                <a:latin typeface="Times New Roman"/>
                <a:cs typeface="Times New Roman"/>
              </a:rPr>
              <a:t>communities</a:t>
            </a:r>
            <a:r>
              <a:rPr sz="3550" spc="-40" dirty="0">
                <a:solidFill>
                  <a:srgbClr val="D6FCFF"/>
                </a:solidFill>
                <a:latin typeface="Times New Roman"/>
                <a:cs typeface="Times New Roman"/>
              </a:rPr>
              <a:t> </a:t>
            </a:r>
            <a:r>
              <a:rPr sz="3550" dirty="0">
                <a:solidFill>
                  <a:srgbClr val="D6FCFF"/>
                </a:solidFill>
                <a:latin typeface="Times New Roman"/>
                <a:cs typeface="Times New Roman"/>
              </a:rPr>
              <a:t>at</a:t>
            </a:r>
            <a:r>
              <a:rPr sz="3550" spc="-40" dirty="0">
                <a:solidFill>
                  <a:srgbClr val="D6FCFF"/>
                </a:solidFill>
                <a:latin typeface="Times New Roman"/>
                <a:cs typeface="Times New Roman"/>
              </a:rPr>
              <a:t> </a:t>
            </a:r>
            <a:r>
              <a:rPr sz="3550" dirty="0">
                <a:solidFill>
                  <a:srgbClr val="D6FCFF"/>
                </a:solidFill>
                <a:latin typeface="Times New Roman"/>
                <a:cs typeface="Times New Roman"/>
              </a:rPr>
              <a:t>a</a:t>
            </a:r>
            <a:r>
              <a:rPr sz="3550" spc="-50" dirty="0">
                <a:solidFill>
                  <a:srgbClr val="D6FCFF"/>
                </a:solidFill>
                <a:latin typeface="Times New Roman"/>
                <a:cs typeface="Times New Roman"/>
              </a:rPr>
              <a:t> </a:t>
            </a:r>
            <a:r>
              <a:rPr sz="3550" dirty="0">
                <a:solidFill>
                  <a:srgbClr val="D6FCFF"/>
                </a:solidFill>
                <a:latin typeface="Times New Roman"/>
                <a:cs typeface="Times New Roman"/>
              </a:rPr>
              <a:t>disadvantage.</a:t>
            </a:r>
            <a:r>
              <a:rPr sz="3550" spc="-95" dirty="0">
                <a:solidFill>
                  <a:srgbClr val="D6FCFF"/>
                </a:solidFill>
                <a:latin typeface="Times New Roman"/>
                <a:cs typeface="Times New Roman"/>
              </a:rPr>
              <a:t> </a:t>
            </a:r>
            <a:r>
              <a:rPr sz="3550" dirty="0">
                <a:solidFill>
                  <a:srgbClr val="D6FCFF"/>
                </a:solidFill>
                <a:latin typeface="Times New Roman"/>
                <a:cs typeface="Times New Roman"/>
              </a:rPr>
              <a:t>This</a:t>
            </a:r>
            <a:r>
              <a:rPr sz="3550" spc="-60" dirty="0">
                <a:solidFill>
                  <a:srgbClr val="D6FCFF"/>
                </a:solidFill>
                <a:latin typeface="Times New Roman"/>
                <a:cs typeface="Times New Roman"/>
              </a:rPr>
              <a:t> </a:t>
            </a:r>
            <a:r>
              <a:rPr sz="3550" dirty="0">
                <a:solidFill>
                  <a:srgbClr val="D6FCFF"/>
                </a:solidFill>
                <a:latin typeface="Times New Roman"/>
                <a:cs typeface="Times New Roman"/>
              </a:rPr>
              <a:t>highlights</a:t>
            </a:r>
            <a:r>
              <a:rPr sz="3550" spc="-40" dirty="0">
                <a:solidFill>
                  <a:srgbClr val="D6FCFF"/>
                </a:solidFill>
                <a:latin typeface="Times New Roman"/>
                <a:cs typeface="Times New Roman"/>
              </a:rPr>
              <a:t> </a:t>
            </a:r>
            <a:r>
              <a:rPr sz="3550" dirty="0">
                <a:solidFill>
                  <a:srgbClr val="D6FCFF"/>
                </a:solidFill>
                <a:latin typeface="Times New Roman"/>
                <a:cs typeface="Times New Roman"/>
              </a:rPr>
              <a:t>an</a:t>
            </a:r>
            <a:r>
              <a:rPr sz="3550" spc="-40" dirty="0">
                <a:solidFill>
                  <a:srgbClr val="D6FCFF"/>
                </a:solidFill>
                <a:latin typeface="Times New Roman"/>
                <a:cs typeface="Times New Roman"/>
              </a:rPr>
              <a:t> </a:t>
            </a:r>
            <a:r>
              <a:rPr sz="3550" dirty="0">
                <a:solidFill>
                  <a:srgbClr val="D6FCFF"/>
                </a:solidFill>
                <a:latin typeface="Times New Roman"/>
                <a:cs typeface="Times New Roman"/>
              </a:rPr>
              <a:t>urgent</a:t>
            </a:r>
            <a:r>
              <a:rPr sz="3550" spc="-45" dirty="0">
                <a:solidFill>
                  <a:srgbClr val="D6FCFF"/>
                </a:solidFill>
                <a:latin typeface="Times New Roman"/>
                <a:cs typeface="Times New Roman"/>
              </a:rPr>
              <a:t> </a:t>
            </a:r>
            <a:r>
              <a:rPr sz="3550" dirty="0">
                <a:solidFill>
                  <a:srgbClr val="D6FCFF"/>
                </a:solidFill>
                <a:latin typeface="Times New Roman"/>
                <a:cs typeface="Times New Roman"/>
              </a:rPr>
              <a:t>need</a:t>
            </a:r>
            <a:r>
              <a:rPr sz="3550" spc="-40" dirty="0">
                <a:solidFill>
                  <a:srgbClr val="D6FCFF"/>
                </a:solidFill>
                <a:latin typeface="Times New Roman"/>
                <a:cs typeface="Times New Roman"/>
              </a:rPr>
              <a:t> </a:t>
            </a:r>
            <a:r>
              <a:rPr sz="3550" dirty="0">
                <a:solidFill>
                  <a:srgbClr val="D6FCFF"/>
                </a:solidFill>
                <a:latin typeface="Times New Roman"/>
                <a:cs typeface="Times New Roman"/>
              </a:rPr>
              <a:t>for</a:t>
            </a:r>
            <a:r>
              <a:rPr sz="3550" spc="-40" dirty="0">
                <a:solidFill>
                  <a:srgbClr val="D6FCFF"/>
                </a:solidFill>
                <a:latin typeface="Times New Roman"/>
                <a:cs typeface="Times New Roman"/>
              </a:rPr>
              <a:t> </a:t>
            </a:r>
            <a:r>
              <a:rPr sz="3550" spc="-25" dirty="0">
                <a:solidFill>
                  <a:srgbClr val="D6FCFF"/>
                </a:solidFill>
                <a:latin typeface="Times New Roman"/>
                <a:cs typeface="Times New Roman"/>
              </a:rPr>
              <a:t>an </a:t>
            </a:r>
            <a:r>
              <a:rPr sz="3550" dirty="0">
                <a:solidFill>
                  <a:srgbClr val="D6FCFF"/>
                </a:solidFill>
                <a:latin typeface="Times New Roman"/>
                <a:cs typeface="Times New Roman"/>
              </a:rPr>
              <a:t>innovative</a:t>
            </a:r>
            <a:r>
              <a:rPr sz="3550" spc="-40" dirty="0">
                <a:solidFill>
                  <a:srgbClr val="D6FCFF"/>
                </a:solidFill>
                <a:latin typeface="Times New Roman"/>
                <a:cs typeface="Times New Roman"/>
              </a:rPr>
              <a:t> </a:t>
            </a:r>
            <a:r>
              <a:rPr sz="3550" dirty="0">
                <a:solidFill>
                  <a:srgbClr val="D6FCFF"/>
                </a:solidFill>
                <a:latin typeface="Times New Roman"/>
                <a:cs typeface="Times New Roman"/>
              </a:rPr>
              <a:t>solution:</a:t>
            </a:r>
            <a:r>
              <a:rPr sz="3550" spc="-35" dirty="0">
                <a:solidFill>
                  <a:srgbClr val="D6FCFF"/>
                </a:solidFill>
                <a:latin typeface="Times New Roman"/>
                <a:cs typeface="Times New Roman"/>
              </a:rPr>
              <a:t> </a:t>
            </a:r>
            <a:r>
              <a:rPr sz="3550" dirty="0">
                <a:solidFill>
                  <a:srgbClr val="D6FCFF"/>
                </a:solidFill>
                <a:latin typeface="Times New Roman"/>
                <a:cs typeface="Times New Roman"/>
              </a:rPr>
              <a:t>an</a:t>
            </a:r>
            <a:r>
              <a:rPr sz="3550" spc="-30" dirty="0">
                <a:solidFill>
                  <a:srgbClr val="D6FCFF"/>
                </a:solidFill>
                <a:latin typeface="Times New Roman"/>
                <a:cs typeface="Times New Roman"/>
              </a:rPr>
              <a:t> </a:t>
            </a:r>
            <a:r>
              <a:rPr sz="3550" dirty="0">
                <a:solidFill>
                  <a:srgbClr val="D6FCFF"/>
                </a:solidFill>
                <a:latin typeface="Times New Roman"/>
                <a:cs typeface="Times New Roman"/>
              </a:rPr>
              <a:t>automated</a:t>
            </a:r>
            <a:r>
              <a:rPr sz="3550" spc="-10" dirty="0">
                <a:solidFill>
                  <a:srgbClr val="D6FCFF"/>
                </a:solidFill>
                <a:latin typeface="Times New Roman"/>
                <a:cs typeface="Times New Roman"/>
              </a:rPr>
              <a:t> </a:t>
            </a:r>
            <a:r>
              <a:rPr sz="3550" dirty="0">
                <a:solidFill>
                  <a:srgbClr val="D6FCFF"/>
                </a:solidFill>
                <a:latin typeface="Times New Roman"/>
                <a:cs typeface="Times New Roman"/>
              </a:rPr>
              <a:t>system</a:t>
            </a:r>
            <a:r>
              <a:rPr sz="3550" spc="-50" dirty="0">
                <a:solidFill>
                  <a:srgbClr val="D6FCFF"/>
                </a:solidFill>
                <a:latin typeface="Times New Roman"/>
                <a:cs typeface="Times New Roman"/>
              </a:rPr>
              <a:t> </a:t>
            </a:r>
            <a:r>
              <a:rPr sz="3550" dirty="0">
                <a:solidFill>
                  <a:srgbClr val="D6FCFF"/>
                </a:solidFill>
                <a:latin typeface="Times New Roman"/>
                <a:cs typeface="Times New Roman"/>
              </a:rPr>
              <a:t>that</a:t>
            </a:r>
            <a:r>
              <a:rPr sz="3550" spc="-25" dirty="0">
                <a:solidFill>
                  <a:srgbClr val="D6FCFF"/>
                </a:solidFill>
                <a:latin typeface="Times New Roman"/>
                <a:cs typeface="Times New Roman"/>
              </a:rPr>
              <a:t> </a:t>
            </a:r>
            <a:r>
              <a:rPr sz="3550" dirty="0">
                <a:solidFill>
                  <a:srgbClr val="D6FCFF"/>
                </a:solidFill>
                <a:latin typeface="Times New Roman"/>
                <a:cs typeface="Times New Roman"/>
              </a:rPr>
              <a:t>is</a:t>
            </a:r>
            <a:r>
              <a:rPr sz="3550" spc="-25" dirty="0">
                <a:solidFill>
                  <a:srgbClr val="D6FCFF"/>
                </a:solidFill>
                <a:latin typeface="Times New Roman"/>
                <a:cs typeface="Times New Roman"/>
              </a:rPr>
              <a:t> </a:t>
            </a:r>
            <a:r>
              <a:rPr sz="3550" dirty="0">
                <a:solidFill>
                  <a:srgbClr val="D6FCFF"/>
                </a:solidFill>
                <a:latin typeface="Times New Roman"/>
                <a:cs typeface="Times New Roman"/>
              </a:rPr>
              <a:t>both</a:t>
            </a:r>
            <a:r>
              <a:rPr sz="3550" spc="-30" dirty="0">
                <a:solidFill>
                  <a:srgbClr val="D6FCFF"/>
                </a:solidFill>
                <a:latin typeface="Times New Roman"/>
                <a:cs typeface="Times New Roman"/>
              </a:rPr>
              <a:t> </a:t>
            </a:r>
            <a:r>
              <a:rPr sz="3550" spc="-20" dirty="0">
                <a:solidFill>
                  <a:srgbClr val="D6FCFF"/>
                </a:solidFill>
                <a:latin typeface="Times New Roman"/>
                <a:cs typeface="Times New Roman"/>
              </a:rPr>
              <a:t>cost-</a:t>
            </a:r>
            <a:r>
              <a:rPr sz="3550" dirty="0">
                <a:solidFill>
                  <a:srgbClr val="D6FCFF"/>
                </a:solidFill>
                <a:latin typeface="Times New Roman"/>
                <a:cs typeface="Times New Roman"/>
              </a:rPr>
              <a:t>effective</a:t>
            </a:r>
            <a:r>
              <a:rPr sz="3550" spc="-30" dirty="0">
                <a:solidFill>
                  <a:srgbClr val="D6FCFF"/>
                </a:solidFill>
                <a:latin typeface="Times New Roman"/>
                <a:cs typeface="Times New Roman"/>
              </a:rPr>
              <a:t> </a:t>
            </a:r>
            <a:r>
              <a:rPr sz="3550" dirty="0">
                <a:solidFill>
                  <a:srgbClr val="D6FCFF"/>
                </a:solidFill>
                <a:latin typeface="Times New Roman"/>
                <a:cs typeface="Times New Roman"/>
              </a:rPr>
              <a:t>and</a:t>
            </a:r>
            <a:r>
              <a:rPr sz="3550" spc="-30" dirty="0">
                <a:solidFill>
                  <a:srgbClr val="D6FCFF"/>
                </a:solidFill>
                <a:latin typeface="Times New Roman"/>
                <a:cs typeface="Times New Roman"/>
              </a:rPr>
              <a:t> </a:t>
            </a:r>
            <a:r>
              <a:rPr sz="3550" spc="-10" dirty="0">
                <a:solidFill>
                  <a:srgbClr val="D6FCFF"/>
                </a:solidFill>
                <a:latin typeface="Times New Roman"/>
                <a:cs typeface="Times New Roman"/>
              </a:rPr>
              <a:t>efficient.</a:t>
            </a:r>
            <a:endParaRPr sz="3550">
              <a:latin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11953" y="71704"/>
            <a:ext cx="8418830" cy="1177925"/>
          </a:xfrm>
          <a:prstGeom prst="rect">
            <a:avLst/>
          </a:prstGeom>
        </p:spPr>
        <p:txBody>
          <a:bodyPr vert="horz" wrap="square" lIns="0" tIns="13970" rIns="0" bIns="0" rtlCol="0">
            <a:spAutoFit/>
          </a:bodyPr>
          <a:lstStyle/>
          <a:p>
            <a:pPr marL="12700">
              <a:lnSpc>
                <a:spcPct val="100000"/>
              </a:lnSpc>
              <a:spcBef>
                <a:spcPts val="110"/>
              </a:spcBef>
            </a:pPr>
            <a:r>
              <a:rPr spc="-425" dirty="0"/>
              <a:t>Research</a:t>
            </a:r>
            <a:r>
              <a:rPr spc="-960" dirty="0"/>
              <a:t> </a:t>
            </a:r>
            <a:r>
              <a:rPr spc="-434" dirty="0"/>
              <a:t>Objectives</a:t>
            </a:r>
          </a:p>
        </p:txBody>
      </p:sp>
      <p:sp>
        <p:nvSpPr>
          <p:cNvPr id="3" name="object 3"/>
          <p:cNvSpPr txBox="1"/>
          <p:nvPr/>
        </p:nvSpPr>
        <p:spPr>
          <a:xfrm>
            <a:off x="1518919" y="1213514"/>
            <a:ext cx="14841219" cy="5628005"/>
          </a:xfrm>
          <a:prstGeom prst="rect">
            <a:avLst/>
          </a:prstGeom>
        </p:spPr>
        <p:txBody>
          <a:bodyPr vert="horz" wrap="square" lIns="0" tIns="13335" rIns="0" bIns="0" rtlCol="0">
            <a:spAutoFit/>
          </a:bodyPr>
          <a:lstStyle/>
          <a:p>
            <a:pPr marL="12700" marR="5080">
              <a:lnSpc>
                <a:spcPct val="114999"/>
              </a:lnSpc>
              <a:spcBef>
                <a:spcPts val="105"/>
              </a:spcBef>
            </a:pPr>
            <a:r>
              <a:rPr sz="3550" dirty="0">
                <a:solidFill>
                  <a:srgbClr val="D6FCFF"/>
                </a:solidFill>
                <a:latin typeface="Times New Roman"/>
                <a:cs typeface="Times New Roman"/>
              </a:rPr>
              <a:t>The</a:t>
            </a:r>
            <a:r>
              <a:rPr sz="3550" spc="-55" dirty="0">
                <a:solidFill>
                  <a:srgbClr val="D6FCFF"/>
                </a:solidFill>
                <a:latin typeface="Times New Roman"/>
                <a:cs typeface="Times New Roman"/>
              </a:rPr>
              <a:t> </a:t>
            </a:r>
            <a:r>
              <a:rPr sz="3550" dirty="0">
                <a:solidFill>
                  <a:srgbClr val="D6FCFF"/>
                </a:solidFill>
                <a:latin typeface="Times New Roman"/>
                <a:cs typeface="Times New Roman"/>
              </a:rPr>
              <a:t>objective</a:t>
            </a:r>
            <a:r>
              <a:rPr sz="3550" spc="-30" dirty="0">
                <a:solidFill>
                  <a:srgbClr val="D6FCFF"/>
                </a:solidFill>
                <a:latin typeface="Times New Roman"/>
                <a:cs typeface="Times New Roman"/>
              </a:rPr>
              <a:t> </a:t>
            </a:r>
            <a:r>
              <a:rPr sz="3550" dirty="0">
                <a:solidFill>
                  <a:srgbClr val="D6FCFF"/>
                </a:solidFill>
                <a:latin typeface="Times New Roman"/>
                <a:cs typeface="Times New Roman"/>
              </a:rPr>
              <a:t>of</a:t>
            </a:r>
            <a:r>
              <a:rPr sz="3550" spc="-40" dirty="0">
                <a:solidFill>
                  <a:srgbClr val="D6FCFF"/>
                </a:solidFill>
                <a:latin typeface="Times New Roman"/>
                <a:cs typeface="Times New Roman"/>
              </a:rPr>
              <a:t> </a:t>
            </a:r>
            <a:r>
              <a:rPr sz="3550" dirty="0">
                <a:solidFill>
                  <a:srgbClr val="D6FCFF"/>
                </a:solidFill>
                <a:latin typeface="Times New Roman"/>
                <a:cs typeface="Times New Roman"/>
              </a:rPr>
              <a:t>this</a:t>
            </a:r>
            <a:r>
              <a:rPr sz="3550" spc="-40" dirty="0">
                <a:solidFill>
                  <a:srgbClr val="D6FCFF"/>
                </a:solidFill>
                <a:latin typeface="Times New Roman"/>
                <a:cs typeface="Times New Roman"/>
              </a:rPr>
              <a:t> </a:t>
            </a:r>
            <a:r>
              <a:rPr sz="3550" dirty="0">
                <a:solidFill>
                  <a:srgbClr val="D6FCFF"/>
                </a:solidFill>
                <a:latin typeface="Times New Roman"/>
                <a:cs typeface="Times New Roman"/>
              </a:rPr>
              <a:t>project</a:t>
            </a:r>
            <a:r>
              <a:rPr sz="3550" spc="-40" dirty="0">
                <a:solidFill>
                  <a:srgbClr val="D6FCFF"/>
                </a:solidFill>
                <a:latin typeface="Times New Roman"/>
                <a:cs typeface="Times New Roman"/>
              </a:rPr>
              <a:t> </a:t>
            </a:r>
            <a:r>
              <a:rPr sz="3550" dirty="0">
                <a:solidFill>
                  <a:srgbClr val="D6FCFF"/>
                </a:solidFill>
                <a:latin typeface="Times New Roman"/>
                <a:cs typeface="Times New Roman"/>
              </a:rPr>
              <a:t>is</a:t>
            </a:r>
            <a:r>
              <a:rPr sz="3550" spc="-40" dirty="0">
                <a:solidFill>
                  <a:srgbClr val="D6FCFF"/>
                </a:solidFill>
                <a:latin typeface="Times New Roman"/>
                <a:cs typeface="Times New Roman"/>
              </a:rPr>
              <a:t> </a:t>
            </a:r>
            <a:r>
              <a:rPr sz="3550" dirty="0">
                <a:solidFill>
                  <a:srgbClr val="D6FCFF"/>
                </a:solidFill>
                <a:latin typeface="Times New Roman"/>
                <a:cs typeface="Times New Roman"/>
              </a:rPr>
              <a:t>to</a:t>
            </a:r>
            <a:r>
              <a:rPr sz="3550" spc="-40" dirty="0">
                <a:solidFill>
                  <a:srgbClr val="D6FCFF"/>
                </a:solidFill>
                <a:latin typeface="Times New Roman"/>
                <a:cs typeface="Times New Roman"/>
              </a:rPr>
              <a:t> </a:t>
            </a:r>
            <a:r>
              <a:rPr sz="3550" dirty="0">
                <a:solidFill>
                  <a:srgbClr val="D6FCFF"/>
                </a:solidFill>
                <a:latin typeface="Times New Roman"/>
                <a:cs typeface="Times New Roman"/>
              </a:rPr>
              <a:t>develop</a:t>
            </a:r>
            <a:r>
              <a:rPr sz="3550" spc="-35" dirty="0">
                <a:solidFill>
                  <a:srgbClr val="D6FCFF"/>
                </a:solidFill>
                <a:latin typeface="Times New Roman"/>
                <a:cs typeface="Times New Roman"/>
              </a:rPr>
              <a:t> </a:t>
            </a:r>
            <a:r>
              <a:rPr sz="3550" dirty="0">
                <a:solidFill>
                  <a:srgbClr val="D6FCFF"/>
                </a:solidFill>
                <a:latin typeface="Times New Roman"/>
                <a:cs typeface="Times New Roman"/>
              </a:rPr>
              <a:t>an</a:t>
            </a:r>
            <a:r>
              <a:rPr sz="3550" spc="-40" dirty="0">
                <a:solidFill>
                  <a:srgbClr val="D6FCFF"/>
                </a:solidFill>
                <a:latin typeface="Times New Roman"/>
                <a:cs typeface="Times New Roman"/>
              </a:rPr>
              <a:t> </a:t>
            </a:r>
            <a:r>
              <a:rPr sz="3550" dirty="0">
                <a:solidFill>
                  <a:srgbClr val="D6FCFF"/>
                </a:solidFill>
                <a:latin typeface="Times New Roman"/>
                <a:cs typeface="Times New Roman"/>
              </a:rPr>
              <a:t>efficient</a:t>
            </a:r>
            <a:r>
              <a:rPr sz="3550" spc="-35" dirty="0">
                <a:solidFill>
                  <a:srgbClr val="D6FCFF"/>
                </a:solidFill>
                <a:latin typeface="Times New Roman"/>
                <a:cs typeface="Times New Roman"/>
              </a:rPr>
              <a:t> </a:t>
            </a:r>
            <a:r>
              <a:rPr sz="3550" dirty="0">
                <a:solidFill>
                  <a:srgbClr val="D6FCFF"/>
                </a:solidFill>
                <a:latin typeface="Times New Roman"/>
                <a:cs typeface="Times New Roman"/>
              </a:rPr>
              <a:t>system</a:t>
            </a:r>
            <a:r>
              <a:rPr sz="3550" spc="-40" dirty="0">
                <a:solidFill>
                  <a:srgbClr val="D6FCFF"/>
                </a:solidFill>
                <a:latin typeface="Times New Roman"/>
                <a:cs typeface="Times New Roman"/>
              </a:rPr>
              <a:t> </a:t>
            </a:r>
            <a:r>
              <a:rPr sz="3550" dirty="0">
                <a:solidFill>
                  <a:srgbClr val="D6FCFF"/>
                </a:solidFill>
                <a:latin typeface="Times New Roman"/>
                <a:cs typeface="Times New Roman"/>
              </a:rPr>
              <a:t>capable</a:t>
            </a:r>
            <a:r>
              <a:rPr sz="3550" spc="-40" dirty="0">
                <a:solidFill>
                  <a:srgbClr val="D6FCFF"/>
                </a:solidFill>
                <a:latin typeface="Times New Roman"/>
                <a:cs typeface="Times New Roman"/>
              </a:rPr>
              <a:t> </a:t>
            </a:r>
            <a:r>
              <a:rPr sz="3550" dirty="0">
                <a:solidFill>
                  <a:srgbClr val="D6FCFF"/>
                </a:solidFill>
                <a:latin typeface="Times New Roman"/>
                <a:cs typeface="Times New Roman"/>
              </a:rPr>
              <a:t>of</a:t>
            </a:r>
            <a:r>
              <a:rPr sz="3550" spc="-35" dirty="0">
                <a:solidFill>
                  <a:srgbClr val="D6FCFF"/>
                </a:solidFill>
                <a:latin typeface="Times New Roman"/>
                <a:cs typeface="Times New Roman"/>
              </a:rPr>
              <a:t> </a:t>
            </a:r>
            <a:r>
              <a:rPr sz="3550" spc="-10" dirty="0">
                <a:solidFill>
                  <a:srgbClr val="D6FCFF"/>
                </a:solidFill>
                <a:latin typeface="Times New Roman"/>
                <a:cs typeface="Times New Roman"/>
              </a:rPr>
              <a:t>detecting </a:t>
            </a:r>
            <a:r>
              <a:rPr sz="3550" dirty="0">
                <a:solidFill>
                  <a:srgbClr val="D6FCFF"/>
                </a:solidFill>
                <a:latin typeface="Times New Roman"/>
                <a:cs typeface="Times New Roman"/>
              </a:rPr>
              <a:t>anomalies</a:t>
            </a:r>
            <a:r>
              <a:rPr sz="3550" spc="-20" dirty="0">
                <a:solidFill>
                  <a:srgbClr val="D6FCFF"/>
                </a:solidFill>
                <a:latin typeface="Times New Roman"/>
                <a:cs typeface="Times New Roman"/>
              </a:rPr>
              <a:t> </a:t>
            </a:r>
            <a:r>
              <a:rPr sz="3550" dirty="0">
                <a:solidFill>
                  <a:srgbClr val="D6FCFF"/>
                </a:solidFill>
                <a:latin typeface="Times New Roman"/>
                <a:cs typeface="Times New Roman"/>
              </a:rPr>
              <a:t>in</a:t>
            </a:r>
            <a:r>
              <a:rPr sz="3550" spc="-15" dirty="0">
                <a:solidFill>
                  <a:srgbClr val="D6FCFF"/>
                </a:solidFill>
                <a:latin typeface="Times New Roman"/>
                <a:cs typeface="Times New Roman"/>
              </a:rPr>
              <a:t> </a:t>
            </a:r>
            <a:r>
              <a:rPr sz="3550" dirty="0">
                <a:solidFill>
                  <a:srgbClr val="D6FCFF"/>
                </a:solidFill>
                <a:latin typeface="Times New Roman"/>
                <a:cs typeface="Times New Roman"/>
              </a:rPr>
              <a:t>ECG</a:t>
            </a:r>
            <a:r>
              <a:rPr sz="3550" spc="-45" dirty="0">
                <a:solidFill>
                  <a:srgbClr val="D6FCFF"/>
                </a:solidFill>
                <a:latin typeface="Times New Roman"/>
                <a:cs typeface="Times New Roman"/>
              </a:rPr>
              <a:t> </a:t>
            </a:r>
            <a:r>
              <a:rPr sz="3550" dirty="0">
                <a:solidFill>
                  <a:srgbClr val="D6FCFF"/>
                </a:solidFill>
                <a:latin typeface="Times New Roman"/>
                <a:cs typeface="Times New Roman"/>
              </a:rPr>
              <a:t>signals</a:t>
            </a:r>
            <a:r>
              <a:rPr sz="3550" spc="-35" dirty="0">
                <a:solidFill>
                  <a:srgbClr val="D6FCFF"/>
                </a:solidFill>
                <a:latin typeface="Times New Roman"/>
                <a:cs typeface="Times New Roman"/>
              </a:rPr>
              <a:t> </a:t>
            </a:r>
            <a:r>
              <a:rPr sz="3550" dirty="0">
                <a:solidFill>
                  <a:srgbClr val="D6FCFF"/>
                </a:solidFill>
                <a:latin typeface="Times New Roman"/>
                <a:cs typeface="Times New Roman"/>
              </a:rPr>
              <a:t>in</a:t>
            </a:r>
            <a:r>
              <a:rPr sz="3550" spc="-15" dirty="0">
                <a:solidFill>
                  <a:srgbClr val="D6FCFF"/>
                </a:solidFill>
                <a:latin typeface="Times New Roman"/>
                <a:cs typeface="Times New Roman"/>
              </a:rPr>
              <a:t> </a:t>
            </a:r>
            <a:r>
              <a:rPr sz="3550" spc="-10" dirty="0">
                <a:solidFill>
                  <a:srgbClr val="D6FCFF"/>
                </a:solidFill>
                <a:latin typeface="Times New Roman"/>
                <a:cs typeface="Times New Roman"/>
              </a:rPr>
              <a:t>real-</a:t>
            </a:r>
            <a:r>
              <a:rPr sz="3550" dirty="0">
                <a:solidFill>
                  <a:srgbClr val="D6FCFF"/>
                </a:solidFill>
                <a:latin typeface="Times New Roman"/>
                <a:cs typeface="Times New Roman"/>
              </a:rPr>
              <a:t>time,</a:t>
            </a:r>
            <a:r>
              <a:rPr sz="3550" spc="-20" dirty="0">
                <a:solidFill>
                  <a:srgbClr val="D6FCFF"/>
                </a:solidFill>
                <a:latin typeface="Times New Roman"/>
                <a:cs typeface="Times New Roman"/>
              </a:rPr>
              <a:t> </a:t>
            </a:r>
            <a:r>
              <a:rPr sz="3550" dirty="0">
                <a:solidFill>
                  <a:srgbClr val="D6FCFF"/>
                </a:solidFill>
                <a:latin typeface="Times New Roman"/>
                <a:cs typeface="Times New Roman"/>
              </a:rPr>
              <a:t>enabling</a:t>
            </a:r>
            <a:r>
              <a:rPr sz="3550" spc="-15" dirty="0">
                <a:solidFill>
                  <a:srgbClr val="D6FCFF"/>
                </a:solidFill>
                <a:latin typeface="Times New Roman"/>
                <a:cs typeface="Times New Roman"/>
              </a:rPr>
              <a:t> </a:t>
            </a:r>
            <a:r>
              <a:rPr sz="3550" dirty="0">
                <a:solidFill>
                  <a:srgbClr val="D6FCFF"/>
                </a:solidFill>
                <a:latin typeface="Times New Roman"/>
                <a:cs typeface="Times New Roman"/>
              </a:rPr>
              <a:t>timely</a:t>
            </a:r>
            <a:r>
              <a:rPr sz="3550" spc="-20" dirty="0">
                <a:solidFill>
                  <a:srgbClr val="D6FCFF"/>
                </a:solidFill>
                <a:latin typeface="Times New Roman"/>
                <a:cs typeface="Times New Roman"/>
              </a:rPr>
              <a:t> </a:t>
            </a:r>
            <a:r>
              <a:rPr sz="3550" dirty="0">
                <a:solidFill>
                  <a:srgbClr val="D6FCFF"/>
                </a:solidFill>
                <a:latin typeface="Times New Roman"/>
                <a:cs typeface="Times New Roman"/>
              </a:rPr>
              <a:t>identification</a:t>
            </a:r>
            <a:r>
              <a:rPr sz="3550" spc="-5" dirty="0">
                <a:solidFill>
                  <a:srgbClr val="D6FCFF"/>
                </a:solidFill>
                <a:latin typeface="Times New Roman"/>
                <a:cs typeface="Times New Roman"/>
              </a:rPr>
              <a:t> </a:t>
            </a:r>
            <a:r>
              <a:rPr sz="3550" dirty="0">
                <a:solidFill>
                  <a:srgbClr val="D6FCFF"/>
                </a:solidFill>
                <a:latin typeface="Times New Roman"/>
                <a:cs typeface="Times New Roman"/>
              </a:rPr>
              <a:t>of</a:t>
            </a:r>
            <a:r>
              <a:rPr sz="3550" spc="-15" dirty="0">
                <a:solidFill>
                  <a:srgbClr val="D6FCFF"/>
                </a:solidFill>
                <a:latin typeface="Times New Roman"/>
                <a:cs typeface="Times New Roman"/>
              </a:rPr>
              <a:t> </a:t>
            </a:r>
            <a:r>
              <a:rPr sz="3550" spc="-10" dirty="0">
                <a:solidFill>
                  <a:srgbClr val="D6FCFF"/>
                </a:solidFill>
                <a:latin typeface="Times New Roman"/>
                <a:cs typeface="Times New Roman"/>
              </a:rPr>
              <a:t>potential </a:t>
            </a:r>
            <a:r>
              <a:rPr sz="3550" dirty="0">
                <a:solidFill>
                  <a:srgbClr val="D6FCFF"/>
                </a:solidFill>
                <a:latin typeface="Times New Roman"/>
                <a:cs typeface="Times New Roman"/>
              </a:rPr>
              <a:t>cardiac</a:t>
            </a:r>
            <a:r>
              <a:rPr sz="3550" spc="-55" dirty="0">
                <a:solidFill>
                  <a:srgbClr val="D6FCFF"/>
                </a:solidFill>
                <a:latin typeface="Times New Roman"/>
                <a:cs typeface="Times New Roman"/>
              </a:rPr>
              <a:t> </a:t>
            </a:r>
            <a:r>
              <a:rPr sz="3550" dirty="0">
                <a:solidFill>
                  <a:srgbClr val="D6FCFF"/>
                </a:solidFill>
                <a:latin typeface="Times New Roman"/>
                <a:cs typeface="Times New Roman"/>
              </a:rPr>
              <a:t>issues.</a:t>
            </a:r>
            <a:r>
              <a:rPr sz="3550" spc="-130" dirty="0">
                <a:solidFill>
                  <a:srgbClr val="D6FCFF"/>
                </a:solidFill>
                <a:latin typeface="Times New Roman"/>
                <a:cs typeface="Times New Roman"/>
              </a:rPr>
              <a:t> </a:t>
            </a:r>
            <a:r>
              <a:rPr sz="3550" dirty="0">
                <a:solidFill>
                  <a:srgbClr val="D6FCFF"/>
                </a:solidFill>
                <a:latin typeface="Times New Roman"/>
                <a:cs typeface="Times New Roman"/>
              </a:rPr>
              <a:t>The</a:t>
            </a:r>
            <a:r>
              <a:rPr sz="3550" spc="-70" dirty="0">
                <a:solidFill>
                  <a:srgbClr val="D6FCFF"/>
                </a:solidFill>
                <a:latin typeface="Times New Roman"/>
                <a:cs typeface="Times New Roman"/>
              </a:rPr>
              <a:t> </a:t>
            </a:r>
            <a:r>
              <a:rPr sz="3550" dirty="0">
                <a:solidFill>
                  <a:srgbClr val="D6FCFF"/>
                </a:solidFill>
                <a:latin typeface="Times New Roman"/>
                <a:cs typeface="Times New Roman"/>
              </a:rPr>
              <a:t>system</a:t>
            </a:r>
            <a:r>
              <a:rPr sz="3550" spc="-55" dirty="0">
                <a:solidFill>
                  <a:srgbClr val="D6FCFF"/>
                </a:solidFill>
                <a:latin typeface="Times New Roman"/>
                <a:cs typeface="Times New Roman"/>
              </a:rPr>
              <a:t> </a:t>
            </a:r>
            <a:r>
              <a:rPr sz="3550" dirty="0">
                <a:solidFill>
                  <a:srgbClr val="D6FCFF"/>
                </a:solidFill>
                <a:latin typeface="Times New Roman"/>
                <a:cs typeface="Times New Roman"/>
              </a:rPr>
              <a:t>is</a:t>
            </a:r>
            <a:r>
              <a:rPr sz="3550" spc="-50" dirty="0">
                <a:solidFill>
                  <a:srgbClr val="D6FCFF"/>
                </a:solidFill>
                <a:latin typeface="Times New Roman"/>
                <a:cs typeface="Times New Roman"/>
              </a:rPr>
              <a:t> </a:t>
            </a:r>
            <a:r>
              <a:rPr sz="3550" dirty="0">
                <a:solidFill>
                  <a:srgbClr val="D6FCFF"/>
                </a:solidFill>
                <a:latin typeface="Times New Roman"/>
                <a:cs typeface="Times New Roman"/>
              </a:rPr>
              <a:t>designed</a:t>
            </a:r>
            <a:r>
              <a:rPr sz="3550" spc="-55" dirty="0">
                <a:solidFill>
                  <a:srgbClr val="D6FCFF"/>
                </a:solidFill>
                <a:latin typeface="Times New Roman"/>
                <a:cs typeface="Times New Roman"/>
              </a:rPr>
              <a:t> </a:t>
            </a:r>
            <a:r>
              <a:rPr sz="3550" dirty="0">
                <a:solidFill>
                  <a:srgbClr val="D6FCFF"/>
                </a:solidFill>
                <a:latin typeface="Times New Roman"/>
                <a:cs typeface="Times New Roman"/>
              </a:rPr>
              <a:t>to</a:t>
            </a:r>
            <a:r>
              <a:rPr sz="3550" spc="-55" dirty="0">
                <a:solidFill>
                  <a:srgbClr val="D6FCFF"/>
                </a:solidFill>
                <a:latin typeface="Times New Roman"/>
                <a:cs typeface="Times New Roman"/>
              </a:rPr>
              <a:t> </a:t>
            </a:r>
            <a:r>
              <a:rPr sz="3550" dirty="0">
                <a:solidFill>
                  <a:srgbClr val="D6FCFF"/>
                </a:solidFill>
                <a:latin typeface="Times New Roman"/>
                <a:cs typeface="Times New Roman"/>
              </a:rPr>
              <a:t>prioritize</a:t>
            </a:r>
            <a:r>
              <a:rPr sz="3550" spc="-65" dirty="0">
                <a:solidFill>
                  <a:srgbClr val="D6FCFF"/>
                </a:solidFill>
                <a:latin typeface="Times New Roman"/>
                <a:cs typeface="Times New Roman"/>
              </a:rPr>
              <a:t> </a:t>
            </a:r>
            <a:r>
              <a:rPr sz="3550" spc="-20" dirty="0">
                <a:solidFill>
                  <a:srgbClr val="D6FCFF"/>
                </a:solidFill>
                <a:latin typeface="Times New Roman"/>
                <a:cs typeface="Times New Roman"/>
              </a:rPr>
              <a:t>cost-</a:t>
            </a:r>
            <a:r>
              <a:rPr sz="3550" spc="-10" dirty="0">
                <a:solidFill>
                  <a:srgbClr val="D6FCFF"/>
                </a:solidFill>
                <a:latin typeface="Times New Roman"/>
                <a:cs typeface="Times New Roman"/>
              </a:rPr>
              <a:t>effectiveness</a:t>
            </a:r>
            <a:r>
              <a:rPr sz="3550" spc="-50" dirty="0">
                <a:solidFill>
                  <a:srgbClr val="D6FCFF"/>
                </a:solidFill>
                <a:latin typeface="Times New Roman"/>
                <a:cs typeface="Times New Roman"/>
              </a:rPr>
              <a:t> </a:t>
            </a:r>
            <a:r>
              <a:rPr sz="3550" dirty="0">
                <a:solidFill>
                  <a:srgbClr val="D6FCFF"/>
                </a:solidFill>
                <a:latin typeface="Times New Roman"/>
                <a:cs typeface="Times New Roman"/>
              </a:rPr>
              <a:t>and</a:t>
            </a:r>
            <a:r>
              <a:rPr sz="3550" spc="-55" dirty="0">
                <a:solidFill>
                  <a:srgbClr val="D6FCFF"/>
                </a:solidFill>
                <a:latin typeface="Times New Roman"/>
                <a:cs typeface="Times New Roman"/>
              </a:rPr>
              <a:t> </a:t>
            </a:r>
            <a:r>
              <a:rPr sz="3550" dirty="0">
                <a:solidFill>
                  <a:srgbClr val="D6FCFF"/>
                </a:solidFill>
                <a:latin typeface="Times New Roman"/>
                <a:cs typeface="Times New Roman"/>
              </a:rPr>
              <a:t>ease</a:t>
            </a:r>
            <a:r>
              <a:rPr sz="3550" spc="-70" dirty="0">
                <a:solidFill>
                  <a:srgbClr val="D6FCFF"/>
                </a:solidFill>
                <a:latin typeface="Times New Roman"/>
                <a:cs typeface="Times New Roman"/>
              </a:rPr>
              <a:t> </a:t>
            </a:r>
            <a:r>
              <a:rPr sz="3550" spc="-25" dirty="0">
                <a:solidFill>
                  <a:srgbClr val="D6FCFF"/>
                </a:solidFill>
                <a:latin typeface="Times New Roman"/>
                <a:cs typeface="Times New Roman"/>
              </a:rPr>
              <a:t>of </a:t>
            </a:r>
            <a:r>
              <a:rPr sz="3550" dirty="0">
                <a:solidFill>
                  <a:srgbClr val="D6FCFF"/>
                </a:solidFill>
                <a:latin typeface="Times New Roman"/>
                <a:cs typeface="Times New Roman"/>
              </a:rPr>
              <a:t>implementation,</a:t>
            </a:r>
            <a:r>
              <a:rPr sz="3550" spc="-60" dirty="0">
                <a:solidFill>
                  <a:srgbClr val="D6FCFF"/>
                </a:solidFill>
                <a:latin typeface="Times New Roman"/>
                <a:cs typeface="Times New Roman"/>
              </a:rPr>
              <a:t> </a:t>
            </a:r>
            <a:r>
              <a:rPr sz="3550" spc="-10" dirty="0">
                <a:solidFill>
                  <a:srgbClr val="D6FCFF"/>
                </a:solidFill>
                <a:latin typeface="Times New Roman"/>
                <a:cs typeface="Times New Roman"/>
              </a:rPr>
              <a:t>leveraging</a:t>
            </a:r>
            <a:r>
              <a:rPr sz="3550" spc="-210" dirty="0">
                <a:solidFill>
                  <a:srgbClr val="D6FCFF"/>
                </a:solidFill>
                <a:latin typeface="Times New Roman"/>
                <a:cs typeface="Times New Roman"/>
              </a:rPr>
              <a:t> </a:t>
            </a:r>
            <a:r>
              <a:rPr sz="3550" dirty="0">
                <a:solidFill>
                  <a:srgbClr val="D6FCFF"/>
                </a:solidFill>
                <a:latin typeface="Times New Roman"/>
                <a:cs typeface="Times New Roman"/>
              </a:rPr>
              <a:t>Arduino-based</a:t>
            </a:r>
            <a:r>
              <a:rPr sz="3550" spc="-70" dirty="0">
                <a:solidFill>
                  <a:srgbClr val="D6FCFF"/>
                </a:solidFill>
                <a:latin typeface="Times New Roman"/>
                <a:cs typeface="Times New Roman"/>
              </a:rPr>
              <a:t> </a:t>
            </a:r>
            <a:r>
              <a:rPr sz="3550" dirty="0">
                <a:solidFill>
                  <a:srgbClr val="D6FCFF"/>
                </a:solidFill>
                <a:latin typeface="Times New Roman"/>
                <a:cs typeface="Times New Roman"/>
              </a:rPr>
              <a:t>hardware</a:t>
            </a:r>
            <a:r>
              <a:rPr sz="3550" spc="-50" dirty="0">
                <a:solidFill>
                  <a:srgbClr val="D6FCFF"/>
                </a:solidFill>
                <a:latin typeface="Times New Roman"/>
                <a:cs typeface="Times New Roman"/>
              </a:rPr>
              <a:t> </a:t>
            </a:r>
            <a:r>
              <a:rPr sz="3550" dirty="0">
                <a:solidFill>
                  <a:srgbClr val="D6FCFF"/>
                </a:solidFill>
                <a:latin typeface="Times New Roman"/>
                <a:cs typeface="Times New Roman"/>
              </a:rPr>
              <a:t>for</a:t>
            </a:r>
            <a:r>
              <a:rPr sz="3550" spc="-55" dirty="0">
                <a:solidFill>
                  <a:srgbClr val="D6FCFF"/>
                </a:solidFill>
                <a:latin typeface="Times New Roman"/>
                <a:cs typeface="Times New Roman"/>
              </a:rPr>
              <a:t> </a:t>
            </a:r>
            <a:r>
              <a:rPr sz="3550" dirty="0">
                <a:solidFill>
                  <a:srgbClr val="D6FCFF"/>
                </a:solidFill>
                <a:latin typeface="Times New Roman"/>
                <a:cs typeface="Times New Roman"/>
              </a:rPr>
              <a:t>signal</a:t>
            </a:r>
            <a:r>
              <a:rPr sz="3550" spc="-50" dirty="0">
                <a:solidFill>
                  <a:srgbClr val="D6FCFF"/>
                </a:solidFill>
                <a:latin typeface="Times New Roman"/>
                <a:cs typeface="Times New Roman"/>
              </a:rPr>
              <a:t> </a:t>
            </a:r>
            <a:r>
              <a:rPr sz="3550" dirty="0">
                <a:solidFill>
                  <a:srgbClr val="D6FCFF"/>
                </a:solidFill>
                <a:latin typeface="Times New Roman"/>
                <a:cs typeface="Times New Roman"/>
              </a:rPr>
              <a:t>acquisition</a:t>
            </a:r>
            <a:r>
              <a:rPr sz="3550" spc="-50" dirty="0">
                <a:solidFill>
                  <a:srgbClr val="D6FCFF"/>
                </a:solidFill>
                <a:latin typeface="Times New Roman"/>
                <a:cs typeface="Times New Roman"/>
              </a:rPr>
              <a:t> </a:t>
            </a:r>
            <a:r>
              <a:rPr sz="3550" spc="-25" dirty="0">
                <a:solidFill>
                  <a:srgbClr val="D6FCFF"/>
                </a:solidFill>
                <a:latin typeface="Times New Roman"/>
                <a:cs typeface="Times New Roman"/>
              </a:rPr>
              <a:t>and </a:t>
            </a:r>
            <a:r>
              <a:rPr sz="3550" dirty="0">
                <a:solidFill>
                  <a:srgbClr val="D6FCFF"/>
                </a:solidFill>
                <a:latin typeface="Times New Roman"/>
                <a:cs typeface="Times New Roman"/>
              </a:rPr>
              <a:t>processing.</a:t>
            </a:r>
            <a:r>
              <a:rPr sz="3550" spc="-130" dirty="0">
                <a:solidFill>
                  <a:srgbClr val="D6FCFF"/>
                </a:solidFill>
                <a:latin typeface="Times New Roman"/>
                <a:cs typeface="Times New Roman"/>
              </a:rPr>
              <a:t> </a:t>
            </a:r>
            <a:r>
              <a:rPr sz="3550" dirty="0">
                <a:solidFill>
                  <a:srgbClr val="D6FCFF"/>
                </a:solidFill>
                <a:latin typeface="Times New Roman"/>
                <a:cs typeface="Times New Roman"/>
              </a:rPr>
              <a:t>This</a:t>
            </a:r>
            <a:r>
              <a:rPr sz="3550" spc="-75" dirty="0">
                <a:solidFill>
                  <a:srgbClr val="D6FCFF"/>
                </a:solidFill>
                <a:latin typeface="Times New Roman"/>
                <a:cs typeface="Times New Roman"/>
              </a:rPr>
              <a:t> </a:t>
            </a:r>
            <a:r>
              <a:rPr sz="3550" dirty="0">
                <a:solidFill>
                  <a:srgbClr val="D6FCFF"/>
                </a:solidFill>
                <a:latin typeface="Times New Roman"/>
                <a:cs typeface="Times New Roman"/>
              </a:rPr>
              <a:t>ensures</a:t>
            </a:r>
            <a:r>
              <a:rPr sz="3550" spc="-55" dirty="0">
                <a:solidFill>
                  <a:srgbClr val="D6FCFF"/>
                </a:solidFill>
                <a:latin typeface="Times New Roman"/>
                <a:cs typeface="Times New Roman"/>
              </a:rPr>
              <a:t> </a:t>
            </a:r>
            <a:r>
              <a:rPr sz="3550" dirty="0">
                <a:solidFill>
                  <a:srgbClr val="D6FCFF"/>
                </a:solidFill>
                <a:latin typeface="Times New Roman"/>
                <a:cs typeface="Times New Roman"/>
              </a:rPr>
              <a:t>accessibility</a:t>
            </a:r>
            <a:r>
              <a:rPr sz="3550" spc="-70" dirty="0">
                <a:solidFill>
                  <a:srgbClr val="D6FCFF"/>
                </a:solidFill>
                <a:latin typeface="Times New Roman"/>
                <a:cs typeface="Times New Roman"/>
              </a:rPr>
              <a:t> </a:t>
            </a:r>
            <a:r>
              <a:rPr sz="3550" dirty="0">
                <a:solidFill>
                  <a:srgbClr val="D6FCFF"/>
                </a:solidFill>
                <a:latin typeface="Times New Roman"/>
                <a:cs typeface="Times New Roman"/>
              </a:rPr>
              <a:t>for</a:t>
            </a:r>
            <a:r>
              <a:rPr sz="3550" spc="-50" dirty="0">
                <a:solidFill>
                  <a:srgbClr val="D6FCFF"/>
                </a:solidFill>
                <a:latin typeface="Times New Roman"/>
                <a:cs typeface="Times New Roman"/>
              </a:rPr>
              <a:t> </a:t>
            </a:r>
            <a:r>
              <a:rPr sz="3550" spc="-20" dirty="0">
                <a:solidFill>
                  <a:srgbClr val="D6FCFF"/>
                </a:solidFill>
                <a:latin typeface="Times New Roman"/>
                <a:cs typeface="Times New Roman"/>
              </a:rPr>
              <a:t>small-</a:t>
            </a:r>
            <a:r>
              <a:rPr sz="3550" dirty="0">
                <a:solidFill>
                  <a:srgbClr val="D6FCFF"/>
                </a:solidFill>
                <a:latin typeface="Times New Roman"/>
                <a:cs typeface="Times New Roman"/>
              </a:rPr>
              <a:t>scale</a:t>
            </a:r>
            <a:r>
              <a:rPr sz="3550" spc="-60" dirty="0">
                <a:solidFill>
                  <a:srgbClr val="D6FCFF"/>
                </a:solidFill>
                <a:latin typeface="Times New Roman"/>
                <a:cs typeface="Times New Roman"/>
              </a:rPr>
              <a:t> </a:t>
            </a:r>
            <a:r>
              <a:rPr sz="3550" dirty="0">
                <a:solidFill>
                  <a:srgbClr val="D6FCFF"/>
                </a:solidFill>
                <a:latin typeface="Times New Roman"/>
                <a:cs typeface="Times New Roman"/>
              </a:rPr>
              <a:t>clinics</a:t>
            </a:r>
            <a:r>
              <a:rPr sz="3550" spc="-55" dirty="0">
                <a:solidFill>
                  <a:srgbClr val="D6FCFF"/>
                </a:solidFill>
                <a:latin typeface="Times New Roman"/>
                <a:cs typeface="Times New Roman"/>
              </a:rPr>
              <a:t> </a:t>
            </a:r>
            <a:r>
              <a:rPr sz="3550" dirty="0">
                <a:solidFill>
                  <a:srgbClr val="D6FCFF"/>
                </a:solidFill>
                <a:latin typeface="Times New Roman"/>
                <a:cs typeface="Times New Roman"/>
              </a:rPr>
              <a:t>and</a:t>
            </a:r>
            <a:r>
              <a:rPr sz="3550" spc="-60" dirty="0">
                <a:solidFill>
                  <a:srgbClr val="D6FCFF"/>
                </a:solidFill>
                <a:latin typeface="Times New Roman"/>
                <a:cs typeface="Times New Roman"/>
              </a:rPr>
              <a:t> </a:t>
            </a:r>
            <a:r>
              <a:rPr sz="3550" spc="-20" dirty="0">
                <a:solidFill>
                  <a:srgbClr val="D6FCFF"/>
                </a:solidFill>
                <a:latin typeface="Times New Roman"/>
                <a:cs typeface="Times New Roman"/>
              </a:rPr>
              <a:t>resource-</a:t>
            </a:r>
            <a:r>
              <a:rPr sz="3550" spc="-10" dirty="0">
                <a:solidFill>
                  <a:srgbClr val="D6FCFF"/>
                </a:solidFill>
                <a:latin typeface="Times New Roman"/>
                <a:cs typeface="Times New Roman"/>
              </a:rPr>
              <a:t>limited </a:t>
            </a:r>
            <a:r>
              <a:rPr sz="3550" spc="-20" dirty="0">
                <a:solidFill>
                  <a:srgbClr val="D6FCFF"/>
                </a:solidFill>
                <a:latin typeface="Times New Roman"/>
                <a:cs typeface="Times New Roman"/>
              </a:rPr>
              <a:t>settings.</a:t>
            </a:r>
            <a:r>
              <a:rPr sz="3550" spc="-204" dirty="0">
                <a:solidFill>
                  <a:srgbClr val="D6FCFF"/>
                </a:solidFill>
                <a:latin typeface="Times New Roman"/>
                <a:cs typeface="Times New Roman"/>
              </a:rPr>
              <a:t> </a:t>
            </a:r>
            <a:r>
              <a:rPr sz="3550" spc="-10" dirty="0">
                <a:solidFill>
                  <a:srgbClr val="D6FCFF"/>
                </a:solidFill>
                <a:latin typeface="Times New Roman"/>
                <a:cs typeface="Times New Roman"/>
              </a:rPr>
              <a:t>Additionally,</a:t>
            </a:r>
            <a:r>
              <a:rPr sz="3550" spc="-55" dirty="0">
                <a:solidFill>
                  <a:srgbClr val="D6FCFF"/>
                </a:solidFill>
                <a:latin typeface="Times New Roman"/>
                <a:cs typeface="Times New Roman"/>
              </a:rPr>
              <a:t> </a:t>
            </a:r>
            <a:r>
              <a:rPr sz="3550" dirty="0">
                <a:solidFill>
                  <a:srgbClr val="D6FCFF"/>
                </a:solidFill>
                <a:latin typeface="Times New Roman"/>
                <a:cs typeface="Times New Roman"/>
              </a:rPr>
              <a:t>Python</a:t>
            </a:r>
            <a:r>
              <a:rPr sz="3550" spc="-35" dirty="0">
                <a:solidFill>
                  <a:srgbClr val="D6FCFF"/>
                </a:solidFill>
                <a:latin typeface="Times New Roman"/>
                <a:cs typeface="Times New Roman"/>
              </a:rPr>
              <a:t> </a:t>
            </a:r>
            <a:r>
              <a:rPr sz="3550" dirty="0">
                <a:solidFill>
                  <a:srgbClr val="D6FCFF"/>
                </a:solidFill>
                <a:latin typeface="Times New Roman"/>
                <a:cs typeface="Times New Roman"/>
              </a:rPr>
              <a:t>will</a:t>
            </a:r>
            <a:r>
              <a:rPr sz="3550" spc="-35" dirty="0">
                <a:solidFill>
                  <a:srgbClr val="D6FCFF"/>
                </a:solidFill>
                <a:latin typeface="Times New Roman"/>
                <a:cs typeface="Times New Roman"/>
              </a:rPr>
              <a:t> </a:t>
            </a:r>
            <a:r>
              <a:rPr sz="3550" dirty="0">
                <a:solidFill>
                  <a:srgbClr val="D6FCFF"/>
                </a:solidFill>
                <a:latin typeface="Times New Roman"/>
                <a:cs typeface="Times New Roman"/>
              </a:rPr>
              <a:t>be</a:t>
            </a:r>
            <a:r>
              <a:rPr sz="3550" spc="-30" dirty="0">
                <a:solidFill>
                  <a:srgbClr val="D6FCFF"/>
                </a:solidFill>
                <a:latin typeface="Times New Roman"/>
                <a:cs typeface="Times New Roman"/>
              </a:rPr>
              <a:t> </a:t>
            </a:r>
            <a:r>
              <a:rPr sz="3550" dirty="0">
                <a:solidFill>
                  <a:srgbClr val="D6FCFF"/>
                </a:solidFill>
                <a:latin typeface="Times New Roman"/>
                <a:cs typeface="Times New Roman"/>
              </a:rPr>
              <a:t>utilized</a:t>
            </a:r>
            <a:r>
              <a:rPr sz="3550" spc="-25" dirty="0">
                <a:solidFill>
                  <a:srgbClr val="D6FCFF"/>
                </a:solidFill>
                <a:latin typeface="Times New Roman"/>
                <a:cs typeface="Times New Roman"/>
              </a:rPr>
              <a:t> </a:t>
            </a:r>
            <a:r>
              <a:rPr sz="3550" dirty="0">
                <a:solidFill>
                  <a:srgbClr val="D6FCFF"/>
                </a:solidFill>
                <a:latin typeface="Times New Roman"/>
                <a:cs typeface="Times New Roman"/>
              </a:rPr>
              <a:t>to</a:t>
            </a:r>
            <a:r>
              <a:rPr sz="3550" spc="-35" dirty="0">
                <a:solidFill>
                  <a:srgbClr val="D6FCFF"/>
                </a:solidFill>
                <a:latin typeface="Times New Roman"/>
                <a:cs typeface="Times New Roman"/>
              </a:rPr>
              <a:t> </a:t>
            </a:r>
            <a:r>
              <a:rPr sz="3550" dirty="0">
                <a:solidFill>
                  <a:srgbClr val="D6FCFF"/>
                </a:solidFill>
                <a:latin typeface="Times New Roman"/>
                <a:cs typeface="Times New Roman"/>
              </a:rPr>
              <a:t>design</a:t>
            </a:r>
            <a:r>
              <a:rPr sz="3550" spc="-30" dirty="0">
                <a:solidFill>
                  <a:srgbClr val="D6FCFF"/>
                </a:solidFill>
                <a:latin typeface="Times New Roman"/>
                <a:cs typeface="Times New Roman"/>
              </a:rPr>
              <a:t> </a:t>
            </a:r>
            <a:r>
              <a:rPr sz="3550" dirty="0">
                <a:solidFill>
                  <a:srgbClr val="D6FCFF"/>
                </a:solidFill>
                <a:latin typeface="Times New Roman"/>
                <a:cs typeface="Times New Roman"/>
              </a:rPr>
              <a:t>and</a:t>
            </a:r>
            <a:r>
              <a:rPr sz="3550" spc="-35" dirty="0">
                <a:solidFill>
                  <a:srgbClr val="D6FCFF"/>
                </a:solidFill>
                <a:latin typeface="Times New Roman"/>
                <a:cs typeface="Times New Roman"/>
              </a:rPr>
              <a:t> </a:t>
            </a:r>
            <a:r>
              <a:rPr sz="3550" dirty="0">
                <a:solidFill>
                  <a:srgbClr val="D6FCFF"/>
                </a:solidFill>
                <a:latin typeface="Times New Roman"/>
                <a:cs typeface="Times New Roman"/>
              </a:rPr>
              <a:t>implement</a:t>
            </a:r>
            <a:r>
              <a:rPr sz="3550" spc="-35" dirty="0">
                <a:solidFill>
                  <a:srgbClr val="D6FCFF"/>
                </a:solidFill>
                <a:latin typeface="Times New Roman"/>
                <a:cs typeface="Times New Roman"/>
              </a:rPr>
              <a:t> </a:t>
            </a:r>
            <a:r>
              <a:rPr sz="3550" dirty="0">
                <a:solidFill>
                  <a:srgbClr val="D6FCFF"/>
                </a:solidFill>
                <a:latin typeface="Times New Roman"/>
                <a:cs typeface="Times New Roman"/>
              </a:rPr>
              <a:t>robust</a:t>
            </a:r>
            <a:r>
              <a:rPr sz="3550" spc="-30" dirty="0">
                <a:solidFill>
                  <a:srgbClr val="D6FCFF"/>
                </a:solidFill>
                <a:latin typeface="Times New Roman"/>
                <a:cs typeface="Times New Roman"/>
              </a:rPr>
              <a:t> </a:t>
            </a:r>
            <a:r>
              <a:rPr sz="3550" spc="-20" dirty="0">
                <a:solidFill>
                  <a:srgbClr val="D6FCFF"/>
                </a:solidFill>
                <a:latin typeface="Times New Roman"/>
                <a:cs typeface="Times New Roman"/>
              </a:rPr>
              <a:t>data </a:t>
            </a:r>
            <a:r>
              <a:rPr sz="3550" dirty="0">
                <a:solidFill>
                  <a:srgbClr val="D6FCFF"/>
                </a:solidFill>
                <a:latin typeface="Times New Roman"/>
                <a:cs typeface="Times New Roman"/>
              </a:rPr>
              <a:t>analysis</a:t>
            </a:r>
            <a:r>
              <a:rPr sz="3550" spc="-50" dirty="0">
                <a:solidFill>
                  <a:srgbClr val="D6FCFF"/>
                </a:solidFill>
                <a:latin typeface="Times New Roman"/>
                <a:cs typeface="Times New Roman"/>
              </a:rPr>
              <a:t> </a:t>
            </a:r>
            <a:r>
              <a:rPr sz="3550" dirty="0">
                <a:solidFill>
                  <a:srgbClr val="D6FCFF"/>
                </a:solidFill>
                <a:latin typeface="Times New Roman"/>
                <a:cs typeface="Times New Roman"/>
              </a:rPr>
              <a:t>and</a:t>
            </a:r>
            <a:r>
              <a:rPr sz="3550" spc="-45" dirty="0">
                <a:solidFill>
                  <a:srgbClr val="D6FCFF"/>
                </a:solidFill>
                <a:latin typeface="Times New Roman"/>
                <a:cs typeface="Times New Roman"/>
              </a:rPr>
              <a:t> </a:t>
            </a:r>
            <a:r>
              <a:rPr sz="3550" dirty="0">
                <a:solidFill>
                  <a:srgbClr val="D6FCFF"/>
                </a:solidFill>
                <a:latin typeface="Times New Roman"/>
                <a:cs typeface="Times New Roman"/>
              </a:rPr>
              <a:t>anomaly</a:t>
            </a:r>
            <a:r>
              <a:rPr sz="3550" spc="-45" dirty="0">
                <a:solidFill>
                  <a:srgbClr val="D6FCFF"/>
                </a:solidFill>
                <a:latin typeface="Times New Roman"/>
                <a:cs typeface="Times New Roman"/>
              </a:rPr>
              <a:t> </a:t>
            </a:r>
            <a:r>
              <a:rPr sz="3550" dirty="0">
                <a:solidFill>
                  <a:srgbClr val="D6FCFF"/>
                </a:solidFill>
                <a:latin typeface="Times New Roman"/>
                <a:cs typeface="Times New Roman"/>
              </a:rPr>
              <a:t>detection</a:t>
            </a:r>
            <a:r>
              <a:rPr sz="3550" spc="-45" dirty="0">
                <a:solidFill>
                  <a:srgbClr val="D6FCFF"/>
                </a:solidFill>
                <a:latin typeface="Times New Roman"/>
                <a:cs typeface="Times New Roman"/>
              </a:rPr>
              <a:t> </a:t>
            </a:r>
            <a:r>
              <a:rPr sz="3550" dirty="0">
                <a:solidFill>
                  <a:srgbClr val="D6FCFF"/>
                </a:solidFill>
                <a:latin typeface="Times New Roman"/>
                <a:cs typeface="Times New Roman"/>
              </a:rPr>
              <a:t>algorithms,</a:t>
            </a:r>
            <a:r>
              <a:rPr sz="3550" spc="-50" dirty="0">
                <a:solidFill>
                  <a:srgbClr val="D6FCFF"/>
                </a:solidFill>
                <a:latin typeface="Times New Roman"/>
                <a:cs typeface="Times New Roman"/>
              </a:rPr>
              <a:t> </a:t>
            </a:r>
            <a:r>
              <a:rPr sz="3550" dirty="0">
                <a:solidFill>
                  <a:srgbClr val="D6FCFF"/>
                </a:solidFill>
                <a:latin typeface="Times New Roman"/>
                <a:cs typeface="Times New Roman"/>
              </a:rPr>
              <a:t>ensuring</a:t>
            </a:r>
            <a:r>
              <a:rPr sz="3550" spc="-60" dirty="0">
                <a:solidFill>
                  <a:srgbClr val="D6FCFF"/>
                </a:solidFill>
                <a:latin typeface="Times New Roman"/>
                <a:cs typeface="Times New Roman"/>
              </a:rPr>
              <a:t> </a:t>
            </a:r>
            <a:r>
              <a:rPr sz="3550" dirty="0">
                <a:solidFill>
                  <a:srgbClr val="D6FCFF"/>
                </a:solidFill>
                <a:latin typeface="Times New Roman"/>
                <a:cs typeface="Times New Roman"/>
              </a:rPr>
              <a:t>high</a:t>
            </a:r>
            <a:r>
              <a:rPr sz="3550" spc="-45" dirty="0">
                <a:solidFill>
                  <a:srgbClr val="D6FCFF"/>
                </a:solidFill>
                <a:latin typeface="Times New Roman"/>
                <a:cs typeface="Times New Roman"/>
              </a:rPr>
              <a:t> </a:t>
            </a:r>
            <a:r>
              <a:rPr sz="3550" dirty="0">
                <a:solidFill>
                  <a:srgbClr val="D6FCFF"/>
                </a:solidFill>
                <a:latin typeface="Times New Roman"/>
                <a:cs typeface="Times New Roman"/>
              </a:rPr>
              <a:t>accuracy</a:t>
            </a:r>
            <a:r>
              <a:rPr sz="3550" spc="-45" dirty="0">
                <a:solidFill>
                  <a:srgbClr val="D6FCFF"/>
                </a:solidFill>
                <a:latin typeface="Times New Roman"/>
                <a:cs typeface="Times New Roman"/>
              </a:rPr>
              <a:t> </a:t>
            </a:r>
            <a:r>
              <a:rPr sz="3550" dirty="0">
                <a:solidFill>
                  <a:srgbClr val="D6FCFF"/>
                </a:solidFill>
                <a:latin typeface="Times New Roman"/>
                <a:cs typeface="Times New Roman"/>
              </a:rPr>
              <a:t>and</a:t>
            </a:r>
            <a:r>
              <a:rPr sz="3550" spc="-45" dirty="0">
                <a:solidFill>
                  <a:srgbClr val="D6FCFF"/>
                </a:solidFill>
                <a:latin typeface="Times New Roman"/>
                <a:cs typeface="Times New Roman"/>
              </a:rPr>
              <a:t> </a:t>
            </a:r>
            <a:r>
              <a:rPr sz="3550" spc="-10" dirty="0">
                <a:solidFill>
                  <a:srgbClr val="D6FCFF"/>
                </a:solidFill>
                <a:latin typeface="Times New Roman"/>
                <a:cs typeface="Times New Roman"/>
              </a:rPr>
              <a:t>reliability </a:t>
            </a:r>
            <a:r>
              <a:rPr sz="3550" dirty="0">
                <a:solidFill>
                  <a:srgbClr val="D6FCFF"/>
                </a:solidFill>
                <a:latin typeface="Times New Roman"/>
                <a:cs typeface="Times New Roman"/>
              </a:rPr>
              <a:t>in</a:t>
            </a:r>
            <a:r>
              <a:rPr sz="3550" spc="-65" dirty="0">
                <a:solidFill>
                  <a:srgbClr val="D6FCFF"/>
                </a:solidFill>
                <a:latin typeface="Times New Roman"/>
                <a:cs typeface="Times New Roman"/>
              </a:rPr>
              <a:t> </a:t>
            </a:r>
            <a:r>
              <a:rPr sz="3550" dirty="0">
                <a:solidFill>
                  <a:srgbClr val="D6FCFF"/>
                </a:solidFill>
                <a:latin typeface="Times New Roman"/>
                <a:cs typeface="Times New Roman"/>
              </a:rPr>
              <a:t>identifying</a:t>
            </a:r>
            <a:r>
              <a:rPr sz="3550" spc="-65" dirty="0">
                <a:solidFill>
                  <a:srgbClr val="D6FCFF"/>
                </a:solidFill>
                <a:latin typeface="Times New Roman"/>
                <a:cs typeface="Times New Roman"/>
              </a:rPr>
              <a:t> </a:t>
            </a:r>
            <a:r>
              <a:rPr sz="3550" dirty="0">
                <a:solidFill>
                  <a:srgbClr val="D6FCFF"/>
                </a:solidFill>
                <a:latin typeface="Times New Roman"/>
                <a:cs typeface="Times New Roman"/>
              </a:rPr>
              <a:t>irregularities.</a:t>
            </a:r>
            <a:r>
              <a:rPr sz="3550" spc="-110" dirty="0">
                <a:solidFill>
                  <a:srgbClr val="D6FCFF"/>
                </a:solidFill>
                <a:latin typeface="Times New Roman"/>
                <a:cs typeface="Times New Roman"/>
              </a:rPr>
              <a:t> </a:t>
            </a:r>
            <a:r>
              <a:rPr sz="3550" dirty="0">
                <a:solidFill>
                  <a:srgbClr val="D6FCFF"/>
                </a:solidFill>
                <a:latin typeface="Times New Roman"/>
                <a:cs typeface="Times New Roman"/>
              </a:rPr>
              <a:t>The</a:t>
            </a:r>
            <a:r>
              <a:rPr sz="3550" spc="-65" dirty="0">
                <a:solidFill>
                  <a:srgbClr val="D6FCFF"/>
                </a:solidFill>
                <a:latin typeface="Times New Roman"/>
                <a:cs typeface="Times New Roman"/>
              </a:rPr>
              <a:t> </a:t>
            </a:r>
            <a:r>
              <a:rPr sz="3550" dirty="0">
                <a:solidFill>
                  <a:srgbClr val="D6FCFF"/>
                </a:solidFill>
                <a:latin typeface="Times New Roman"/>
                <a:cs typeface="Times New Roman"/>
              </a:rPr>
              <a:t>integration</a:t>
            </a:r>
            <a:r>
              <a:rPr sz="3550" spc="-65" dirty="0">
                <a:solidFill>
                  <a:srgbClr val="D6FCFF"/>
                </a:solidFill>
                <a:latin typeface="Times New Roman"/>
                <a:cs typeface="Times New Roman"/>
              </a:rPr>
              <a:t> </a:t>
            </a:r>
            <a:r>
              <a:rPr sz="3550" dirty="0">
                <a:solidFill>
                  <a:srgbClr val="D6FCFF"/>
                </a:solidFill>
                <a:latin typeface="Times New Roman"/>
                <a:cs typeface="Times New Roman"/>
              </a:rPr>
              <a:t>of</a:t>
            </a:r>
            <a:r>
              <a:rPr sz="3550" spc="-65" dirty="0">
                <a:solidFill>
                  <a:srgbClr val="D6FCFF"/>
                </a:solidFill>
                <a:latin typeface="Times New Roman"/>
                <a:cs typeface="Times New Roman"/>
              </a:rPr>
              <a:t> </a:t>
            </a:r>
            <a:r>
              <a:rPr sz="3550" dirty="0">
                <a:solidFill>
                  <a:srgbClr val="D6FCFF"/>
                </a:solidFill>
                <a:latin typeface="Times New Roman"/>
                <a:cs typeface="Times New Roman"/>
              </a:rPr>
              <a:t>these</a:t>
            </a:r>
            <a:r>
              <a:rPr sz="3550" spc="-60" dirty="0">
                <a:solidFill>
                  <a:srgbClr val="D6FCFF"/>
                </a:solidFill>
                <a:latin typeface="Times New Roman"/>
                <a:cs typeface="Times New Roman"/>
              </a:rPr>
              <a:t> </a:t>
            </a:r>
            <a:r>
              <a:rPr sz="3550" dirty="0">
                <a:solidFill>
                  <a:srgbClr val="D6FCFF"/>
                </a:solidFill>
                <a:latin typeface="Times New Roman"/>
                <a:cs typeface="Times New Roman"/>
              </a:rPr>
              <a:t>components</a:t>
            </a:r>
            <a:r>
              <a:rPr sz="3550" spc="-75" dirty="0">
                <a:solidFill>
                  <a:srgbClr val="D6FCFF"/>
                </a:solidFill>
                <a:latin typeface="Times New Roman"/>
                <a:cs typeface="Times New Roman"/>
              </a:rPr>
              <a:t> </a:t>
            </a:r>
            <a:r>
              <a:rPr sz="3550" dirty="0">
                <a:solidFill>
                  <a:srgbClr val="D6FCFF"/>
                </a:solidFill>
                <a:latin typeface="Times New Roman"/>
                <a:cs typeface="Times New Roman"/>
              </a:rPr>
              <a:t>aims</a:t>
            </a:r>
            <a:r>
              <a:rPr sz="3550" spc="-65" dirty="0">
                <a:solidFill>
                  <a:srgbClr val="D6FCFF"/>
                </a:solidFill>
                <a:latin typeface="Times New Roman"/>
                <a:cs typeface="Times New Roman"/>
              </a:rPr>
              <a:t> </a:t>
            </a:r>
            <a:r>
              <a:rPr sz="3550" dirty="0">
                <a:solidFill>
                  <a:srgbClr val="D6FCFF"/>
                </a:solidFill>
                <a:latin typeface="Times New Roman"/>
                <a:cs typeface="Times New Roman"/>
              </a:rPr>
              <a:t>to</a:t>
            </a:r>
            <a:r>
              <a:rPr sz="3550" spc="-65" dirty="0">
                <a:solidFill>
                  <a:srgbClr val="D6FCFF"/>
                </a:solidFill>
                <a:latin typeface="Times New Roman"/>
                <a:cs typeface="Times New Roman"/>
              </a:rPr>
              <a:t> </a:t>
            </a:r>
            <a:r>
              <a:rPr sz="3550" dirty="0">
                <a:solidFill>
                  <a:srgbClr val="D6FCFF"/>
                </a:solidFill>
                <a:latin typeface="Times New Roman"/>
                <a:cs typeface="Times New Roman"/>
              </a:rPr>
              <a:t>create</a:t>
            </a:r>
            <a:r>
              <a:rPr sz="3550" spc="-55" dirty="0">
                <a:solidFill>
                  <a:srgbClr val="D6FCFF"/>
                </a:solidFill>
                <a:latin typeface="Times New Roman"/>
                <a:cs typeface="Times New Roman"/>
              </a:rPr>
              <a:t> </a:t>
            </a:r>
            <a:r>
              <a:rPr sz="3550" spc="-25" dirty="0">
                <a:solidFill>
                  <a:srgbClr val="D6FCFF"/>
                </a:solidFill>
                <a:latin typeface="Times New Roman"/>
                <a:cs typeface="Times New Roman"/>
              </a:rPr>
              <a:t>an </a:t>
            </a:r>
            <a:r>
              <a:rPr sz="3550" dirty="0">
                <a:solidFill>
                  <a:srgbClr val="D6FCFF"/>
                </a:solidFill>
                <a:latin typeface="Times New Roman"/>
                <a:cs typeface="Times New Roman"/>
              </a:rPr>
              <a:t>affordable,</a:t>
            </a:r>
            <a:r>
              <a:rPr sz="3550" spc="-25" dirty="0">
                <a:solidFill>
                  <a:srgbClr val="D6FCFF"/>
                </a:solidFill>
                <a:latin typeface="Times New Roman"/>
                <a:cs typeface="Times New Roman"/>
              </a:rPr>
              <a:t> </a:t>
            </a:r>
            <a:r>
              <a:rPr sz="3550" dirty="0">
                <a:solidFill>
                  <a:srgbClr val="D6FCFF"/>
                </a:solidFill>
                <a:latin typeface="Times New Roman"/>
                <a:cs typeface="Times New Roman"/>
              </a:rPr>
              <a:t>scalable,</a:t>
            </a:r>
            <a:r>
              <a:rPr sz="3550" spc="-30" dirty="0">
                <a:solidFill>
                  <a:srgbClr val="D6FCFF"/>
                </a:solidFill>
                <a:latin typeface="Times New Roman"/>
                <a:cs typeface="Times New Roman"/>
              </a:rPr>
              <a:t> </a:t>
            </a:r>
            <a:r>
              <a:rPr sz="3550" dirty="0">
                <a:solidFill>
                  <a:srgbClr val="D6FCFF"/>
                </a:solidFill>
                <a:latin typeface="Times New Roman"/>
                <a:cs typeface="Times New Roman"/>
              </a:rPr>
              <a:t>and</a:t>
            </a:r>
            <a:r>
              <a:rPr sz="3550" spc="-20" dirty="0">
                <a:solidFill>
                  <a:srgbClr val="D6FCFF"/>
                </a:solidFill>
                <a:latin typeface="Times New Roman"/>
                <a:cs typeface="Times New Roman"/>
              </a:rPr>
              <a:t> </a:t>
            </a:r>
            <a:r>
              <a:rPr sz="3550" spc="-35" dirty="0">
                <a:solidFill>
                  <a:srgbClr val="D6FCFF"/>
                </a:solidFill>
                <a:latin typeface="Times New Roman"/>
                <a:cs typeface="Times New Roman"/>
              </a:rPr>
              <a:t>user-</a:t>
            </a:r>
            <a:r>
              <a:rPr sz="3550" dirty="0">
                <a:solidFill>
                  <a:srgbClr val="D6FCFF"/>
                </a:solidFill>
                <a:latin typeface="Times New Roman"/>
                <a:cs typeface="Times New Roman"/>
              </a:rPr>
              <a:t>friendly</a:t>
            </a:r>
            <a:r>
              <a:rPr sz="3550" spc="-25" dirty="0">
                <a:solidFill>
                  <a:srgbClr val="D6FCFF"/>
                </a:solidFill>
                <a:latin typeface="Times New Roman"/>
                <a:cs typeface="Times New Roman"/>
              </a:rPr>
              <a:t> </a:t>
            </a:r>
            <a:r>
              <a:rPr sz="3550" dirty="0">
                <a:solidFill>
                  <a:srgbClr val="D6FCFF"/>
                </a:solidFill>
                <a:latin typeface="Times New Roman"/>
                <a:cs typeface="Times New Roman"/>
              </a:rPr>
              <a:t>solution</a:t>
            </a:r>
            <a:r>
              <a:rPr sz="3550" spc="-25" dirty="0">
                <a:solidFill>
                  <a:srgbClr val="D6FCFF"/>
                </a:solidFill>
                <a:latin typeface="Times New Roman"/>
                <a:cs typeface="Times New Roman"/>
              </a:rPr>
              <a:t> </a:t>
            </a:r>
            <a:r>
              <a:rPr sz="3550" dirty="0">
                <a:solidFill>
                  <a:srgbClr val="D6FCFF"/>
                </a:solidFill>
                <a:latin typeface="Times New Roman"/>
                <a:cs typeface="Times New Roman"/>
              </a:rPr>
              <a:t>for</a:t>
            </a:r>
            <a:r>
              <a:rPr sz="3550" spc="-30" dirty="0">
                <a:solidFill>
                  <a:srgbClr val="D6FCFF"/>
                </a:solidFill>
                <a:latin typeface="Times New Roman"/>
                <a:cs typeface="Times New Roman"/>
              </a:rPr>
              <a:t> </a:t>
            </a:r>
            <a:r>
              <a:rPr sz="3550" dirty="0">
                <a:solidFill>
                  <a:srgbClr val="D6FCFF"/>
                </a:solidFill>
                <a:latin typeface="Times New Roman"/>
                <a:cs typeface="Times New Roman"/>
              </a:rPr>
              <a:t>improved</a:t>
            </a:r>
            <a:r>
              <a:rPr sz="3550" spc="-25" dirty="0">
                <a:solidFill>
                  <a:srgbClr val="D6FCFF"/>
                </a:solidFill>
                <a:latin typeface="Times New Roman"/>
                <a:cs typeface="Times New Roman"/>
              </a:rPr>
              <a:t> </a:t>
            </a:r>
            <a:r>
              <a:rPr sz="3550" dirty="0">
                <a:solidFill>
                  <a:srgbClr val="D6FCFF"/>
                </a:solidFill>
                <a:latin typeface="Times New Roman"/>
                <a:cs typeface="Times New Roman"/>
              </a:rPr>
              <a:t>cardiac</a:t>
            </a:r>
            <a:r>
              <a:rPr sz="3550" spc="-35" dirty="0">
                <a:solidFill>
                  <a:srgbClr val="D6FCFF"/>
                </a:solidFill>
                <a:latin typeface="Times New Roman"/>
                <a:cs typeface="Times New Roman"/>
              </a:rPr>
              <a:t> </a:t>
            </a:r>
            <a:r>
              <a:rPr sz="3550" spc="-10" dirty="0">
                <a:solidFill>
                  <a:srgbClr val="D6FCFF"/>
                </a:solidFill>
                <a:latin typeface="Times New Roman"/>
                <a:cs typeface="Times New Roman"/>
              </a:rPr>
              <a:t>care.</a:t>
            </a:r>
            <a:endParaRPr sz="3550" dirty="0">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11953" y="71704"/>
            <a:ext cx="8418830" cy="1177925"/>
          </a:xfrm>
          <a:prstGeom prst="rect">
            <a:avLst/>
          </a:prstGeom>
        </p:spPr>
        <p:txBody>
          <a:bodyPr vert="horz" wrap="square" lIns="0" tIns="13970" rIns="0" bIns="0" rtlCol="0">
            <a:spAutoFit/>
          </a:bodyPr>
          <a:lstStyle/>
          <a:p>
            <a:pPr marL="12700">
              <a:lnSpc>
                <a:spcPct val="100000"/>
              </a:lnSpc>
              <a:spcBef>
                <a:spcPts val="110"/>
              </a:spcBef>
            </a:pPr>
            <a:r>
              <a:rPr spc="-425" dirty="0"/>
              <a:t>Research</a:t>
            </a:r>
            <a:r>
              <a:rPr spc="-960" dirty="0"/>
              <a:t> </a:t>
            </a:r>
            <a:r>
              <a:rPr spc="-434" dirty="0"/>
              <a:t>Objectives</a:t>
            </a:r>
          </a:p>
        </p:txBody>
      </p:sp>
      <p:sp>
        <p:nvSpPr>
          <p:cNvPr id="3" name="object 3"/>
          <p:cNvSpPr txBox="1"/>
          <p:nvPr/>
        </p:nvSpPr>
        <p:spPr>
          <a:xfrm>
            <a:off x="1518919" y="1264665"/>
            <a:ext cx="14511655" cy="3272790"/>
          </a:xfrm>
          <a:prstGeom prst="rect">
            <a:avLst/>
          </a:prstGeom>
        </p:spPr>
        <p:txBody>
          <a:bodyPr vert="horz" wrap="square" lIns="0" tIns="12700" rIns="0" bIns="0" rtlCol="0">
            <a:spAutoFit/>
          </a:bodyPr>
          <a:lstStyle/>
          <a:p>
            <a:pPr marL="12700">
              <a:lnSpc>
                <a:spcPct val="100000"/>
              </a:lnSpc>
              <a:spcBef>
                <a:spcPts val="100"/>
              </a:spcBef>
            </a:pPr>
            <a:r>
              <a:rPr sz="3550" b="1" dirty="0">
                <a:solidFill>
                  <a:srgbClr val="C7F6FD"/>
                </a:solidFill>
                <a:latin typeface="Rockwell"/>
                <a:cs typeface="Rockwell"/>
              </a:rPr>
              <a:t>Key</a:t>
            </a:r>
            <a:r>
              <a:rPr sz="3550" b="1" spc="-185" dirty="0">
                <a:solidFill>
                  <a:srgbClr val="C7F6FD"/>
                </a:solidFill>
                <a:latin typeface="Rockwell"/>
                <a:cs typeface="Rockwell"/>
              </a:rPr>
              <a:t> </a:t>
            </a:r>
            <a:r>
              <a:rPr sz="3550" b="1" spc="-10" dirty="0">
                <a:solidFill>
                  <a:srgbClr val="C7F6FD"/>
                </a:solidFill>
                <a:latin typeface="Rockwell"/>
                <a:cs typeface="Rockwell"/>
              </a:rPr>
              <a:t>Objectives</a:t>
            </a:r>
            <a:endParaRPr sz="3550">
              <a:latin typeface="Rockwell"/>
              <a:cs typeface="Rockwell"/>
            </a:endParaRPr>
          </a:p>
          <a:p>
            <a:pPr marL="168910" indent="-166370">
              <a:lnSpc>
                <a:spcPct val="100000"/>
              </a:lnSpc>
              <a:buSzPct val="97183"/>
              <a:buFont typeface="Arial"/>
              <a:buChar char="•"/>
              <a:tabLst>
                <a:tab pos="168910" algn="l"/>
              </a:tabLst>
            </a:pPr>
            <a:r>
              <a:rPr sz="3550" spc="-20" dirty="0">
                <a:solidFill>
                  <a:srgbClr val="C7F6FD"/>
                </a:solidFill>
                <a:latin typeface="Rockwell"/>
                <a:cs typeface="Rockwell"/>
              </a:rPr>
              <a:t>Develop</a:t>
            </a:r>
            <a:r>
              <a:rPr sz="3550" spc="-105" dirty="0">
                <a:solidFill>
                  <a:srgbClr val="C7F6FD"/>
                </a:solidFill>
                <a:latin typeface="Rockwell"/>
                <a:cs typeface="Rockwell"/>
              </a:rPr>
              <a:t> </a:t>
            </a:r>
            <a:r>
              <a:rPr sz="3550" dirty="0">
                <a:solidFill>
                  <a:srgbClr val="C7F6FD"/>
                </a:solidFill>
                <a:latin typeface="Rockwell"/>
                <a:cs typeface="Rockwell"/>
              </a:rPr>
              <a:t>an</a:t>
            </a:r>
            <a:r>
              <a:rPr sz="3550" spc="-80" dirty="0">
                <a:solidFill>
                  <a:srgbClr val="C7F6FD"/>
                </a:solidFill>
                <a:latin typeface="Rockwell"/>
                <a:cs typeface="Rockwell"/>
              </a:rPr>
              <a:t> </a:t>
            </a:r>
            <a:r>
              <a:rPr sz="3550" b="1" dirty="0">
                <a:solidFill>
                  <a:srgbClr val="C7F6FD"/>
                </a:solidFill>
                <a:latin typeface="Rockwell"/>
                <a:cs typeface="Rockwell"/>
              </a:rPr>
              <a:t>ECG</a:t>
            </a:r>
            <a:r>
              <a:rPr sz="3550" b="1" spc="-85" dirty="0">
                <a:solidFill>
                  <a:srgbClr val="C7F6FD"/>
                </a:solidFill>
                <a:latin typeface="Rockwell"/>
                <a:cs typeface="Rockwell"/>
              </a:rPr>
              <a:t> </a:t>
            </a:r>
            <a:r>
              <a:rPr sz="3550" b="1" dirty="0">
                <a:solidFill>
                  <a:srgbClr val="C7F6FD"/>
                </a:solidFill>
                <a:latin typeface="Rockwell"/>
                <a:cs typeface="Rockwell"/>
              </a:rPr>
              <a:t>anomaly</a:t>
            </a:r>
            <a:r>
              <a:rPr sz="3550" b="1" spc="-100" dirty="0">
                <a:solidFill>
                  <a:srgbClr val="C7F6FD"/>
                </a:solidFill>
                <a:latin typeface="Rockwell"/>
                <a:cs typeface="Rockwell"/>
              </a:rPr>
              <a:t> </a:t>
            </a:r>
            <a:r>
              <a:rPr sz="3550" b="1" dirty="0">
                <a:solidFill>
                  <a:srgbClr val="C7F6FD"/>
                </a:solidFill>
                <a:latin typeface="Rockwell"/>
                <a:cs typeface="Rockwell"/>
              </a:rPr>
              <a:t>detection</a:t>
            </a:r>
            <a:r>
              <a:rPr sz="3550" b="1" spc="-90" dirty="0">
                <a:solidFill>
                  <a:srgbClr val="C7F6FD"/>
                </a:solidFill>
                <a:latin typeface="Rockwell"/>
                <a:cs typeface="Rockwell"/>
              </a:rPr>
              <a:t> </a:t>
            </a:r>
            <a:r>
              <a:rPr sz="3550" b="1" dirty="0">
                <a:solidFill>
                  <a:srgbClr val="C7F6FD"/>
                </a:solidFill>
                <a:latin typeface="Rockwell"/>
                <a:cs typeface="Rockwell"/>
              </a:rPr>
              <a:t>system</a:t>
            </a:r>
            <a:r>
              <a:rPr sz="3550" b="1" spc="-85" dirty="0">
                <a:solidFill>
                  <a:srgbClr val="C7F6FD"/>
                </a:solidFill>
                <a:latin typeface="Rockwell"/>
                <a:cs typeface="Rockwell"/>
              </a:rPr>
              <a:t> </a:t>
            </a:r>
            <a:r>
              <a:rPr sz="3550" dirty="0">
                <a:solidFill>
                  <a:srgbClr val="C7F6FD"/>
                </a:solidFill>
                <a:latin typeface="Rockwell"/>
                <a:cs typeface="Rockwell"/>
              </a:rPr>
              <a:t>using</a:t>
            </a:r>
            <a:r>
              <a:rPr sz="3550" spc="-85" dirty="0">
                <a:solidFill>
                  <a:srgbClr val="C7F6FD"/>
                </a:solidFill>
                <a:latin typeface="Rockwell"/>
                <a:cs typeface="Rockwell"/>
              </a:rPr>
              <a:t> </a:t>
            </a:r>
            <a:r>
              <a:rPr sz="3550" spc="-45" dirty="0">
                <a:solidFill>
                  <a:srgbClr val="C7F6FD"/>
                </a:solidFill>
                <a:latin typeface="Rockwell"/>
                <a:cs typeface="Rockwell"/>
              </a:rPr>
              <a:t>hardware</a:t>
            </a:r>
            <a:r>
              <a:rPr sz="3550" spc="-90" dirty="0">
                <a:solidFill>
                  <a:srgbClr val="C7F6FD"/>
                </a:solidFill>
                <a:latin typeface="Rockwell"/>
                <a:cs typeface="Rockwell"/>
              </a:rPr>
              <a:t> </a:t>
            </a:r>
            <a:r>
              <a:rPr sz="3550" dirty="0">
                <a:solidFill>
                  <a:srgbClr val="C7F6FD"/>
                </a:solidFill>
                <a:latin typeface="Rockwell"/>
                <a:cs typeface="Rockwell"/>
              </a:rPr>
              <a:t>and</a:t>
            </a:r>
            <a:r>
              <a:rPr sz="3550" spc="-80" dirty="0">
                <a:solidFill>
                  <a:srgbClr val="C7F6FD"/>
                </a:solidFill>
                <a:latin typeface="Rockwell"/>
                <a:cs typeface="Rockwell"/>
              </a:rPr>
              <a:t> </a:t>
            </a:r>
            <a:r>
              <a:rPr sz="3550" spc="-25" dirty="0">
                <a:solidFill>
                  <a:srgbClr val="C7F6FD"/>
                </a:solidFill>
                <a:latin typeface="Rockwell"/>
                <a:cs typeface="Rockwell"/>
              </a:rPr>
              <a:t>AI.</a:t>
            </a:r>
            <a:endParaRPr sz="3550">
              <a:latin typeface="Rockwell"/>
              <a:cs typeface="Rockwell"/>
            </a:endParaRPr>
          </a:p>
          <a:p>
            <a:pPr marL="168910" indent="-166370">
              <a:lnSpc>
                <a:spcPct val="100000"/>
              </a:lnSpc>
              <a:spcBef>
                <a:spcPts val="5"/>
              </a:spcBef>
              <a:buSzPct val="97183"/>
              <a:buFont typeface="Arial"/>
              <a:buChar char="•"/>
              <a:tabLst>
                <a:tab pos="168910" algn="l"/>
              </a:tabLst>
            </a:pPr>
            <a:r>
              <a:rPr sz="3550" b="1" dirty="0">
                <a:solidFill>
                  <a:srgbClr val="C7F6FD"/>
                </a:solidFill>
                <a:latin typeface="Rockwell"/>
                <a:cs typeface="Rockwell"/>
              </a:rPr>
              <a:t>Design</a:t>
            </a:r>
            <a:r>
              <a:rPr sz="3550" b="1" spc="-40" dirty="0">
                <a:solidFill>
                  <a:srgbClr val="C7F6FD"/>
                </a:solidFill>
                <a:latin typeface="Rockwell"/>
                <a:cs typeface="Rockwell"/>
              </a:rPr>
              <a:t> </a:t>
            </a:r>
            <a:r>
              <a:rPr sz="3550" b="1" dirty="0">
                <a:solidFill>
                  <a:srgbClr val="C7F6FD"/>
                </a:solidFill>
                <a:latin typeface="Rockwell"/>
                <a:cs typeface="Rockwell"/>
              </a:rPr>
              <a:t>a</a:t>
            </a:r>
            <a:r>
              <a:rPr sz="3550" b="1" spc="-50" dirty="0">
                <a:solidFill>
                  <a:srgbClr val="C7F6FD"/>
                </a:solidFill>
                <a:latin typeface="Rockwell"/>
                <a:cs typeface="Rockwell"/>
              </a:rPr>
              <a:t> </a:t>
            </a:r>
            <a:r>
              <a:rPr sz="3550" b="1" dirty="0">
                <a:solidFill>
                  <a:srgbClr val="C7F6FD"/>
                </a:solidFill>
                <a:latin typeface="Rockwell"/>
                <a:cs typeface="Rockwell"/>
              </a:rPr>
              <a:t>PCB</a:t>
            </a:r>
            <a:r>
              <a:rPr sz="3550" b="1" spc="-50" dirty="0">
                <a:solidFill>
                  <a:srgbClr val="C7F6FD"/>
                </a:solidFill>
                <a:latin typeface="Rockwell"/>
                <a:cs typeface="Rockwell"/>
              </a:rPr>
              <a:t> </a:t>
            </a:r>
            <a:r>
              <a:rPr sz="3550" b="1" dirty="0">
                <a:solidFill>
                  <a:srgbClr val="C7F6FD"/>
                </a:solidFill>
                <a:latin typeface="Rockwell"/>
                <a:cs typeface="Rockwell"/>
              </a:rPr>
              <a:t>with</a:t>
            </a:r>
            <a:r>
              <a:rPr sz="3550" b="1" spc="-50" dirty="0">
                <a:solidFill>
                  <a:srgbClr val="C7F6FD"/>
                </a:solidFill>
                <a:latin typeface="Rockwell"/>
                <a:cs typeface="Rockwell"/>
              </a:rPr>
              <a:t> </a:t>
            </a:r>
            <a:r>
              <a:rPr sz="3550" b="1" dirty="0">
                <a:solidFill>
                  <a:srgbClr val="C7F6FD"/>
                </a:solidFill>
                <a:latin typeface="Rockwell"/>
                <a:cs typeface="Rockwell"/>
              </a:rPr>
              <a:t>ECG</a:t>
            </a:r>
            <a:r>
              <a:rPr sz="3550" b="1" spc="-50" dirty="0">
                <a:solidFill>
                  <a:srgbClr val="C7F6FD"/>
                </a:solidFill>
                <a:latin typeface="Rockwell"/>
                <a:cs typeface="Rockwell"/>
              </a:rPr>
              <a:t> </a:t>
            </a:r>
            <a:r>
              <a:rPr sz="3550" b="1" dirty="0">
                <a:solidFill>
                  <a:srgbClr val="C7F6FD"/>
                </a:solidFill>
                <a:latin typeface="Rockwell"/>
                <a:cs typeface="Rockwell"/>
              </a:rPr>
              <a:t>sensor</a:t>
            </a:r>
            <a:r>
              <a:rPr sz="3550" b="1" spc="-45" dirty="0">
                <a:solidFill>
                  <a:srgbClr val="C7F6FD"/>
                </a:solidFill>
                <a:latin typeface="Rockwell"/>
                <a:cs typeface="Rockwell"/>
              </a:rPr>
              <a:t> </a:t>
            </a:r>
            <a:r>
              <a:rPr sz="3550" dirty="0">
                <a:solidFill>
                  <a:srgbClr val="C7F6FD"/>
                </a:solidFill>
                <a:latin typeface="Rockwell"/>
                <a:cs typeface="Rockwell"/>
              </a:rPr>
              <a:t>for</a:t>
            </a:r>
            <a:r>
              <a:rPr sz="3550" spc="-45" dirty="0">
                <a:solidFill>
                  <a:srgbClr val="C7F6FD"/>
                </a:solidFill>
                <a:latin typeface="Rockwell"/>
                <a:cs typeface="Rockwell"/>
              </a:rPr>
              <a:t> </a:t>
            </a:r>
            <a:r>
              <a:rPr sz="3550" spc="-55" dirty="0">
                <a:solidFill>
                  <a:srgbClr val="C7F6FD"/>
                </a:solidFill>
                <a:latin typeface="Rockwell"/>
                <a:cs typeface="Rockwell"/>
              </a:rPr>
              <a:t>real-</a:t>
            </a:r>
            <a:r>
              <a:rPr sz="3550" dirty="0">
                <a:solidFill>
                  <a:srgbClr val="C7F6FD"/>
                </a:solidFill>
                <a:latin typeface="Rockwell"/>
                <a:cs typeface="Rockwell"/>
              </a:rPr>
              <a:t>time</a:t>
            </a:r>
            <a:r>
              <a:rPr sz="3550" spc="-40" dirty="0">
                <a:solidFill>
                  <a:srgbClr val="C7F6FD"/>
                </a:solidFill>
                <a:latin typeface="Rockwell"/>
                <a:cs typeface="Rockwell"/>
              </a:rPr>
              <a:t> </a:t>
            </a:r>
            <a:r>
              <a:rPr sz="3550" dirty="0">
                <a:solidFill>
                  <a:srgbClr val="C7F6FD"/>
                </a:solidFill>
                <a:latin typeface="Rockwell"/>
                <a:cs typeface="Rockwell"/>
              </a:rPr>
              <a:t>signal</a:t>
            </a:r>
            <a:r>
              <a:rPr sz="3550" spc="-45" dirty="0">
                <a:solidFill>
                  <a:srgbClr val="C7F6FD"/>
                </a:solidFill>
                <a:latin typeface="Rockwell"/>
                <a:cs typeface="Rockwell"/>
              </a:rPr>
              <a:t> </a:t>
            </a:r>
            <a:r>
              <a:rPr sz="3550" spc="-10" dirty="0">
                <a:solidFill>
                  <a:srgbClr val="C7F6FD"/>
                </a:solidFill>
                <a:latin typeface="Rockwell"/>
                <a:cs typeface="Rockwell"/>
              </a:rPr>
              <a:t>acquisition.</a:t>
            </a:r>
            <a:endParaRPr sz="3550">
              <a:latin typeface="Rockwell"/>
              <a:cs typeface="Rockwell"/>
            </a:endParaRPr>
          </a:p>
          <a:p>
            <a:pPr marL="168910" indent="-166370">
              <a:lnSpc>
                <a:spcPct val="100000"/>
              </a:lnSpc>
              <a:buSzPct val="97183"/>
              <a:buFont typeface="Arial"/>
              <a:buChar char="•"/>
              <a:tabLst>
                <a:tab pos="168910" algn="l"/>
              </a:tabLst>
            </a:pPr>
            <a:r>
              <a:rPr sz="3550" b="1" spc="-10" dirty="0">
                <a:solidFill>
                  <a:srgbClr val="C7F6FD"/>
                </a:solidFill>
                <a:latin typeface="Rockwell"/>
                <a:cs typeface="Rockwell"/>
              </a:rPr>
              <a:t>Preprocess</a:t>
            </a:r>
            <a:r>
              <a:rPr sz="3550" b="1" spc="-70" dirty="0">
                <a:solidFill>
                  <a:srgbClr val="C7F6FD"/>
                </a:solidFill>
                <a:latin typeface="Rockwell"/>
                <a:cs typeface="Rockwell"/>
              </a:rPr>
              <a:t> </a:t>
            </a:r>
            <a:r>
              <a:rPr sz="3550" b="1" dirty="0">
                <a:solidFill>
                  <a:srgbClr val="C7F6FD"/>
                </a:solidFill>
                <a:latin typeface="Rockwell"/>
                <a:cs typeface="Rockwell"/>
              </a:rPr>
              <a:t>noisy</a:t>
            </a:r>
            <a:r>
              <a:rPr sz="3550" b="1" spc="-40" dirty="0">
                <a:solidFill>
                  <a:srgbClr val="C7F6FD"/>
                </a:solidFill>
                <a:latin typeface="Rockwell"/>
                <a:cs typeface="Rockwell"/>
              </a:rPr>
              <a:t> </a:t>
            </a:r>
            <a:r>
              <a:rPr sz="3550" b="1" dirty="0">
                <a:solidFill>
                  <a:srgbClr val="C7F6FD"/>
                </a:solidFill>
                <a:latin typeface="Rockwell"/>
                <a:cs typeface="Rockwell"/>
              </a:rPr>
              <a:t>ECG</a:t>
            </a:r>
            <a:r>
              <a:rPr sz="3550" b="1" spc="-55" dirty="0">
                <a:solidFill>
                  <a:srgbClr val="C7F6FD"/>
                </a:solidFill>
                <a:latin typeface="Rockwell"/>
                <a:cs typeface="Rockwell"/>
              </a:rPr>
              <a:t> </a:t>
            </a:r>
            <a:r>
              <a:rPr sz="3550" b="1" dirty="0">
                <a:solidFill>
                  <a:srgbClr val="C7F6FD"/>
                </a:solidFill>
                <a:latin typeface="Rockwell"/>
                <a:cs typeface="Rockwell"/>
              </a:rPr>
              <a:t>signals</a:t>
            </a:r>
            <a:r>
              <a:rPr sz="3550" b="1" spc="-25" dirty="0">
                <a:solidFill>
                  <a:srgbClr val="C7F6FD"/>
                </a:solidFill>
                <a:latin typeface="Rockwell"/>
                <a:cs typeface="Rockwell"/>
              </a:rPr>
              <a:t> </a:t>
            </a:r>
            <a:r>
              <a:rPr sz="3550" dirty="0">
                <a:solidFill>
                  <a:srgbClr val="C7F6FD"/>
                </a:solidFill>
                <a:latin typeface="Rockwell"/>
                <a:cs typeface="Rockwell"/>
              </a:rPr>
              <a:t>for</a:t>
            </a:r>
            <a:r>
              <a:rPr sz="3550" spc="-55" dirty="0">
                <a:solidFill>
                  <a:srgbClr val="C7F6FD"/>
                </a:solidFill>
                <a:latin typeface="Rockwell"/>
                <a:cs typeface="Rockwell"/>
              </a:rPr>
              <a:t> </a:t>
            </a:r>
            <a:r>
              <a:rPr sz="3550" dirty="0">
                <a:solidFill>
                  <a:srgbClr val="C7F6FD"/>
                </a:solidFill>
                <a:latin typeface="Rockwell"/>
                <a:cs typeface="Rockwell"/>
              </a:rPr>
              <a:t>better</a:t>
            </a:r>
            <a:r>
              <a:rPr sz="3550" spc="-50" dirty="0">
                <a:solidFill>
                  <a:srgbClr val="C7F6FD"/>
                </a:solidFill>
                <a:latin typeface="Rockwell"/>
                <a:cs typeface="Rockwell"/>
              </a:rPr>
              <a:t> </a:t>
            </a:r>
            <a:r>
              <a:rPr sz="3550" spc="-10" dirty="0">
                <a:solidFill>
                  <a:srgbClr val="C7F6FD"/>
                </a:solidFill>
                <a:latin typeface="Rockwell"/>
                <a:cs typeface="Rockwell"/>
              </a:rPr>
              <a:t>accuracy.</a:t>
            </a:r>
            <a:endParaRPr sz="3550">
              <a:latin typeface="Rockwell"/>
              <a:cs typeface="Rockwell"/>
            </a:endParaRPr>
          </a:p>
          <a:p>
            <a:pPr marL="12700" marR="341630" indent="-10160">
              <a:lnSpc>
                <a:spcPct val="100000"/>
              </a:lnSpc>
              <a:buSzPct val="97183"/>
              <a:buFont typeface="Arial"/>
              <a:buChar char="•"/>
              <a:tabLst>
                <a:tab pos="168910" algn="l"/>
              </a:tabLst>
            </a:pPr>
            <a:r>
              <a:rPr sz="3550" dirty="0">
                <a:solidFill>
                  <a:srgbClr val="C7F6FD"/>
                </a:solidFill>
                <a:latin typeface="Rockwell"/>
                <a:cs typeface="Rockwell"/>
              </a:rPr>
              <a:t>	Implement</a:t>
            </a:r>
            <a:r>
              <a:rPr sz="3550" spc="-75" dirty="0">
                <a:solidFill>
                  <a:srgbClr val="C7F6FD"/>
                </a:solidFill>
                <a:latin typeface="Rockwell"/>
                <a:cs typeface="Rockwell"/>
              </a:rPr>
              <a:t> </a:t>
            </a:r>
            <a:r>
              <a:rPr sz="3550" b="1" dirty="0">
                <a:solidFill>
                  <a:srgbClr val="C7F6FD"/>
                </a:solidFill>
                <a:latin typeface="Rockwell"/>
                <a:cs typeface="Rockwell"/>
              </a:rPr>
              <a:t>machine</a:t>
            </a:r>
            <a:r>
              <a:rPr sz="3550" b="1" spc="-95" dirty="0">
                <a:solidFill>
                  <a:srgbClr val="C7F6FD"/>
                </a:solidFill>
                <a:latin typeface="Rockwell"/>
                <a:cs typeface="Rockwell"/>
              </a:rPr>
              <a:t> </a:t>
            </a:r>
            <a:r>
              <a:rPr sz="3550" b="1" dirty="0">
                <a:solidFill>
                  <a:srgbClr val="C7F6FD"/>
                </a:solidFill>
                <a:latin typeface="Rockwell"/>
                <a:cs typeface="Rockwell"/>
              </a:rPr>
              <a:t>learning/deep</a:t>
            </a:r>
            <a:r>
              <a:rPr sz="3550" b="1" spc="-80" dirty="0">
                <a:solidFill>
                  <a:srgbClr val="C7F6FD"/>
                </a:solidFill>
                <a:latin typeface="Rockwell"/>
                <a:cs typeface="Rockwell"/>
              </a:rPr>
              <a:t> </a:t>
            </a:r>
            <a:r>
              <a:rPr sz="3550" b="1" dirty="0">
                <a:solidFill>
                  <a:srgbClr val="C7F6FD"/>
                </a:solidFill>
                <a:latin typeface="Rockwell"/>
                <a:cs typeface="Rockwell"/>
              </a:rPr>
              <a:t>learning</a:t>
            </a:r>
            <a:r>
              <a:rPr sz="3550" b="1" spc="-85" dirty="0">
                <a:solidFill>
                  <a:srgbClr val="C7F6FD"/>
                </a:solidFill>
                <a:latin typeface="Rockwell"/>
                <a:cs typeface="Rockwell"/>
              </a:rPr>
              <a:t> </a:t>
            </a:r>
            <a:r>
              <a:rPr sz="3550" b="1" dirty="0">
                <a:solidFill>
                  <a:srgbClr val="C7F6FD"/>
                </a:solidFill>
                <a:latin typeface="Rockwell"/>
                <a:cs typeface="Rockwell"/>
              </a:rPr>
              <a:t>models</a:t>
            </a:r>
            <a:r>
              <a:rPr sz="3550" b="1" spc="-50" dirty="0">
                <a:solidFill>
                  <a:srgbClr val="C7F6FD"/>
                </a:solidFill>
                <a:latin typeface="Rockwell"/>
                <a:cs typeface="Rockwell"/>
              </a:rPr>
              <a:t> </a:t>
            </a:r>
            <a:r>
              <a:rPr sz="3550" dirty="0">
                <a:solidFill>
                  <a:srgbClr val="C7F6FD"/>
                </a:solidFill>
                <a:latin typeface="Rockwell"/>
                <a:cs typeface="Rockwell"/>
              </a:rPr>
              <a:t>for</a:t>
            </a:r>
            <a:r>
              <a:rPr sz="3550" spc="-85" dirty="0">
                <a:solidFill>
                  <a:srgbClr val="C7F6FD"/>
                </a:solidFill>
                <a:latin typeface="Rockwell"/>
                <a:cs typeface="Rockwell"/>
              </a:rPr>
              <a:t> </a:t>
            </a:r>
            <a:r>
              <a:rPr sz="3550" spc="-10" dirty="0">
                <a:solidFill>
                  <a:srgbClr val="C7F6FD"/>
                </a:solidFill>
                <a:latin typeface="Rockwell"/>
                <a:cs typeface="Rockwell"/>
              </a:rPr>
              <a:t>anomaly classification.</a:t>
            </a:r>
            <a:endParaRPr sz="3550">
              <a:latin typeface="Rockwell"/>
              <a:cs typeface="Rockwe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8288000" cy="10287000"/>
            <a:chOff x="0" y="0"/>
            <a:chExt cx="18288000" cy="10287000"/>
          </a:xfrm>
        </p:grpSpPr>
        <p:pic>
          <p:nvPicPr>
            <p:cNvPr id="3" name="object 3"/>
            <p:cNvPicPr/>
            <p:nvPr/>
          </p:nvPicPr>
          <p:blipFill>
            <a:blip r:embed="rId2" cstate="print"/>
            <a:stretch>
              <a:fillRect/>
            </a:stretch>
          </p:blipFill>
          <p:spPr>
            <a:xfrm>
              <a:off x="0" y="0"/>
              <a:ext cx="18288000" cy="10287000"/>
            </a:xfrm>
            <a:prstGeom prst="rect">
              <a:avLst/>
            </a:prstGeom>
          </p:spPr>
        </p:pic>
        <p:pic>
          <p:nvPicPr>
            <p:cNvPr id="4" name="object 4"/>
            <p:cNvPicPr/>
            <p:nvPr/>
          </p:nvPicPr>
          <p:blipFill>
            <a:blip r:embed="rId3" cstate="print"/>
            <a:stretch>
              <a:fillRect/>
            </a:stretch>
          </p:blipFill>
          <p:spPr>
            <a:xfrm>
              <a:off x="0" y="5433466"/>
              <a:ext cx="18288000" cy="3758946"/>
            </a:xfrm>
            <a:prstGeom prst="rect">
              <a:avLst/>
            </a:prstGeom>
          </p:spPr>
        </p:pic>
        <p:pic>
          <p:nvPicPr>
            <p:cNvPr id="5" name="object 5"/>
            <p:cNvPicPr/>
            <p:nvPr/>
          </p:nvPicPr>
          <p:blipFill>
            <a:blip r:embed="rId4" cstate="print"/>
            <a:stretch>
              <a:fillRect/>
            </a:stretch>
          </p:blipFill>
          <p:spPr>
            <a:xfrm>
              <a:off x="0" y="9194010"/>
              <a:ext cx="18287999" cy="1092987"/>
            </a:xfrm>
            <a:prstGeom prst="rect">
              <a:avLst/>
            </a:prstGeom>
          </p:spPr>
        </p:pic>
        <p:sp>
          <p:nvSpPr>
            <p:cNvPr id="6" name="object 6"/>
            <p:cNvSpPr/>
            <p:nvPr/>
          </p:nvSpPr>
          <p:spPr>
            <a:xfrm>
              <a:off x="0" y="9207207"/>
              <a:ext cx="18288000" cy="0"/>
            </a:xfrm>
            <a:custGeom>
              <a:avLst/>
              <a:gdLst/>
              <a:ahLst/>
              <a:cxnLst/>
              <a:rect l="l" t="t" r="r" b="b"/>
              <a:pathLst>
                <a:path w="18288000">
                  <a:moveTo>
                    <a:pt x="0" y="0"/>
                  </a:moveTo>
                  <a:lnTo>
                    <a:pt x="18288000" y="0"/>
                  </a:lnTo>
                </a:path>
              </a:pathLst>
            </a:custGeom>
            <a:ln w="12700">
              <a:solidFill>
                <a:srgbClr val="000000"/>
              </a:solidFill>
            </a:ln>
          </p:spPr>
          <p:txBody>
            <a:bodyPr wrap="square" lIns="0" tIns="0" rIns="0" bIns="0" rtlCol="0"/>
            <a:lstStyle/>
            <a:p>
              <a:endParaRPr/>
            </a:p>
          </p:txBody>
        </p:sp>
      </p:grpSp>
      <p:pic>
        <p:nvPicPr>
          <p:cNvPr id="7" name="object 7"/>
          <p:cNvPicPr/>
          <p:nvPr/>
        </p:nvPicPr>
        <p:blipFill>
          <a:blip r:embed="rId5" cstate="print"/>
          <a:stretch>
            <a:fillRect/>
          </a:stretch>
        </p:blipFill>
        <p:spPr>
          <a:xfrm>
            <a:off x="18049552" y="2410353"/>
            <a:ext cx="218894" cy="216550"/>
          </a:xfrm>
          <a:prstGeom prst="rect">
            <a:avLst/>
          </a:prstGeom>
        </p:spPr>
      </p:pic>
      <p:pic>
        <p:nvPicPr>
          <p:cNvPr id="8" name="object 8"/>
          <p:cNvPicPr/>
          <p:nvPr/>
        </p:nvPicPr>
        <p:blipFill>
          <a:blip r:embed="rId6" cstate="print"/>
          <a:stretch>
            <a:fillRect/>
          </a:stretch>
        </p:blipFill>
        <p:spPr>
          <a:xfrm>
            <a:off x="18053781" y="2116229"/>
            <a:ext cx="208319" cy="211794"/>
          </a:xfrm>
          <a:prstGeom prst="rect">
            <a:avLst/>
          </a:prstGeom>
        </p:spPr>
      </p:pic>
      <p:pic>
        <p:nvPicPr>
          <p:cNvPr id="9" name="object 9"/>
          <p:cNvPicPr/>
          <p:nvPr/>
        </p:nvPicPr>
        <p:blipFill>
          <a:blip r:embed="rId7" cstate="print"/>
          <a:stretch>
            <a:fillRect/>
          </a:stretch>
        </p:blipFill>
        <p:spPr>
          <a:xfrm>
            <a:off x="18055897" y="2699932"/>
            <a:ext cx="207262" cy="205981"/>
          </a:xfrm>
          <a:prstGeom prst="rect">
            <a:avLst/>
          </a:prstGeom>
        </p:spPr>
      </p:pic>
      <p:pic>
        <p:nvPicPr>
          <p:cNvPr id="10" name="object 10"/>
          <p:cNvPicPr/>
          <p:nvPr/>
        </p:nvPicPr>
        <p:blipFill>
          <a:blip r:embed="rId8" cstate="print"/>
          <a:stretch>
            <a:fillRect/>
          </a:stretch>
        </p:blipFill>
        <p:spPr>
          <a:xfrm>
            <a:off x="18055897" y="1832357"/>
            <a:ext cx="207262" cy="206827"/>
          </a:xfrm>
          <a:prstGeom prst="rect">
            <a:avLst/>
          </a:prstGeom>
        </p:spPr>
      </p:pic>
      <p:pic>
        <p:nvPicPr>
          <p:cNvPr id="11" name="object 11"/>
          <p:cNvPicPr/>
          <p:nvPr/>
        </p:nvPicPr>
        <p:blipFill>
          <a:blip r:embed="rId9" cstate="print"/>
          <a:stretch>
            <a:fillRect/>
          </a:stretch>
        </p:blipFill>
        <p:spPr>
          <a:xfrm>
            <a:off x="17772498" y="2415426"/>
            <a:ext cx="207262" cy="206192"/>
          </a:xfrm>
          <a:prstGeom prst="rect">
            <a:avLst/>
          </a:prstGeom>
        </p:spPr>
      </p:pic>
      <p:pic>
        <p:nvPicPr>
          <p:cNvPr id="12" name="object 12"/>
          <p:cNvPicPr/>
          <p:nvPr/>
        </p:nvPicPr>
        <p:blipFill>
          <a:blip r:embed="rId10" cstate="print"/>
          <a:stretch>
            <a:fillRect/>
          </a:stretch>
        </p:blipFill>
        <p:spPr>
          <a:xfrm>
            <a:off x="18055897" y="2988877"/>
            <a:ext cx="206205" cy="206298"/>
          </a:xfrm>
          <a:prstGeom prst="rect">
            <a:avLst/>
          </a:prstGeom>
        </p:spPr>
      </p:pic>
      <p:pic>
        <p:nvPicPr>
          <p:cNvPr id="13" name="object 13"/>
          <p:cNvPicPr/>
          <p:nvPr/>
        </p:nvPicPr>
        <p:blipFill>
          <a:blip r:embed="rId11" cstate="print"/>
          <a:stretch>
            <a:fillRect/>
          </a:stretch>
        </p:blipFill>
        <p:spPr>
          <a:xfrm>
            <a:off x="17771440" y="2699615"/>
            <a:ext cx="209377" cy="206615"/>
          </a:xfrm>
          <a:prstGeom prst="rect">
            <a:avLst/>
          </a:prstGeom>
        </p:spPr>
      </p:pic>
      <p:pic>
        <p:nvPicPr>
          <p:cNvPr id="14" name="object 14"/>
          <p:cNvPicPr/>
          <p:nvPr/>
        </p:nvPicPr>
        <p:blipFill>
          <a:blip r:embed="rId12" cstate="print"/>
          <a:stretch>
            <a:fillRect/>
          </a:stretch>
        </p:blipFill>
        <p:spPr>
          <a:xfrm>
            <a:off x="17771440" y="2121619"/>
            <a:ext cx="206651" cy="201542"/>
          </a:xfrm>
          <a:prstGeom prst="rect">
            <a:avLst/>
          </a:prstGeom>
        </p:spPr>
      </p:pic>
      <p:pic>
        <p:nvPicPr>
          <p:cNvPr id="15" name="object 15"/>
          <p:cNvPicPr/>
          <p:nvPr/>
        </p:nvPicPr>
        <p:blipFill>
          <a:blip r:embed="rId13" cstate="print"/>
          <a:stretch>
            <a:fillRect/>
          </a:stretch>
        </p:blipFill>
        <p:spPr>
          <a:xfrm>
            <a:off x="17772498" y="1832463"/>
            <a:ext cx="200917" cy="206298"/>
          </a:xfrm>
          <a:prstGeom prst="rect">
            <a:avLst/>
          </a:prstGeom>
        </p:spPr>
      </p:pic>
      <p:pic>
        <p:nvPicPr>
          <p:cNvPr id="16" name="object 16"/>
          <p:cNvPicPr/>
          <p:nvPr/>
        </p:nvPicPr>
        <p:blipFill>
          <a:blip r:embed="rId14" cstate="print"/>
          <a:stretch>
            <a:fillRect/>
          </a:stretch>
        </p:blipFill>
        <p:spPr>
          <a:xfrm>
            <a:off x="18054840" y="1548063"/>
            <a:ext cx="207262" cy="206192"/>
          </a:xfrm>
          <a:prstGeom prst="rect">
            <a:avLst/>
          </a:prstGeom>
        </p:spPr>
      </p:pic>
      <p:pic>
        <p:nvPicPr>
          <p:cNvPr id="17" name="object 17"/>
          <p:cNvPicPr/>
          <p:nvPr/>
        </p:nvPicPr>
        <p:blipFill>
          <a:blip r:embed="rId15" cstate="print"/>
          <a:stretch>
            <a:fillRect/>
          </a:stretch>
        </p:blipFill>
        <p:spPr>
          <a:xfrm>
            <a:off x="17771440" y="2988454"/>
            <a:ext cx="203032" cy="201648"/>
          </a:xfrm>
          <a:prstGeom prst="rect">
            <a:avLst/>
          </a:prstGeom>
        </p:spPr>
      </p:pic>
      <p:pic>
        <p:nvPicPr>
          <p:cNvPr id="18" name="object 18"/>
          <p:cNvPicPr/>
          <p:nvPr/>
        </p:nvPicPr>
        <p:blipFill>
          <a:blip r:embed="rId16" cstate="print"/>
          <a:stretch>
            <a:fillRect/>
          </a:stretch>
        </p:blipFill>
        <p:spPr>
          <a:xfrm>
            <a:off x="18055501" y="3273066"/>
            <a:ext cx="206601" cy="205875"/>
          </a:xfrm>
          <a:prstGeom prst="rect">
            <a:avLst/>
          </a:prstGeom>
        </p:spPr>
      </p:pic>
      <p:pic>
        <p:nvPicPr>
          <p:cNvPr id="19" name="object 19"/>
          <p:cNvPicPr/>
          <p:nvPr/>
        </p:nvPicPr>
        <p:blipFill>
          <a:blip r:embed="rId17" cstate="print"/>
          <a:stretch>
            <a:fillRect/>
          </a:stretch>
        </p:blipFill>
        <p:spPr>
          <a:xfrm>
            <a:off x="17486983" y="2415743"/>
            <a:ext cx="201975" cy="206192"/>
          </a:xfrm>
          <a:prstGeom prst="rect">
            <a:avLst/>
          </a:prstGeom>
        </p:spPr>
      </p:pic>
      <p:pic>
        <p:nvPicPr>
          <p:cNvPr id="20" name="object 20"/>
          <p:cNvPicPr/>
          <p:nvPr/>
        </p:nvPicPr>
        <p:blipFill>
          <a:blip r:embed="rId18" cstate="print"/>
          <a:stretch>
            <a:fillRect/>
          </a:stretch>
        </p:blipFill>
        <p:spPr>
          <a:xfrm>
            <a:off x="17486983" y="2704794"/>
            <a:ext cx="201975" cy="201437"/>
          </a:xfrm>
          <a:prstGeom prst="rect">
            <a:avLst/>
          </a:prstGeom>
        </p:spPr>
      </p:pic>
      <p:pic>
        <p:nvPicPr>
          <p:cNvPr id="21" name="object 21"/>
          <p:cNvPicPr/>
          <p:nvPr/>
        </p:nvPicPr>
        <p:blipFill>
          <a:blip r:embed="rId19" cstate="print"/>
          <a:stretch>
            <a:fillRect/>
          </a:stretch>
        </p:blipFill>
        <p:spPr>
          <a:xfrm>
            <a:off x="17486983" y="2121619"/>
            <a:ext cx="201975" cy="201542"/>
          </a:xfrm>
          <a:prstGeom prst="rect">
            <a:avLst/>
          </a:prstGeom>
        </p:spPr>
      </p:pic>
      <p:pic>
        <p:nvPicPr>
          <p:cNvPr id="22" name="object 22"/>
          <p:cNvPicPr/>
          <p:nvPr/>
        </p:nvPicPr>
        <p:blipFill>
          <a:blip r:embed="rId20" cstate="print"/>
          <a:stretch>
            <a:fillRect/>
          </a:stretch>
        </p:blipFill>
        <p:spPr>
          <a:xfrm>
            <a:off x="17769324" y="3278139"/>
            <a:ext cx="205147" cy="196364"/>
          </a:xfrm>
          <a:prstGeom prst="rect">
            <a:avLst/>
          </a:prstGeom>
        </p:spPr>
      </p:pic>
      <p:pic>
        <p:nvPicPr>
          <p:cNvPr id="23" name="object 23"/>
          <p:cNvPicPr/>
          <p:nvPr/>
        </p:nvPicPr>
        <p:blipFill>
          <a:blip r:embed="rId21" cstate="print"/>
          <a:stretch>
            <a:fillRect/>
          </a:stretch>
        </p:blipFill>
        <p:spPr>
          <a:xfrm>
            <a:off x="17771440" y="1548380"/>
            <a:ext cx="202371" cy="201014"/>
          </a:xfrm>
          <a:prstGeom prst="rect">
            <a:avLst/>
          </a:prstGeom>
        </p:spPr>
      </p:pic>
      <p:pic>
        <p:nvPicPr>
          <p:cNvPr id="24" name="object 24"/>
          <p:cNvPicPr/>
          <p:nvPr/>
        </p:nvPicPr>
        <p:blipFill>
          <a:blip r:embed="rId22" cstate="print"/>
          <a:stretch>
            <a:fillRect/>
          </a:stretch>
        </p:blipFill>
        <p:spPr>
          <a:xfrm>
            <a:off x="17483810" y="1837430"/>
            <a:ext cx="203957" cy="196469"/>
          </a:xfrm>
          <a:prstGeom prst="rect">
            <a:avLst/>
          </a:prstGeom>
        </p:spPr>
      </p:pic>
      <p:pic>
        <p:nvPicPr>
          <p:cNvPr id="25" name="object 25"/>
          <p:cNvPicPr/>
          <p:nvPr/>
        </p:nvPicPr>
        <p:blipFill>
          <a:blip r:embed="rId23" cstate="print"/>
          <a:stretch>
            <a:fillRect/>
          </a:stretch>
        </p:blipFill>
        <p:spPr>
          <a:xfrm>
            <a:off x="17485924" y="2988666"/>
            <a:ext cx="204090" cy="202599"/>
          </a:xfrm>
          <a:prstGeom prst="rect">
            <a:avLst/>
          </a:prstGeom>
        </p:spPr>
      </p:pic>
      <p:pic>
        <p:nvPicPr>
          <p:cNvPr id="26" name="object 26"/>
          <p:cNvPicPr/>
          <p:nvPr/>
        </p:nvPicPr>
        <p:blipFill>
          <a:blip r:embed="rId24" cstate="print"/>
          <a:stretch>
            <a:fillRect/>
          </a:stretch>
        </p:blipFill>
        <p:spPr>
          <a:xfrm>
            <a:off x="18064374" y="1259118"/>
            <a:ext cx="188209" cy="191925"/>
          </a:xfrm>
          <a:prstGeom prst="rect">
            <a:avLst/>
          </a:prstGeom>
        </p:spPr>
      </p:pic>
      <p:pic>
        <p:nvPicPr>
          <p:cNvPr id="27" name="object 27"/>
          <p:cNvPicPr/>
          <p:nvPr/>
        </p:nvPicPr>
        <p:blipFill>
          <a:blip r:embed="rId25" cstate="print"/>
          <a:stretch>
            <a:fillRect/>
          </a:stretch>
        </p:blipFill>
        <p:spPr>
          <a:xfrm>
            <a:off x="17195124" y="2425255"/>
            <a:ext cx="191400" cy="186852"/>
          </a:xfrm>
          <a:prstGeom prst="rect">
            <a:avLst/>
          </a:prstGeom>
        </p:spPr>
      </p:pic>
      <p:pic>
        <p:nvPicPr>
          <p:cNvPr id="28" name="object 28"/>
          <p:cNvPicPr/>
          <p:nvPr/>
        </p:nvPicPr>
        <p:blipFill>
          <a:blip r:embed="rId26" cstate="print"/>
          <a:stretch>
            <a:fillRect/>
          </a:stretch>
        </p:blipFill>
        <p:spPr>
          <a:xfrm>
            <a:off x="18065415" y="3576807"/>
            <a:ext cx="188228" cy="186429"/>
          </a:xfrm>
          <a:prstGeom prst="rect">
            <a:avLst/>
          </a:prstGeom>
        </p:spPr>
      </p:pic>
      <p:pic>
        <p:nvPicPr>
          <p:cNvPr id="29" name="object 29"/>
          <p:cNvPicPr/>
          <p:nvPr/>
        </p:nvPicPr>
        <p:blipFill>
          <a:blip r:embed="rId27" cstate="print"/>
          <a:stretch>
            <a:fillRect/>
          </a:stretch>
        </p:blipFill>
        <p:spPr>
          <a:xfrm>
            <a:off x="17492270" y="1558737"/>
            <a:ext cx="187170" cy="186535"/>
          </a:xfrm>
          <a:prstGeom prst="rect">
            <a:avLst/>
          </a:prstGeom>
        </p:spPr>
      </p:pic>
      <p:pic>
        <p:nvPicPr>
          <p:cNvPr id="30" name="object 30"/>
          <p:cNvPicPr/>
          <p:nvPr/>
        </p:nvPicPr>
        <p:blipFill>
          <a:blip r:embed="rId28" cstate="print"/>
          <a:stretch>
            <a:fillRect/>
          </a:stretch>
        </p:blipFill>
        <p:spPr>
          <a:xfrm>
            <a:off x="17198295" y="2126481"/>
            <a:ext cx="188228" cy="191396"/>
          </a:xfrm>
          <a:prstGeom prst="rect">
            <a:avLst/>
          </a:prstGeom>
        </p:spPr>
      </p:pic>
      <p:pic>
        <p:nvPicPr>
          <p:cNvPr id="31" name="object 31"/>
          <p:cNvPicPr/>
          <p:nvPr/>
        </p:nvPicPr>
        <p:blipFill>
          <a:blip r:embed="rId29" cstate="print"/>
          <a:stretch>
            <a:fillRect/>
          </a:stretch>
        </p:blipFill>
        <p:spPr>
          <a:xfrm>
            <a:off x="17492270" y="3282683"/>
            <a:ext cx="186113" cy="186958"/>
          </a:xfrm>
          <a:prstGeom prst="rect">
            <a:avLst/>
          </a:prstGeom>
        </p:spPr>
      </p:pic>
      <p:pic>
        <p:nvPicPr>
          <p:cNvPr id="32" name="object 32"/>
          <p:cNvPicPr/>
          <p:nvPr/>
        </p:nvPicPr>
        <p:blipFill>
          <a:blip r:embed="rId30" cstate="print"/>
          <a:stretch>
            <a:fillRect/>
          </a:stretch>
        </p:blipFill>
        <p:spPr>
          <a:xfrm>
            <a:off x="17198295" y="2709444"/>
            <a:ext cx="187170" cy="186641"/>
          </a:xfrm>
          <a:prstGeom prst="rect">
            <a:avLst/>
          </a:prstGeom>
        </p:spPr>
      </p:pic>
      <p:pic>
        <p:nvPicPr>
          <p:cNvPr id="33" name="object 33"/>
          <p:cNvPicPr/>
          <p:nvPr/>
        </p:nvPicPr>
        <p:blipFill>
          <a:blip r:embed="rId31" cstate="print"/>
          <a:stretch>
            <a:fillRect/>
          </a:stretch>
        </p:blipFill>
        <p:spPr>
          <a:xfrm>
            <a:off x="17780958" y="1264191"/>
            <a:ext cx="186113" cy="181779"/>
          </a:xfrm>
          <a:prstGeom prst="rect">
            <a:avLst/>
          </a:prstGeom>
        </p:spPr>
      </p:pic>
      <p:pic>
        <p:nvPicPr>
          <p:cNvPr id="34" name="object 34"/>
          <p:cNvPicPr/>
          <p:nvPr/>
        </p:nvPicPr>
        <p:blipFill>
          <a:blip r:embed="rId32" cstate="print"/>
          <a:stretch>
            <a:fillRect/>
          </a:stretch>
        </p:blipFill>
        <p:spPr>
          <a:xfrm>
            <a:off x="17782015" y="3576701"/>
            <a:ext cx="185501" cy="186324"/>
          </a:xfrm>
          <a:prstGeom prst="rect">
            <a:avLst/>
          </a:prstGeom>
        </p:spPr>
      </p:pic>
      <p:pic>
        <p:nvPicPr>
          <p:cNvPr id="35" name="object 35"/>
          <p:cNvPicPr/>
          <p:nvPr/>
        </p:nvPicPr>
        <p:blipFill>
          <a:blip r:embed="rId33" cstate="print"/>
          <a:stretch>
            <a:fillRect/>
          </a:stretch>
        </p:blipFill>
        <p:spPr>
          <a:xfrm>
            <a:off x="17198295" y="1842398"/>
            <a:ext cx="187170" cy="186429"/>
          </a:xfrm>
          <a:prstGeom prst="rect">
            <a:avLst/>
          </a:prstGeom>
        </p:spPr>
      </p:pic>
      <p:pic>
        <p:nvPicPr>
          <p:cNvPr id="36" name="object 36"/>
          <p:cNvPicPr/>
          <p:nvPr/>
        </p:nvPicPr>
        <p:blipFill>
          <a:blip r:embed="rId34" cstate="print"/>
          <a:stretch>
            <a:fillRect/>
          </a:stretch>
        </p:blipFill>
        <p:spPr>
          <a:xfrm>
            <a:off x="17198295" y="2998600"/>
            <a:ext cx="188228" cy="181673"/>
          </a:xfrm>
          <a:prstGeom prst="rect">
            <a:avLst/>
          </a:prstGeom>
        </p:spPr>
      </p:pic>
      <p:pic>
        <p:nvPicPr>
          <p:cNvPr id="37" name="object 37"/>
          <p:cNvPicPr/>
          <p:nvPr/>
        </p:nvPicPr>
        <p:blipFill>
          <a:blip r:embed="rId35" cstate="print"/>
          <a:stretch>
            <a:fillRect/>
          </a:stretch>
        </p:blipFill>
        <p:spPr>
          <a:xfrm>
            <a:off x="18065415" y="975034"/>
            <a:ext cx="187170" cy="186852"/>
          </a:xfrm>
          <a:prstGeom prst="rect">
            <a:avLst/>
          </a:prstGeom>
        </p:spPr>
      </p:pic>
      <p:pic>
        <p:nvPicPr>
          <p:cNvPr id="38" name="object 38"/>
          <p:cNvPicPr/>
          <p:nvPr/>
        </p:nvPicPr>
        <p:blipFill>
          <a:blip r:embed="rId36" cstate="print"/>
          <a:stretch>
            <a:fillRect/>
          </a:stretch>
        </p:blipFill>
        <p:spPr>
          <a:xfrm>
            <a:off x="18065415" y="3866069"/>
            <a:ext cx="188228" cy="186324"/>
          </a:xfrm>
          <a:prstGeom prst="rect">
            <a:avLst/>
          </a:prstGeom>
        </p:spPr>
      </p:pic>
      <p:pic>
        <p:nvPicPr>
          <p:cNvPr id="39" name="object 39"/>
          <p:cNvPicPr/>
          <p:nvPr/>
        </p:nvPicPr>
        <p:blipFill>
          <a:blip r:embed="rId37" cstate="print"/>
          <a:stretch>
            <a:fillRect/>
          </a:stretch>
        </p:blipFill>
        <p:spPr>
          <a:xfrm>
            <a:off x="17197238" y="1558314"/>
            <a:ext cx="188228" cy="186852"/>
          </a:xfrm>
          <a:prstGeom prst="rect">
            <a:avLst/>
          </a:prstGeom>
        </p:spPr>
      </p:pic>
      <p:pic>
        <p:nvPicPr>
          <p:cNvPr id="40" name="object 40"/>
          <p:cNvPicPr/>
          <p:nvPr/>
        </p:nvPicPr>
        <p:blipFill>
          <a:blip r:embed="rId38" cstate="print"/>
          <a:stretch>
            <a:fillRect/>
          </a:stretch>
        </p:blipFill>
        <p:spPr>
          <a:xfrm>
            <a:off x="17198295" y="3282472"/>
            <a:ext cx="187226" cy="187169"/>
          </a:xfrm>
          <a:prstGeom prst="rect">
            <a:avLst/>
          </a:prstGeom>
        </p:spPr>
      </p:pic>
      <p:pic>
        <p:nvPicPr>
          <p:cNvPr id="41" name="object 41"/>
          <p:cNvPicPr/>
          <p:nvPr/>
        </p:nvPicPr>
        <p:blipFill>
          <a:blip r:embed="rId39" cstate="print"/>
          <a:stretch>
            <a:fillRect/>
          </a:stretch>
        </p:blipFill>
        <p:spPr>
          <a:xfrm>
            <a:off x="16913838" y="2425677"/>
            <a:ext cx="181899" cy="186641"/>
          </a:xfrm>
          <a:prstGeom prst="rect">
            <a:avLst/>
          </a:prstGeom>
        </p:spPr>
      </p:pic>
      <p:pic>
        <p:nvPicPr>
          <p:cNvPr id="42" name="object 42"/>
          <p:cNvPicPr/>
          <p:nvPr/>
        </p:nvPicPr>
        <p:blipFill>
          <a:blip r:embed="rId40" cstate="print"/>
          <a:stretch>
            <a:fillRect/>
          </a:stretch>
        </p:blipFill>
        <p:spPr>
          <a:xfrm>
            <a:off x="17490155" y="1263662"/>
            <a:ext cx="189285" cy="181990"/>
          </a:xfrm>
          <a:prstGeom prst="rect">
            <a:avLst/>
          </a:prstGeom>
        </p:spPr>
      </p:pic>
      <p:pic>
        <p:nvPicPr>
          <p:cNvPr id="43" name="object 43"/>
          <p:cNvPicPr/>
          <p:nvPr/>
        </p:nvPicPr>
        <p:blipFill>
          <a:blip r:embed="rId41" cstate="print"/>
          <a:stretch>
            <a:fillRect/>
          </a:stretch>
        </p:blipFill>
        <p:spPr>
          <a:xfrm>
            <a:off x="17497558" y="3581774"/>
            <a:ext cx="181883" cy="181462"/>
          </a:xfrm>
          <a:prstGeom prst="rect">
            <a:avLst/>
          </a:prstGeom>
        </p:spPr>
      </p:pic>
      <p:pic>
        <p:nvPicPr>
          <p:cNvPr id="44" name="object 44"/>
          <p:cNvPicPr/>
          <p:nvPr/>
        </p:nvPicPr>
        <p:blipFill>
          <a:blip r:embed="rId42" cstate="print"/>
          <a:stretch>
            <a:fillRect/>
          </a:stretch>
        </p:blipFill>
        <p:spPr>
          <a:xfrm>
            <a:off x="17779899" y="975563"/>
            <a:ext cx="182940" cy="186535"/>
          </a:xfrm>
          <a:prstGeom prst="rect">
            <a:avLst/>
          </a:prstGeom>
        </p:spPr>
      </p:pic>
      <p:pic>
        <p:nvPicPr>
          <p:cNvPr id="45" name="object 45"/>
          <p:cNvPicPr/>
          <p:nvPr/>
        </p:nvPicPr>
        <p:blipFill>
          <a:blip r:embed="rId43" cstate="print"/>
          <a:stretch>
            <a:fillRect/>
          </a:stretch>
        </p:blipFill>
        <p:spPr>
          <a:xfrm>
            <a:off x="16913838" y="2131765"/>
            <a:ext cx="181883" cy="181356"/>
          </a:xfrm>
          <a:prstGeom prst="rect">
            <a:avLst/>
          </a:prstGeom>
        </p:spPr>
      </p:pic>
      <p:pic>
        <p:nvPicPr>
          <p:cNvPr id="46" name="object 46"/>
          <p:cNvPicPr/>
          <p:nvPr/>
        </p:nvPicPr>
        <p:blipFill>
          <a:blip r:embed="rId44" cstate="print"/>
          <a:stretch>
            <a:fillRect/>
          </a:stretch>
        </p:blipFill>
        <p:spPr>
          <a:xfrm>
            <a:off x="16913838" y="2714200"/>
            <a:ext cx="181883" cy="181568"/>
          </a:xfrm>
          <a:prstGeom prst="rect">
            <a:avLst/>
          </a:prstGeom>
        </p:spPr>
      </p:pic>
      <p:pic>
        <p:nvPicPr>
          <p:cNvPr id="47" name="object 47"/>
          <p:cNvPicPr/>
          <p:nvPr/>
        </p:nvPicPr>
        <p:blipFill>
          <a:blip r:embed="rId45" cstate="print"/>
          <a:stretch>
            <a:fillRect/>
          </a:stretch>
        </p:blipFill>
        <p:spPr>
          <a:xfrm>
            <a:off x="17782015" y="3865963"/>
            <a:ext cx="181883" cy="181885"/>
          </a:xfrm>
          <a:prstGeom prst="rect">
            <a:avLst/>
          </a:prstGeom>
        </p:spPr>
      </p:pic>
      <p:pic>
        <p:nvPicPr>
          <p:cNvPr id="48" name="object 48"/>
          <p:cNvPicPr/>
          <p:nvPr/>
        </p:nvPicPr>
        <p:blipFill>
          <a:blip r:embed="rId46" cstate="print"/>
          <a:stretch>
            <a:fillRect/>
          </a:stretch>
        </p:blipFill>
        <p:spPr>
          <a:xfrm>
            <a:off x="16913838" y="2998389"/>
            <a:ext cx="182412" cy="182096"/>
          </a:xfrm>
          <a:prstGeom prst="rect">
            <a:avLst/>
          </a:prstGeom>
        </p:spPr>
      </p:pic>
      <p:pic>
        <p:nvPicPr>
          <p:cNvPr id="49" name="object 49"/>
          <p:cNvPicPr/>
          <p:nvPr/>
        </p:nvPicPr>
        <p:blipFill>
          <a:blip r:embed="rId47" cstate="print"/>
          <a:stretch>
            <a:fillRect/>
          </a:stretch>
        </p:blipFill>
        <p:spPr>
          <a:xfrm>
            <a:off x="16913838" y="1846836"/>
            <a:ext cx="183998" cy="182202"/>
          </a:xfrm>
          <a:prstGeom prst="rect">
            <a:avLst/>
          </a:prstGeom>
        </p:spPr>
      </p:pic>
      <p:pic>
        <p:nvPicPr>
          <p:cNvPr id="50" name="object 50"/>
          <p:cNvPicPr/>
          <p:nvPr/>
        </p:nvPicPr>
        <p:blipFill>
          <a:blip r:embed="rId48" cstate="print"/>
          <a:stretch>
            <a:fillRect/>
          </a:stretch>
        </p:blipFill>
        <p:spPr>
          <a:xfrm>
            <a:off x="17197238" y="1264508"/>
            <a:ext cx="189285" cy="181568"/>
          </a:xfrm>
          <a:prstGeom prst="rect">
            <a:avLst/>
          </a:prstGeom>
        </p:spPr>
      </p:pic>
      <p:pic>
        <p:nvPicPr>
          <p:cNvPr id="51" name="object 51"/>
          <p:cNvPicPr/>
          <p:nvPr/>
        </p:nvPicPr>
        <p:blipFill>
          <a:blip r:embed="rId49" cstate="print"/>
          <a:stretch>
            <a:fillRect/>
          </a:stretch>
        </p:blipFill>
        <p:spPr>
          <a:xfrm>
            <a:off x="17498615" y="979473"/>
            <a:ext cx="181883" cy="177340"/>
          </a:xfrm>
          <a:prstGeom prst="rect">
            <a:avLst/>
          </a:prstGeom>
        </p:spPr>
      </p:pic>
      <p:pic>
        <p:nvPicPr>
          <p:cNvPr id="52" name="object 52"/>
          <p:cNvPicPr/>
          <p:nvPr/>
        </p:nvPicPr>
        <p:blipFill>
          <a:blip r:embed="rId50" cstate="print"/>
          <a:stretch>
            <a:fillRect/>
          </a:stretch>
        </p:blipFill>
        <p:spPr>
          <a:xfrm>
            <a:off x="17200410" y="3581774"/>
            <a:ext cx="179900" cy="182096"/>
          </a:xfrm>
          <a:prstGeom prst="rect">
            <a:avLst/>
          </a:prstGeom>
        </p:spPr>
      </p:pic>
      <p:pic>
        <p:nvPicPr>
          <p:cNvPr id="53" name="object 53"/>
          <p:cNvPicPr/>
          <p:nvPr/>
        </p:nvPicPr>
        <p:blipFill>
          <a:blip r:embed="rId51" cstate="print"/>
          <a:stretch>
            <a:fillRect/>
          </a:stretch>
        </p:blipFill>
        <p:spPr>
          <a:xfrm>
            <a:off x="16912781" y="1558948"/>
            <a:ext cx="181619" cy="180722"/>
          </a:xfrm>
          <a:prstGeom prst="rect">
            <a:avLst/>
          </a:prstGeom>
        </p:spPr>
      </p:pic>
      <p:pic>
        <p:nvPicPr>
          <p:cNvPr id="54" name="object 54"/>
          <p:cNvPicPr/>
          <p:nvPr/>
        </p:nvPicPr>
        <p:blipFill>
          <a:blip r:embed="rId52" cstate="print"/>
          <a:stretch>
            <a:fillRect/>
          </a:stretch>
        </p:blipFill>
        <p:spPr>
          <a:xfrm>
            <a:off x="17496499" y="3870824"/>
            <a:ext cx="182940" cy="176812"/>
          </a:xfrm>
          <a:prstGeom prst="rect">
            <a:avLst/>
          </a:prstGeom>
        </p:spPr>
      </p:pic>
      <p:pic>
        <p:nvPicPr>
          <p:cNvPr id="55" name="object 55"/>
          <p:cNvPicPr/>
          <p:nvPr/>
        </p:nvPicPr>
        <p:blipFill>
          <a:blip r:embed="rId53" cstate="print"/>
          <a:stretch>
            <a:fillRect/>
          </a:stretch>
        </p:blipFill>
        <p:spPr>
          <a:xfrm>
            <a:off x="18068587" y="695496"/>
            <a:ext cx="180825" cy="177552"/>
          </a:xfrm>
          <a:prstGeom prst="rect">
            <a:avLst/>
          </a:prstGeom>
        </p:spPr>
      </p:pic>
      <p:pic>
        <p:nvPicPr>
          <p:cNvPr id="56" name="object 56"/>
          <p:cNvPicPr/>
          <p:nvPr/>
        </p:nvPicPr>
        <p:blipFill>
          <a:blip r:embed="rId54" cstate="print"/>
          <a:stretch>
            <a:fillRect/>
          </a:stretch>
        </p:blipFill>
        <p:spPr>
          <a:xfrm>
            <a:off x="18068587" y="4154908"/>
            <a:ext cx="179768" cy="176812"/>
          </a:xfrm>
          <a:prstGeom prst="rect">
            <a:avLst/>
          </a:prstGeom>
        </p:spPr>
      </p:pic>
      <p:pic>
        <p:nvPicPr>
          <p:cNvPr id="57" name="object 57"/>
          <p:cNvPicPr/>
          <p:nvPr/>
        </p:nvPicPr>
        <p:blipFill>
          <a:blip r:embed="rId55" cstate="print"/>
          <a:stretch>
            <a:fillRect/>
          </a:stretch>
        </p:blipFill>
        <p:spPr>
          <a:xfrm>
            <a:off x="16913482" y="3287756"/>
            <a:ext cx="185411" cy="177235"/>
          </a:xfrm>
          <a:prstGeom prst="rect">
            <a:avLst/>
          </a:prstGeom>
        </p:spPr>
      </p:pic>
      <p:pic>
        <p:nvPicPr>
          <p:cNvPr id="58" name="object 58"/>
          <p:cNvPicPr/>
          <p:nvPr/>
        </p:nvPicPr>
        <p:blipFill>
          <a:blip r:embed="rId56" cstate="print"/>
          <a:stretch>
            <a:fillRect/>
          </a:stretch>
        </p:blipFill>
        <p:spPr>
          <a:xfrm>
            <a:off x="16633611" y="2435295"/>
            <a:ext cx="175538" cy="167406"/>
          </a:xfrm>
          <a:prstGeom prst="rect">
            <a:avLst/>
          </a:prstGeom>
        </p:spPr>
      </p:pic>
      <p:pic>
        <p:nvPicPr>
          <p:cNvPr id="59" name="object 59"/>
          <p:cNvPicPr/>
          <p:nvPr/>
        </p:nvPicPr>
        <p:blipFill>
          <a:blip r:embed="rId57" cstate="print"/>
          <a:stretch>
            <a:fillRect/>
          </a:stretch>
        </p:blipFill>
        <p:spPr>
          <a:xfrm>
            <a:off x="16633611" y="2718955"/>
            <a:ext cx="173423" cy="172796"/>
          </a:xfrm>
          <a:prstGeom prst="rect">
            <a:avLst/>
          </a:prstGeom>
        </p:spPr>
      </p:pic>
      <p:pic>
        <p:nvPicPr>
          <p:cNvPr id="60" name="object 60"/>
          <p:cNvPicPr/>
          <p:nvPr/>
        </p:nvPicPr>
        <p:blipFill>
          <a:blip r:embed="rId58" cstate="print"/>
          <a:stretch>
            <a:fillRect/>
          </a:stretch>
        </p:blipFill>
        <p:spPr>
          <a:xfrm>
            <a:off x="17785187" y="695284"/>
            <a:ext cx="173423" cy="172584"/>
          </a:xfrm>
          <a:prstGeom prst="rect">
            <a:avLst/>
          </a:prstGeom>
        </p:spPr>
      </p:pic>
      <p:pic>
        <p:nvPicPr>
          <p:cNvPr id="61" name="object 61"/>
          <p:cNvPicPr/>
          <p:nvPr/>
        </p:nvPicPr>
        <p:blipFill>
          <a:blip r:embed="rId59" cstate="print"/>
          <a:stretch>
            <a:fillRect/>
          </a:stretch>
        </p:blipFill>
        <p:spPr>
          <a:xfrm>
            <a:off x="17207813" y="984229"/>
            <a:ext cx="169193" cy="167511"/>
          </a:xfrm>
          <a:prstGeom prst="rect">
            <a:avLst/>
          </a:prstGeom>
        </p:spPr>
      </p:pic>
      <p:pic>
        <p:nvPicPr>
          <p:cNvPr id="62" name="object 62"/>
          <p:cNvPicPr/>
          <p:nvPr/>
        </p:nvPicPr>
        <p:blipFill>
          <a:blip r:embed="rId60" cstate="print"/>
          <a:stretch>
            <a:fillRect/>
          </a:stretch>
        </p:blipFill>
        <p:spPr>
          <a:xfrm>
            <a:off x="16634668" y="2136204"/>
            <a:ext cx="173423" cy="172056"/>
          </a:xfrm>
          <a:prstGeom prst="rect">
            <a:avLst/>
          </a:prstGeom>
        </p:spPr>
      </p:pic>
      <p:pic>
        <p:nvPicPr>
          <p:cNvPr id="63" name="object 63"/>
          <p:cNvPicPr/>
          <p:nvPr/>
        </p:nvPicPr>
        <p:blipFill>
          <a:blip r:embed="rId61" cstate="print"/>
          <a:stretch>
            <a:fillRect/>
          </a:stretch>
        </p:blipFill>
        <p:spPr>
          <a:xfrm>
            <a:off x="17791532" y="4160192"/>
            <a:ext cx="169193" cy="166560"/>
          </a:xfrm>
          <a:prstGeom prst="rect">
            <a:avLst/>
          </a:prstGeom>
        </p:spPr>
      </p:pic>
      <p:pic>
        <p:nvPicPr>
          <p:cNvPr id="64" name="object 64"/>
          <p:cNvPicPr/>
          <p:nvPr/>
        </p:nvPicPr>
        <p:blipFill>
          <a:blip r:embed="rId62" cstate="print"/>
          <a:stretch>
            <a:fillRect/>
          </a:stretch>
        </p:blipFill>
        <p:spPr>
          <a:xfrm>
            <a:off x="16634669" y="1852438"/>
            <a:ext cx="167078" cy="167300"/>
          </a:xfrm>
          <a:prstGeom prst="rect">
            <a:avLst/>
          </a:prstGeom>
        </p:spPr>
      </p:pic>
      <p:pic>
        <p:nvPicPr>
          <p:cNvPr id="65" name="object 65"/>
          <p:cNvPicPr/>
          <p:nvPr/>
        </p:nvPicPr>
        <p:blipFill>
          <a:blip r:embed="rId63" cstate="print"/>
          <a:stretch>
            <a:fillRect/>
          </a:stretch>
        </p:blipFill>
        <p:spPr>
          <a:xfrm>
            <a:off x="17207813" y="3875580"/>
            <a:ext cx="168136" cy="165926"/>
          </a:xfrm>
          <a:prstGeom prst="rect">
            <a:avLst/>
          </a:prstGeom>
        </p:spPr>
      </p:pic>
      <p:pic>
        <p:nvPicPr>
          <p:cNvPr id="66" name="object 66"/>
          <p:cNvPicPr/>
          <p:nvPr/>
        </p:nvPicPr>
        <p:blipFill>
          <a:blip r:embed="rId64" cstate="print"/>
          <a:stretch>
            <a:fillRect/>
          </a:stretch>
        </p:blipFill>
        <p:spPr>
          <a:xfrm>
            <a:off x="16634668" y="3008746"/>
            <a:ext cx="168136" cy="166560"/>
          </a:xfrm>
          <a:prstGeom prst="rect">
            <a:avLst/>
          </a:prstGeom>
        </p:spPr>
      </p:pic>
      <p:pic>
        <p:nvPicPr>
          <p:cNvPr id="67" name="object 67"/>
          <p:cNvPicPr/>
          <p:nvPr/>
        </p:nvPicPr>
        <p:blipFill>
          <a:blip r:embed="rId65" cstate="print"/>
          <a:stretch>
            <a:fillRect/>
          </a:stretch>
        </p:blipFill>
        <p:spPr>
          <a:xfrm>
            <a:off x="16924380" y="3587058"/>
            <a:ext cx="168169" cy="167300"/>
          </a:xfrm>
          <a:prstGeom prst="rect">
            <a:avLst/>
          </a:prstGeom>
        </p:spPr>
      </p:pic>
      <p:pic>
        <p:nvPicPr>
          <p:cNvPr id="68" name="object 68"/>
          <p:cNvPicPr/>
          <p:nvPr/>
        </p:nvPicPr>
        <p:blipFill>
          <a:blip r:embed="rId66" cstate="print"/>
          <a:stretch>
            <a:fillRect/>
          </a:stretch>
        </p:blipFill>
        <p:spPr>
          <a:xfrm>
            <a:off x="16922298" y="1269264"/>
            <a:ext cx="170251" cy="166877"/>
          </a:xfrm>
          <a:prstGeom prst="rect">
            <a:avLst/>
          </a:prstGeom>
        </p:spPr>
      </p:pic>
      <p:pic>
        <p:nvPicPr>
          <p:cNvPr id="69" name="object 69"/>
          <p:cNvPicPr/>
          <p:nvPr/>
        </p:nvPicPr>
        <p:blipFill>
          <a:blip r:embed="rId67" cstate="print"/>
          <a:stretch>
            <a:fillRect/>
          </a:stretch>
        </p:blipFill>
        <p:spPr>
          <a:xfrm>
            <a:off x="17506016" y="700991"/>
            <a:ext cx="162849" cy="167300"/>
          </a:xfrm>
          <a:prstGeom prst="rect">
            <a:avLst/>
          </a:prstGeom>
        </p:spPr>
      </p:pic>
      <p:pic>
        <p:nvPicPr>
          <p:cNvPr id="70" name="object 70"/>
          <p:cNvPicPr/>
          <p:nvPr/>
        </p:nvPicPr>
        <p:blipFill>
          <a:blip r:embed="rId68" cstate="print"/>
          <a:stretch>
            <a:fillRect/>
          </a:stretch>
        </p:blipFill>
        <p:spPr>
          <a:xfrm>
            <a:off x="16635727" y="1567932"/>
            <a:ext cx="170251" cy="166666"/>
          </a:xfrm>
          <a:prstGeom prst="rect">
            <a:avLst/>
          </a:prstGeom>
        </p:spPr>
      </p:pic>
      <p:pic>
        <p:nvPicPr>
          <p:cNvPr id="71" name="object 71"/>
          <p:cNvPicPr/>
          <p:nvPr/>
        </p:nvPicPr>
        <p:blipFill>
          <a:blip r:embed="rId69" cstate="print"/>
          <a:stretch>
            <a:fillRect/>
          </a:stretch>
        </p:blipFill>
        <p:spPr>
          <a:xfrm>
            <a:off x="16632553" y="3292618"/>
            <a:ext cx="169193" cy="166772"/>
          </a:xfrm>
          <a:prstGeom prst="rect">
            <a:avLst/>
          </a:prstGeom>
        </p:spPr>
      </p:pic>
      <p:pic>
        <p:nvPicPr>
          <p:cNvPr id="72" name="object 72"/>
          <p:cNvPicPr/>
          <p:nvPr/>
        </p:nvPicPr>
        <p:blipFill>
          <a:blip r:embed="rId70" cstate="print"/>
          <a:stretch>
            <a:fillRect/>
          </a:stretch>
        </p:blipFill>
        <p:spPr>
          <a:xfrm>
            <a:off x="17507075" y="4159875"/>
            <a:ext cx="162849" cy="166877"/>
          </a:xfrm>
          <a:prstGeom prst="rect">
            <a:avLst/>
          </a:prstGeom>
        </p:spPr>
      </p:pic>
      <p:pic>
        <p:nvPicPr>
          <p:cNvPr id="73" name="object 73"/>
          <p:cNvPicPr/>
          <p:nvPr/>
        </p:nvPicPr>
        <p:blipFill>
          <a:blip r:embed="rId71" cstate="print"/>
          <a:stretch>
            <a:fillRect/>
          </a:stretch>
        </p:blipFill>
        <p:spPr>
          <a:xfrm>
            <a:off x="18074932" y="415851"/>
            <a:ext cx="168136" cy="162756"/>
          </a:xfrm>
          <a:prstGeom prst="rect">
            <a:avLst/>
          </a:prstGeom>
        </p:spPr>
      </p:pic>
      <p:pic>
        <p:nvPicPr>
          <p:cNvPr id="74" name="object 74"/>
          <p:cNvPicPr/>
          <p:nvPr/>
        </p:nvPicPr>
        <p:blipFill>
          <a:blip r:embed="rId72" cstate="print"/>
          <a:stretch>
            <a:fillRect/>
          </a:stretch>
        </p:blipFill>
        <p:spPr>
          <a:xfrm>
            <a:off x="18074932" y="4458649"/>
            <a:ext cx="168136" cy="162333"/>
          </a:xfrm>
          <a:prstGeom prst="rect">
            <a:avLst/>
          </a:prstGeom>
        </p:spPr>
      </p:pic>
      <p:pic>
        <p:nvPicPr>
          <p:cNvPr id="75" name="object 75"/>
          <p:cNvPicPr/>
          <p:nvPr/>
        </p:nvPicPr>
        <p:blipFill>
          <a:blip r:embed="rId73" cstate="print"/>
          <a:stretch>
            <a:fillRect/>
          </a:stretch>
        </p:blipFill>
        <p:spPr>
          <a:xfrm>
            <a:off x="16923356" y="984335"/>
            <a:ext cx="162849" cy="167723"/>
          </a:xfrm>
          <a:prstGeom prst="rect">
            <a:avLst/>
          </a:prstGeom>
        </p:spPr>
      </p:pic>
      <p:pic>
        <p:nvPicPr>
          <p:cNvPr id="76" name="object 76"/>
          <p:cNvPicPr/>
          <p:nvPr/>
        </p:nvPicPr>
        <p:blipFill>
          <a:blip r:embed="rId74" cstate="print"/>
          <a:stretch>
            <a:fillRect/>
          </a:stretch>
        </p:blipFill>
        <p:spPr>
          <a:xfrm>
            <a:off x="16350211" y="2435189"/>
            <a:ext cx="170251" cy="167300"/>
          </a:xfrm>
          <a:prstGeom prst="rect">
            <a:avLst/>
          </a:prstGeom>
        </p:spPr>
      </p:pic>
      <p:pic>
        <p:nvPicPr>
          <p:cNvPr id="77" name="object 77"/>
          <p:cNvPicPr/>
          <p:nvPr/>
        </p:nvPicPr>
        <p:blipFill>
          <a:blip r:embed="rId75" cstate="print"/>
          <a:stretch>
            <a:fillRect/>
          </a:stretch>
        </p:blipFill>
        <p:spPr>
          <a:xfrm>
            <a:off x="16922298" y="3875369"/>
            <a:ext cx="163906" cy="162227"/>
          </a:xfrm>
          <a:prstGeom prst="rect">
            <a:avLst/>
          </a:prstGeom>
        </p:spPr>
      </p:pic>
      <p:pic>
        <p:nvPicPr>
          <p:cNvPr id="78" name="object 78"/>
          <p:cNvPicPr/>
          <p:nvPr/>
        </p:nvPicPr>
        <p:blipFill>
          <a:blip r:embed="rId76" cstate="print"/>
          <a:stretch>
            <a:fillRect/>
          </a:stretch>
        </p:blipFill>
        <p:spPr>
          <a:xfrm>
            <a:off x="16350211" y="2141066"/>
            <a:ext cx="168136" cy="162227"/>
          </a:xfrm>
          <a:prstGeom prst="rect">
            <a:avLst/>
          </a:prstGeom>
        </p:spPr>
      </p:pic>
      <p:pic>
        <p:nvPicPr>
          <p:cNvPr id="79" name="object 79"/>
          <p:cNvPicPr/>
          <p:nvPr/>
        </p:nvPicPr>
        <p:blipFill>
          <a:blip r:embed="rId77" cstate="print"/>
          <a:stretch>
            <a:fillRect/>
          </a:stretch>
        </p:blipFill>
        <p:spPr>
          <a:xfrm>
            <a:off x="17791515" y="416274"/>
            <a:ext cx="161808" cy="162333"/>
          </a:xfrm>
          <a:prstGeom prst="rect">
            <a:avLst/>
          </a:prstGeom>
        </p:spPr>
      </p:pic>
      <p:pic>
        <p:nvPicPr>
          <p:cNvPr id="80" name="object 80"/>
          <p:cNvPicPr/>
          <p:nvPr/>
        </p:nvPicPr>
        <p:blipFill>
          <a:blip r:embed="rId78" cstate="print"/>
          <a:stretch>
            <a:fillRect/>
          </a:stretch>
        </p:blipFill>
        <p:spPr>
          <a:xfrm>
            <a:off x="16350657" y="2719907"/>
            <a:ext cx="167690" cy="166243"/>
          </a:xfrm>
          <a:prstGeom prst="rect">
            <a:avLst/>
          </a:prstGeom>
        </p:spPr>
      </p:pic>
      <p:pic>
        <p:nvPicPr>
          <p:cNvPr id="81" name="object 81"/>
          <p:cNvPicPr/>
          <p:nvPr/>
        </p:nvPicPr>
        <p:blipFill>
          <a:blip r:embed="rId79" cstate="print"/>
          <a:stretch>
            <a:fillRect/>
          </a:stretch>
        </p:blipFill>
        <p:spPr>
          <a:xfrm>
            <a:off x="17208424" y="4159453"/>
            <a:ext cx="162237" cy="167300"/>
          </a:xfrm>
          <a:prstGeom prst="rect">
            <a:avLst/>
          </a:prstGeom>
        </p:spPr>
      </p:pic>
      <p:pic>
        <p:nvPicPr>
          <p:cNvPr id="82" name="object 82"/>
          <p:cNvPicPr/>
          <p:nvPr/>
        </p:nvPicPr>
        <p:blipFill>
          <a:blip r:embed="rId80" cstate="print"/>
          <a:stretch>
            <a:fillRect/>
          </a:stretch>
        </p:blipFill>
        <p:spPr>
          <a:xfrm>
            <a:off x="17207813" y="700568"/>
            <a:ext cx="162849" cy="162333"/>
          </a:xfrm>
          <a:prstGeom prst="rect">
            <a:avLst/>
          </a:prstGeom>
        </p:spPr>
      </p:pic>
      <p:pic>
        <p:nvPicPr>
          <p:cNvPr id="83" name="object 83"/>
          <p:cNvPicPr/>
          <p:nvPr/>
        </p:nvPicPr>
        <p:blipFill>
          <a:blip r:embed="rId81" cstate="print"/>
          <a:stretch>
            <a:fillRect/>
          </a:stretch>
        </p:blipFill>
        <p:spPr>
          <a:xfrm>
            <a:off x="17790473" y="4458332"/>
            <a:ext cx="163842" cy="162650"/>
          </a:xfrm>
          <a:prstGeom prst="rect">
            <a:avLst/>
          </a:prstGeom>
        </p:spPr>
      </p:pic>
      <p:pic>
        <p:nvPicPr>
          <p:cNvPr id="84" name="object 84"/>
          <p:cNvPicPr/>
          <p:nvPr/>
        </p:nvPicPr>
        <p:blipFill>
          <a:blip r:embed="rId82" cstate="print"/>
          <a:stretch>
            <a:fillRect/>
          </a:stretch>
        </p:blipFill>
        <p:spPr>
          <a:xfrm>
            <a:off x="16638899" y="1274337"/>
            <a:ext cx="162849" cy="161804"/>
          </a:xfrm>
          <a:prstGeom prst="rect">
            <a:avLst/>
          </a:prstGeom>
        </p:spPr>
      </p:pic>
      <p:pic>
        <p:nvPicPr>
          <p:cNvPr id="85" name="object 85"/>
          <p:cNvPicPr/>
          <p:nvPr/>
        </p:nvPicPr>
        <p:blipFill>
          <a:blip r:embed="rId83" cstate="print"/>
          <a:stretch>
            <a:fillRect/>
          </a:stretch>
        </p:blipFill>
        <p:spPr>
          <a:xfrm>
            <a:off x="16350860" y="3007900"/>
            <a:ext cx="162200" cy="162544"/>
          </a:xfrm>
          <a:prstGeom prst="rect">
            <a:avLst/>
          </a:prstGeom>
        </p:spPr>
      </p:pic>
      <p:pic>
        <p:nvPicPr>
          <p:cNvPr id="86" name="object 86"/>
          <p:cNvPicPr/>
          <p:nvPr/>
        </p:nvPicPr>
        <p:blipFill>
          <a:blip r:embed="rId84" cstate="print"/>
          <a:stretch>
            <a:fillRect/>
          </a:stretch>
        </p:blipFill>
        <p:spPr>
          <a:xfrm>
            <a:off x="16350211" y="1857194"/>
            <a:ext cx="163906" cy="162227"/>
          </a:xfrm>
          <a:prstGeom prst="rect">
            <a:avLst/>
          </a:prstGeom>
        </p:spPr>
      </p:pic>
      <p:pic>
        <p:nvPicPr>
          <p:cNvPr id="87" name="object 87"/>
          <p:cNvPicPr/>
          <p:nvPr/>
        </p:nvPicPr>
        <p:blipFill>
          <a:blip r:embed="rId85" cstate="print"/>
          <a:stretch>
            <a:fillRect/>
          </a:stretch>
        </p:blipFill>
        <p:spPr>
          <a:xfrm>
            <a:off x="16638899" y="3591497"/>
            <a:ext cx="162849" cy="162650"/>
          </a:xfrm>
          <a:prstGeom prst="rect">
            <a:avLst/>
          </a:prstGeom>
        </p:spPr>
      </p:pic>
      <p:pic>
        <p:nvPicPr>
          <p:cNvPr id="88" name="object 88"/>
          <p:cNvPicPr/>
          <p:nvPr/>
        </p:nvPicPr>
        <p:blipFill>
          <a:blip r:embed="rId86" cstate="print"/>
          <a:stretch>
            <a:fillRect/>
          </a:stretch>
        </p:blipFill>
        <p:spPr>
          <a:xfrm>
            <a:off x="17506926" y="416379"/>
            <a:ext cx="162997" cy="162439"/>
          </a:xfrm>
          <a:prstGeom prst="rect">
            <a:avLst/>
          </a:prstGeom>
        </p:spPr>
      </p:pic>
      <p:pic>
        <p:nvPicPr>
          <p:cNvPr id="89" name="object 89"/>
          <p:cNvPicPr/>
          <p:nvPr/>
        </p:nvPicPr>
        <p:blipFill>
          <a:blip r:embed="rId87" cstate="print"/>
          <a:stretch>
            <a:fillRect/>
          </a:stretch>
        </p:blipFill>
        <p:spPr>
          <a:xfrm>
            <a:off x="17507075" y="4458754"/>
            <a:ext cx="162849" cy="162121"/>
          </a:xfrm>
          <a:prstGeom prst="rect">
            <a:avLst/>
          </a:prstGeom>
        </p:spPr>
      </p:pic>
      <p:pic>
        <p:nvPicPr>
          <p:cNvPr id="90" name="object 90"/>
          <p:cNvPicPr/>
          <p:nvPr/>
        </p:nvPicPr>
        <p:blipFill>
          <a:blip r:embed="rId88" cstate="print"/>
          <a:stretch>
            <a:fillRect/>
          </a:stretch>
        </p:blipFill>
        <p:spPr>
          <a:xfrm>
            <a:off x="16349682" y="1568671"/>
            <a:ext cx="163377" cy="161487"/>
          </a:xfrm>
          <a:prstGeom prst="rect">
            <a:avLst/>
          </a:prstGeom>
        </p:spPr>
      </p:pic>
      <p:pic>
        <p:nvPicPr>
          <p:cNvPr id="91" name="object 91"/>
          <p:cNvPicPr/>
          <p:nvPr/>
        </p:nvPicPr>
        <p:blipFill>
          <a:blip r:embed="rId89" cstate="print"/>
          <a:stretch>
            <a:fillRect/>
          </a:stretch>
        </p:blipFill>
        <p:spPr>
          <a:xfrm>
            <a:off x="16351401" y="3292406"/>
            <a:ext cx="161791" cy="162439"/>
          </a:xfrm>
          <a:prstGeom prst="rect">
            <a:avLst/>
          </a:prstGeom>
        </p:spPr>
      </p:pic>
      <p:pic>
        <p:nvPicPr>
          <p:cNvPr id="92" name="object 92"/>
          <p:cNvPicPr/>
          <p:nvPr/>
        </p:nvPicPr>
        <p:blipFill>
          <a:blip r:embed="rId90" cstate="print"/>
          <a:stretch>
            <a:fillRect/>
          </a:stretch>
        </p:blipFill>
        <p:spPr>
          <a:xfrm>
            <a:off x="16923356" y="700357"/>
            <a:ext cx="162849" cy="162439"/>
          </a:xfrm>
          <a:prstGeom prst="rect">
            <a:avLst/>
          </a:prstGeom>
        </p:spPr>
      </p:pic>
      <p:pic>
        <p:nvPicPr>
          <p:cNvPr id="93" name="object 93"/>
          <p:cNvPicPr/>
          <p:nvPr/>
        </p:nvPicPr>
        <p:blipFill>
          <a:blip r:embed="rId91" cstate="print"/>
          <a:stretch>
            <a:fillRect/>
          </a:stretch>
        </p:blipFill>
        <p:spPr>
          <a:xfrm>
            <a:off x="16923753" y="4163891"/>
            <a:ext cx="163509" cy="158105"/>
          </a:xfrm>
          <a:prstGeom prst="rect">
            <a:avLst/>
          </a:prstGeom>
        </p:spPr>
      </p:pic>
      <p:pic>
        <p:nvPicPr>
          <p:cNvPr id="94" name="object 94"/>
          <p:cNvPicPr/>
          <p:nvPr/>
        </p:nvPicPr>
        <p:blipFill>
          <a:blip r:embed="rId92" cstate="print"/>
          <a:stretch>
            <a:fillRect/>
          </a:stretch>
        </p:blipFill>
        <p:spPr>
          <a:xfrm>
            <a:off x="16639691" y="989302"/>
            <a:ext cx="164170" cy="157894"/>
          </a:xfrm>
          <a:prstGeom prst="rect">
            <a:avLst/>
          </a:prstGeom>
        </p:spPr>
      </p:pic>
      <p:pic>
        <p:nvPicPr>
          <p:cNvPr id="95" name="object 95"/>
          <p:cNvPicPr/>
          <p:nvPr/>
        </p:nvPicPr>
        <p:blipFill>
          <a:blip r:embed="rId93" cstate="print"/>
          <a:stretch>
            <a:fillRect/>
          </a:stretch>
        </p:blipFill>
        <p:spPr>
          <a:xfrm>
            <a:off x="16638899" y="3875792"/>
            <a:ext cx="163906" cy="162544"/>
          </a:xfrm>
          <a:prstGeom prst="rect">
            <a:avLst/>
          </a:prstGeom>
        </p:spPr>
      </p:pic>
      <p:pic>
        <p:nvPicPr>
          <p:cNvPr id="96" name="object 96"/>
          <p:cNvPicPr/>
          <p:nvPr/>
        </p:nvPicPr>
        <p:blipFill>
          <a:blip r:embed="rId94" cstate="print"/>
          <a:stretch>
            <a:fillRect/>
          </a:stretch>
        </p:blipFill>
        <p:spPr>
          <a:xfrm>
            <a:off x="18079161" y="122150"/>
            <a:ext cx="158619" cy="157577"/>
          </a:xfrm>
          <a:prstGeom prst="rect">
            <a:avLst/>
          </a:prstGeom>
        </p:spPr>
      </p:pic>
      <p:pic>
        <p:nvPicPr>
          <p:cNvPr id="97" name="object 97"/>
          <p:cNvPicPr/>
          <p:nvPr/>
        </p:nvPicPr>
        <p:blipFill>
          <a:blip r:embed="rId95" cstate="print"/>
          <a:stretch>
            <a:fillRect/>
          </a:stretch>
        </p:blipFill>
        <p:spPr>
          <a:xfrm>
            <a:off x="17212042" y="416379"/>
            <a:ext cx="159676" cy="157577"/>
          </a:xfrm>
          <a:prstGeom prst="rect">
            <a:avLst/>
          </a:prstGeom>
        </p:spPr>
      </p:pic>
      <p:pic>
        <p:nvPicPr>
          <p:cNvPr id="98" name="object 98"/>
          <p:cNvPicPr/>
          <p:nvPr/>
        </p:nvPicPr>
        <p:blipFill>
          <a:blip r:embed="rId96" cstate="print"/>
          <a:stretch>
            <a:fillRect/>
          </a:stretch>
        </p:blipFill>
        <p:spPr>
          <a:xfrm>
            <a:off x="17794704" y="127329"/>
            <a:ext cx="182940" cy="147537"/>
          </a:xfrm>
          <a:prstGeom prst="rect">
            <a:avLst/>
          </a:prstGeom>
        </p:spPr>
      </p:pic>
      <p:pic>
        <p:nvPicPr>
          <p:cNvPr id="99" name="object 99"/>
          <p:cNvPicPr/>
          <p:nvPr/>
        </p:nvPicPr>
        <p:blipFill>
          <a:blip r:embed="rId97" cstate="print"/>
          <a:stretch>
            <a:fillRect/>
          </a:stretch>
        </p:blipFill>
        <p:spPr>
          <a:xfrm>
            <a:off x="18083448" y="4752561"/>
            <a:ext cx="150102" cy="147643"/>
          </a:xfrm>
          <a:prstGeom prst="rect">
            <a:avLst/>
          </a:prstGeom>
        </p:spPr>
      </p:pic>
      <p:pic>
        <p:nvPicPr>
          <p:cNvPr id="100" name="object 100"/>
          <p:cNvPicPr/>
          <p:nvPr/>
        </p:nvPicPr>
        <p:blipFill>
          <a:blip r:embed="rId98" cstate="print"/>
          <a:stretch>
            <a:fillRect/>
          </a:stretch>
        </p:blipFill>
        <p:spPr>
          <a:xfrm>
            <a:off x="16359728" y="1278458"/>
            <a:ext cx="150159" cy="152821"/>
          </a:xfrm>
          <a:prstGeom prst="rect">
            <a:avLst/>
          </a:prstGeom>
        </p:spPr>
      </p:pic>
      <p:pic>
        <p:nvPicPr>
          <p:cNvPr id="101" name="object 101"/>
          <p:cNvPicPr/>
          <p:nvPr/>
        </p:nvPicPr>
        <p:blipFill>
          <a:blip r:embed="rId99" cstate="print"/>
          <a:stretch>
            <a:fillRect/>
          </a:stretch>
        </p:blipFill>
        <p:spPr>
          <a:xfrm>
            <a:off x="16359728" y="3595936"/>
            <a:ext cx="149102" cy="152715"/>
          </a:xfrm>
          <a:prstGeom prst="rect">
            <a:avLst/>
          </a:prstGeom>
        </p:spPr>
      </p:pic>
      <p:pic>
        <p:nvPicPr>
          <p:cNvPr id="102" name="object 102"/>
          <p:cNvPicPr/>
          <p:nvPr/>
        </p:nvPicPr>
        <p:blipFill>
          <a:blip r:embed="rId100" cstate="print"/>
          <a:stretch>
            <a:fillRect/>
          </a:stretch>
        </p:blipFill>
        <p:spPr>
          <a:xfrm>
            <a:off x="16061585" y="2444701"/>
            <a:ext cx="153271" cy="147748"/>
          </a:xfrm>
          <a:prstGeom prst="rect">
            <a:avLst/>
          </a:prstGeom>
        </p:spPr>
      </p:pic>
      <p:pic>
        <p:nvPicPr>
          <p:cNvPr id="103" name="object 103"/>
          <p:cNvPicPr/>
          <p:nvPr/>
        </p:nvPicPr>
        <p:blipFill>
          <a:blip r:embed="rId101" cstate="print"/>
          <a:stretch>
            <a:fillRect/>
          </a:stretch>
        </p:blipFill>
        <p:spPr>
          <a:xfrm>
            <a:off x="17216273" y="4463193"/>
            <a:ext cx="151217" cy="153561"/>
          </a:xfrm>
          <a:prstGeom prst="rect">
            <a:avLst/>
          </a:prstGeom>
        </p:spPr>
      </p:pic>
      <p:pic>
        <p:nvPicPr>
          <p:cNvPr id="104" name="object 104"/>
          <p:cNvPicPr/>
          <p:nvPr/>
        </p:nvPicPr>
        <p:blipFill>
          <a:blip r:embed="rId102" cstate="print"/>
          <a:stretch>
            <a:fillRect/>
          </a:stretch>
        </p:blipFill>
        <p:spPr>
          <a:xfrm>
            <a:off x="16060467" y="2145293"/>
            <a:ext cx="154389" cy="153244"/>
          </a:xfrm>
          <a:prstGeom prst="rect">
            <a:avLst/>
          </a:prstGeom>
        </p:spPr>
      </p:pic>
      <p:pic>
        <p:nvPicPr>
          <p:cNvPr id="105" name="object 105"/>
          <p:cNvPicPr/>
          <p:nvPr/>
        </p:nvPicPr>
        <p:blipFill>
          <a:blip r:embed="rId103" cstate="print"/>
          <a:stretch>
            <a:fillRect/>
          </a:stretch>
        </p:blipFill>
        <p:spPr>
          <a:xfrm>
            <a:off x="16061525" y="2728890"/>
            <a:ext cx="153331" cy="147748"/>
          </a:xfrm>
          <a:prstGeom prst="rect">
            <a:avLst/>
          </a:prstGeom>
        </p:spPr>
      </p:pic>
      <p:pic>
        <p:nvPicPr>
          <p:cNvPr id="106" name="object 106"/>
          <p:cNvPicPr/>
          <p:nvPr/>
        </p:nvPicPr>
        <p:blipFill>
          <a:blip r:embed="rId104" cstate="print"/>
          <a:stretch>
            <a:fillRect/>
          </a:stretch>
        </p:blipFill>
        <p:spPr>
          <a:xfrm>
            <a:off x="17801049" y="4752984"/>
            <a:ext cx="149102" cy="147220"/>
          </a:xfrm>
          <a:prstGeom prst="rect">
            <a:avLst/>
          </a:prstGeom>
        </p:spPr>
      </p:pic>
      <p:pic>
        <p:nvPicPr>
          <p:cNvPr id="107" name="object 107"/>
          <p:cNvPicPr/>
          <p:nvPr/>
        </p:nvPicPr>
        <p:blipFill>
          <a:blip r:embed="rId105" cstate="print"/>
          <a:stretch>
            <a:fillRect/>
          </a:stretch>
        </p:blipFill>
        <p:spPr>
          <a:xfrm>
            <a:off x="16066811" y="1862055"/>
            <a:ext cx="142757" cy="147008"/>
          </a:xfrm>
          <a:prstGeom prst="rect">
            <a:avLst/>
          </a:prstGeom>
        </p:spPr>
      </p:pic>
      <p:pic>
        <p:nvPicPr>
          <p:cNvPr id="108" name="object 108"/>
          <p:cNvPicPr/>
          <p:nvPr/>
        </p:nvPicPr>
        <p:blipFill>
          <a:blip r:embed="rId106" cstate="print"/>
          <a:stretch>
            <a:fillRect/>
          </a:stretch>
        </p:blipFill>
        <p:spPr>
          <a:xfrm>
            <a:off x="16066662" y="3017940"/>
            <a:ext cx="142906" cy="147431"/>
          </a:xfrm>
          <a:prstGeom prst="rect">
            <a:avLst/>
          </a:prstGeom>
        </p:spPr>
      </p:pic>
      <p:pic>
        <p:nvPicPr>
          <p:cNvPr id="109" name="object 109"/>
          <p:cNvPicPr/>
          <p:nvPr/>
        </p:nvPicPr>
        <p:blipFill>
          <a:blip r:embed="rId107" cstate="print"/>
          <a:stretch>
            <a:fillRect/>
          </a:stretch>
        </p:blipFill>
        <p:spPr>
          <a:xfrm>
            <a:off x="17515533" y="127329"/>
            <a:ext cx="143814" cy="147431"/>
          </a:xfrm>
          <a:prstGeom prst="rect">
            <a:avLst/>
          </a:prstGeom>
        </p:spPr>
      </p:pic>
      <p:pic>
        <p:nvPicPr>
          <p:cNvPr id="110" name="object 110"/>
          <p:cNvPicPr/>
          <p:nvPr/>
        </p:nvPicPr>
        <p:blipFill>
          <a:blip r:embed="rId108" cstate="print"/>
          <a:stretch>
            <a:fillRect/>
          </a:stretch>
        </p:blipFill>
        <p:spPr>
          <a:xfrm>
            <a:off x="16649473" y="710609"/>
            <a:ext cx="143814" cy="142992"/>
          </a:xfrm>
          <a:prstGeom prst="rect">
            <a:avLst/>
          </a:prstGeom>
        </p:spPr>
      </p:pic>
      <p:pic>
        <p:nvPicPr>
          <p:cNvPr id="111" name="object 111"/>
          <p:cNvPicPr/>
          <p:nvPr/>
        </p:nvPicPr>
        <p:blipFill>
          <a:blip r:embed="rId109" cstate="print"/>
          <a:stretch>
            <a:fillRect/>
          </a:stretch>
        </p:blipFill>
        <p:spPr>
          <a:xfrm>
            <a:off x="16358671" y="994164"/>
            <a:ext cx="150159" cy="147960"/>
          </a:xfrm>
          <a:prstGeom prst="rect">
            <a:avLst/>
          </a:prstGeom>
        </p:spPr>
      </p:pic>
      <p:pic>
        <p:nvPicPr>
          <p:cNvPr id="112" name="object 112"/>
          <p:cNvPicPr/>
          <p:nvPr/>
        </p:nvPicPr>
        <p:blipFill>
          <a:blip r:embed="rId110" cstate="print"/>
          <a:stretch>
            <a:fillRect/>
          </a:stretch>
        </p:blipFill>
        <p:spPr>
          <a:xfrm>
            <a:off x="16066811" y="1578183"/>
            <a:ext cx="142757" cy="147325"/>
          </a:xfrm>
          <a:prstGeom prst="rect">
            <a:avLst/>
          </a:prstGeom>
        </p:spPr>
      </p:pic>
      <p:pic>
        <p:nvPicPr>
          <p:cNvPr id="113" name="object 113"/>
          <p:cNvPicPr/>
          <p:nvPr/>
        </p:nvPicPr>
        <p:blipFill>
          <a:blip r:embed="rId111" cstate="print"/>
          <a:stretch>
            <a:fillRect/>
          </a:stretch>
        </p:blipFill>
        <p:spPr>
          <a:xfrm>
            <a:off x="16066811" y="3302129"/>
            <a:ext cx="141699" cy="147854"/>
          </a:xfrm>
          <a:prstGeom prst="rect">
            <a:avLst/>
          </a:prstGeom>
        </p:spPr>
      </p:pic>
      <p:pic>
        <p:nvPicPr>
          <p:cNvPr id="114" name="object 114"/>
          <p:cNvPicPr/>
          <p:nvPr/>
        </p:nvPicPr>
        <p:blipFill>
          <a:blip r:embed="rId112" cstate="print"/>
          <a:stretch>
            <a:fillRect/>
          </a:stretch>
        </p:blipFill>
        <p:spPr>
          <a:xfrm>
            <a:off x="16649473" y="4170444"/>
            <a:ext cx="142757" cy="146797"/>
          </a:xfrm>
          <a:prstGeom prst="rect">
            <a:avLst/>
          </a:prstGeom>
        </p:spPr>
      </p:pic>
      <p:pic>
        <p:nvPicPr>
          <p:cNvPr id="115" name="object 115"/>
          <p:cNvPicPr/>
          <p:nvPr/>
        </p:nvPicPr>
        <p:blipFill>
          <a:blip r:embed="rId113" cstate="print"/>
          <a:stretch>
            <a:fillRect/>
          </a:stretch>
        </p:blipFill>
        <p:spPr>
          <a:xfrm>
            <a:off x="17516591" y="4752984"/>
            <a:ext cx="142757" cy="142253"/>
          </a:xfrm>
          <a:prstGeom prst="rect">
            <a:avLst/>
          </a:prstGeom>
        </p:spPr>
      </p:pic>
      <p:pic>
        <p:nvPicPr>
          <p:cNvPr id="116" name="object 116"/>
          <p:cNvPicPr/>
          <p:nvPr/>
        </p:nvPicPr>
        <p:blipFill>
          <a:blip r:embed="rId114" cstate="print"/>
          <a:stretch>
            <a:fillRect/>
          </a:stretch>
        </p:blipFill>
        <p:spPr>
          <a:xfrm>
            <a:off x="16360785" y="3885726"/>
            <a:ext cx="147251" cy="142358"/>
          </a:xfrm>
          <a:prstGeom prst="rect">
            <a:avLst/>
          </a:prstGeom>
        </p:spPr>
      </p:pic>
      <p:pic>
        <p:nvPicPr>
          <p:cNvPr id="117" name="object 117"/>
          <p:cNvPicPr/>
          <p:nvPr/>
        </p:nvPicPr>
        <p:blipFill>
          <a:blip r:embed="rId115" cstate="print"/>
          <a:stretch>
            <a:fillRect/>
          </a:stretch>
        </p:blipFill>
        <p:spPr>
          <a:xfrm>
            <a:off x="16933930" y="426420"/>
            <a:ext cx="144872" cy="142147"/>
          </a:xfrm>
          <a:prstGeom prst="rect">
            <a:avLst/>
          </a:prstGeom>
        </p:spPr>
      </p:pic>
      <p:pic>
        <p:nvPicPr>
          <p:cNvPr id="118" name="object 118"/>
          <p:cNvPicPr/>
          <p:nvPr/>
        </p:nvPicPr>
        <p:blipFill>
          <a:blip r:embed="rId116" cstate="print"/>
          <a:stretch>
            <a:fillRect/>
          </a:stretch>
        </p:blipFill>
        <p:spPr>
          <a:xfrm>
            <a:off x="16933930" y="4468478"/>
            <a:ext cx="142757" cy="142358"/>
          </a:xfrm>
          <a:prstGeom prst="rect">
            <a:avLst/>
          </a:prstGeom>
        </p:spPr>
      </p:pic>
      <p:pic>
        <p:nvPicPr>
          <p:cNvPr id="119" name="object 119"/>
          <p:cNvPicPr/>
          <p:nvPr/>
        </p:nvPicPr>
        <p:blipFill>
          <a:blip r:embed="rId117" cstate="print"/>
          <a:stretch>
            <a:fillRect/>
          </a:stretch>
        </p:blipFill>
        <p:spPr>
          <a:xfrm>
            <a:off x="17217330" y="126906"/>
            <a:ext cx="149102" cy="147960"/>
          </a:xfrm>
          <a:prstGeom prst="rect">
            <a:avLst/>
          </a:prstGeom>
        </p:spPr>
      </p:pic>
      <p:pic>
        <p:nvPicPr>
          <p:cNvPr id="120" name="object 120"/>
          <p:cNvPicPr/>
          <p:nvPr/>
        </p:nvPicPr>
        <p:blipFill>
          <a:blip r:embed="rId118" cstate="print"/>
          <a:stretch>
            <a:fillRect/>
          </a:stretch>
        </p:blipFill>
        <p:spPr>
          <a:xfrm>
            <a:off x="17217330" y="4752561"/>
            <a:ext cx="148044" cy="142464"/>
          </a:xfrm>
          <a:prstGeom prst="rect">
            <a:avLst/>
          </a:prstGeom>
        </p:spPr>
      </p:pic>
      <p:pic>
        <p:nvPicPr>
          <p:cNvPr id="121" name="object 121"/>
          <p:cNvPicPr/>
          <p:nvPr/>
        </p:nvPicPr>
        <p:blipFill>
          <a:blip r:embed="rId119" cstate="print"/>
          <a:stretch>
            <a:fillRect/>
          </a:stretch>
        </p:blipFill>
        <p:spPr>
          <a:xfrm>
            <a:off x="16065755" y="1283637"/>
            <a:ext cx="142906" cy="143204"/>
          </a:xfrm>
          <a:prstGeom prst="rect">
            <a:avLst/>
          </a:prstGeom>
        </p:spPr>
      </p:pic>
      <p:pic>
        <p:nvPicPr>
          <p:cNvPr id="122" name="object 122"/>
          <p:cNvPicPr/>
          <p:nvPr/>
        </p:nvPicPr>
        <p:blipFill>
          <a:blip r:embed="rId120" cstate="print"/>
          <a:stretch>
            <a:fillRect/>
          </a:stretch>
        </p:blipFill>
        <p:spPr>
          <a:xfrm>
            <a:off x="15782354" y="2444806"/>
            <a:ext cx="143814" cy="142781"/>
          </a:xfrm>
          <a:prstGeom prst="rect">
            <a:avLst/>
          </a:prstGeom>
        </p:spPr>
      </p:pic>
      <p:pic>
        <p:nvPicPr>
          <p:cNvPr id="123" name="object 123"/>
          <p:cNvPicPr/>
          <p:nvPr/>
        </p:nvPicPr>
        <p:blipFill>
          <a:blip r:embed="rId121" cstate="print"/>
          <a:stretch>
            <a:fillRect/>
          </a:stretch>
        </p:blipFill>
        <p:spPr>
          <a:xfrm>
            <a:off x="16065789" y="3600375"/>
            <a:ext cx="143614" cy="143204"/>
          </a:xfrm>
          <a:prstGeom prst="rect">
            <a:avLst/>
          </a:prstGeom>
        </p:spPr>
      </p:pic>
      <p:pic>
        <p:nvPicPr>
          <p:cNvPr id="124" name="object 124"/>
          <p:cNvPicPr/>
          <p:nvPr/>
        </p:nvPicPr>
        <p:blipFill>
          <a:blip r:embed="rId122" cstate="print"/>
          <a:stretch>
            <a:fillRect/>
          </a:stretch>
        </p:blipFill>
        <p:spPr>
          <a:xfrm>
            <a:off x="15781297" y="2734174"/>
            <a:ext cx="144872" cy="142253"/>
          </a:xfrm>
          <a:prstGeom prst="rect">
            <a:avLst/>
          </a:prstGeom>
        </p:spPr>
      </p:pic>
      <p:pic>
        <p:nvPicPr>
          <p:cNvPr id="125" name="object 125"/>
          <p:cNvPicPr/>
          <p:nvPr/>
        </p:nvPicPr>
        <p:blipFill>
          <a:blip r:embed="rId123" cstate="print"/>
          <a:stretch>
            <a:fillRect/>
          </a:stretch>
        </p:blipFill>
        <p:spPr>
          <a:xfrm>
            <a:off x="15780239" y="2150789"/>
            <a:ext cx="144872" cy="142675"/>
          </a:xfrm>
          <a:prstGeom prst="rect">
            <a:avLst/>
          </a:prstGeom>
        </p:spPr>
      </p:pic>
      <p:pic>
        <p:nvPicPr>
          <p:cNvPr id="126" name="object 126"/>
          <p:cNvPicPr/>
          <p:nvPr/>
        </p:nvPicPr>
        <p:blipFill>
          <a:blip r:embed="rId124" cstate="print"/>
          <a:stretch>
            <a:fillRect/>
          </a:stretch>
        </p:blipFill>
        <p:spPr>
          <a:xfrm>
            <a:off x="18088678" y="5041717"/>
            <a:ext cx="138527" cy="142253"/>
          </a:xfrm>
          <a:prstGeom prst="rect">
            <a:avLst/>
          </a:prstGeom>
        </p:spPr>
      </p:pic>
      <p:pic>
        <p:nvPicPr>
          <p:cNvPr id="127" name="object 127"/>
          <p:cNvPicPr/>
          <p:nvPr/>
        </p:nvPicPr>
        <p:blipFill>
          <a:blip r:embed="rId125" cstate="print"/>
          <a:stretch>
            <a:fillRect/>
          </a:stretch>
        </p:blipFill>
        <p:spPr>
          <a:xfrm>
            <a:off x="16649473" y="426420"/>
            <a:ext cx="142757" cy="142781"/>
          </a:xfrm>
          <a:prstGeom prst="rect">
            <a:avLst/>
          </a:prstGeom>
        </p:spPr>
      </p:pic>
      <p:pic>
        <p:nvPicPr>
          <p:cNvPr id="128" name="object 128"/>
          <p:cNvPicPr/>
          <p:nvPr/>
        </p:nvPicPr>
        <p:blipFill>
          <a:blip r:embed="rId126" cstate="print"/>
          <a:stretch>
            <a:fillRect/>
          </a:stretch>
        </p:blipFill>
        <p:spPr>
          <a:xfrm>
            <a:off x="17801049" y="5041400"/>
            <a:ext cx="143814" cy="142992"/>
          </a:xfrm>
          <a:prstGeom prst="rect">
            <a:avLst/>
          </a:prstGeom>
        </p:spPr>
      </p:pic>
      <p:pic>
        <p:nvPicPr>
          <p:cNvPr id="129" name="object 129"/>
          <p:cNvPicPr/>
          <p:nvPr/>
        </p:nvPicPr>
        <p:blipFill>
          <a:blip r:embed="rId127" cstate="print"/>
          <a:stretch>
            <a:fillRect/>
          </a:stretch>
        </p:blipFill>
        <p:spPr>
          <a:xfrm>
            <a:off x="16359728" y="710714"/>
            <a:ext cx="144872" cy="142464"/>
          </a:xfrm>
          <a:prstGeom prst="rect">
            <a:avLst/>
          </a:prstGeom>
        </p:spPr>
      </p:pic>
      <p:pic>
        <p:nvPicPr>
          <p:cNvPr id="130" name="object 130"/>
          <p:cNvPicPr/>
          <p:nvPr/>
        </p:nvPicPr>
        <p:blipFill>
          <a:blip r:embed="rId128" cstate="print"/>
          <a:stretch>
            <a:fillRect/>
          </a:stretch>
        </p:blipFill>
        <p:spPr>
          <a:xfrm>
            <a:off x="16359728" y="4174249"/>
            <a:ext cx="145929" cy="137918"/>
          </a:xfrm>
          <a:prstGeom prst="rect">
            <a:avLst/>
          </a:prstGeom>
        </p:spPr>
      </p:pic>
      <p:pic>
        <p:nvPicPr>
          <p:cNvPr id="131" name="object 131"/>
          <p:cNvPicPr/>
          <p:nvPr/>
        </p:nvPicPr>
        <p:blipFill>
          <a:blip r:embed="rId129" cstate="print"/>
          <a:stretch>
            <a:fillRect/>
          </a:stretch>
        </p:blipFill>
        <p:spPr>
          <a:xfrm>
            <a:off x="16649341" y="4468266"/>
            <a:ext cx="142889" cy="142253"/>
          </a:xfrm>
          <a:prstGeom prst="rect">
            <a:avLst/>
          </a:prstGeom>
        </p:spPr>
      </p:pic>
      <p:pic>
        <p:nvPicPr>
          <p:cNvPr id="132" name="object 132"/>
          <p:cNvPicPr/>
          <p:nvPr/>
        </p:nvPicPr>
        <p:blipFill>
          <a:blip r:embed="rId130" cstate="print"/>
          <a:stretch>
            <a:fillRect/>
          </a:stretch>
        </p:blipFill>
        <p:spPr>
          <a:xfrm>
            <a:off x="15781297" y="1866705"/>
            <a:ext cx="143021" cy="142041"/>
          </a:xfrm>
          <a:prstGeom prst="rect">
            <a:avLst/>
          </a:prstGeom>
        </p:spPr>
      </p:pic>
      <p:pic>
        <p:nvPicPr>
          <p:cNvPr id="133" name="object 133"/>
          <p:cNvPicPr/>
          <p:nvPr/>
        </p:nvPicPr>
        <p:blipFill>
          <a:blip r:embed="rId131" cstate="print"/>
          <a:stretch>
            <a:fillRect/>
          </a:stretch>
        </p:blipFill>
        <p:spPr>
          <a:xfrm>
            <a:off x="15781297" y="3018258"/>
            <a:ext cx="143814" cy="142358"/>
          </a:xfrm>
          <a:prstGeom prst="rect">
            <a:avLst/>
          </a:prstGeom>
        </p:spPr>
      </p:pic>
      <p:pic>
        <p:nvPicPr>
          <p:cNvPr id="134" name="object 134"/>
          <p:cNvPicPr/>
          <p:nvPr/>
        </p:nvPicPr>
        <p:blipFill>
          <a:blip r:embed="rId132" cstate="print"/>
          <a:stretch>
            <a:fillRect/>
          </a:stretch>
        </p:blipFill>
        <p:spPr>
          <a:xfrm>
            <a:off x="16933930" y="131662"/>
            <a:ext cx="142757" cy="138131"/>
          </a:xfrm>
          <a:prstGeom prst="rect">
            <a:avLst/>
          </a:prstGeom>
        </p:spPr>
      </p:pic>
      <p:pic>
        <p:nvPicPr>
          <p:cNvPr id="135" name="object 135"/>
          <p:cNvPicPr/>
          <p:nvPr/>
        </p:nvPicPr>
        <p:blipFill>
          <a:blip r:embed="rId133" cstate="print"/>
          <a:stretch>
            <a:fillRect/>
          </a:stretch>
        </p:blipFill>
        <p:spPr>
          <a:xfrm>
            <a:off x="16066151" y="3885726"/>
            <a:ext cx="142360" cy="142464"/>
          </a:xfrm>
          <a:prstGeom prst="rect">
            <a:avLst/>
          </a:prstGeom>
        </p:spPr>
      </p:pic>
      <p:pic>
        <p:nvPicPr>
          <p:cNvPr id="136" name="object 136"/>
          <p:cNvPicPr/>
          <p:nvPr/>
        </p:nvPicPr>
        <p:blipFill>
          <a:blip r:embed="rId134" cstate="print"/>
          <a:stretch>
            <a:fillRect/>
          </a:stretch>
        </p:blipFill>
        <p:spPr>
          <a:xfrm>
            <a:off x="16934459" y="4753195"/>
            <a:ext cx="142228" cy="142041"/>
          </a:xfrm>
          <a:prstGeom prst="rect">
            <a:avLst/>
          </a:prstGeom>
        </p:spPr>
      </p:pic>
      <p:pic>
        <p:nvPicPr>
          <p:cNvPr id="137" name="object 137"/>
          <p:cNvPicPr/>
          <p:nvPr/>
        </p:nvPicPr>
        <p:blipFill>
          <a:blip r:embed="rId135" cstate="print"/>
          <a:stretch>
            <a:fillRect/>
          </a:stretch>
        </p:blipFill>
        <p:spPr>
          <a:xfrm>
            <a:off x="17516591" y="5041717"/>
            <a:ext cx="142889" cy="142253"/>
          </a:xfrm>
          <a:prstGeom prst="rect">
            <a:avLst/>
          </a:prstGeom>
        </p:spPr>
      </p:pic>
      <p:pic>
        <p:nvPicPr>
          <p:cNvPr id="138" name="object 138"/>
          <p:cNvPicPr/>
          <p:nvPr/>
        </p:nvPicPr>
        <p:blipFill>
          <a:blip r:embed="rId136" cstate="print"/>
          <a:stretch>
            <a:fillRect/>
          </a:stretch>
        </p:blipFill>
        <p:spPr>
          <a:xfrm>
            <a:off x="16062582" y="999765"/>
            <a:ext cx="146194" cy="142464"/>
          </a:xfrm>
          <a:prstGeom prst="rect">
            <a:avLst/>
          </a:prstGeom>
        </p:spPr>
      </p:pic>
      <p:pic>
        <p:nvPicPr>
          <p:cNvPr id="139" name="object 139"/>
          <p:cNvPicPr/>
          <p:nvPr/>
        </p:nvPicPr>
        <p:blipFill>
          <a:blip r:embed="rId137" cstate="print"/>
          <a:stretch>
            <a:fillRect/>
          </a:stretch>
        </p:blipFill>
        <p:spPr>
          <a:xfrm>
            <a:off x="15782354" y="1581988"/>
            <a:ext cx="139584" cy="138131"/>
          </a:xfrm>
          <a:prstGeom prst="rect">
            <a:avLst/>
          </a:prstGeom>
        </p:spPr>
      </p:pic>
      <p:pic>
        <p:nvPicPr>
          <p:cNvPr id="140" name="object 140"/>
          <p:cNvPicPr/>
          <p:nvPr/>
        </p:nvPicPr>
        <p:blipFill>
          <a:blip r:embed="rId138" cstate="print"/>
          <a:stretch>
            <a:fillRect/>
          </a:stretch>
        </p:blipFill>
        <p:spPr>
          <a:xfrm>
            <a:off x="15782354" y="3307414"/>
            <a:ext cx="140642" cy="138025"/>
          </a:xfrm>
          <a:prstGeom prst="rect">
            <a:avLst/>
          </a:prstGeom>
        </p:spPr>
      </p:pic>
      <p:pic>
        <p:nvPicPr>
          <p:cNvPr id="141" name="object 141"/>
          <p:cNvPicPr/>
          <p:nvPr/>
        </p:nvPicPr>
        <p:blipFill>
          <a:blip r:embed="rId139" cstate="print"/>
          <a:stretch>
            <a:fillRect/>
          </a:stretch>
        </p:blipFill>
        <p:spPr>
          <a:xfrm>
            <a:off x="17226847" y="5046790"/>
            <a:ext cx="130067" cy="128513"/>
          </a:xfrm>
          <a:prstGeom prst="rect">
            <a:avLst/>
          </a:prstGeom>
        </p:spPr>
      </p:pic>
      <p:pic>
        <p:nvPicPr>
          <p:cNvPr id="142" name="object 142"/>
          <p:cNvPicPr/>
          <p:nvPr/>
        </p:nvPicPr>
        <p:blipFill>
          <a:blip r:embed="rId140" cstate="print"/>
          <a:stretch>
            <a:fillRect/>
          </a:stretch>
        </p:blipFill>
        <p:spPr>
          <a:xfrm>
            <a:off x="15787642" y="1288393"/>
            <a:ext cx="126895" cy="133164"/>
          </a:xfrm>
          <a:prstGeom prst="rect">
            <a:avLst/>
          </a:prstGeom>
        </p:spPr>
      </p:pic>
      <p:pic>
        <p:nvPicPr>
          <p:cNvPr id="143" name="object 143"/>
          <p:cNvPicPr/>
          <p:nvPr/>
        </p:nvPicPr>
        <p:blipFill>
          <a:blip r:embed="rId141" cstate="print"/>
          <a:stretch>
            <a:fillRect/>
          </a:stretch>
        </p:blipFill>
        <p:spPr>
          <a:xfrm>
            <a:off x="16370303" y="430858"/>
            <a:ext cx="129010" cy="133164"/>
          </a:xfrm>
          <a:prstGeom prst="rect">
            <a:avLst/>
          </a:prstGeom>
        </p:spPr>
      </p:pic>
      <p:pic>
        <p:nvPicPr>
          <p:cNvPr id="144" name="object 144"/>
          <p:cNvPicPr/>
          <p:nvPr/>
        </p:nvPicPr>
        <p:blipFill>
          <a:blip r:embed="rId142" cstate="print"/>
          <a:stretch>
            <a:fillRect/>
          </a:stretch>
        </p:blipFill>
        <p:spPr>
          <a:xfrm>
            <a:off x="16652645" y="137475"/>
            <a:ext cx="130067" cy="127668"/>
          </a:xfrm>
          <a:prstGeom prst="rect">
            <a:avLst/>
          </a:prstGeom>
        </p:spPr>
      </p:pic>
      <p:pic>
        <p:nvPicPr>
          <p:cNvPr id="145" name="object 145"/>
          <p:cNvPicPr/>
          <p:nvPr/>
        </p:nvPicPr>
        <p:blipFill>
          <a:blip r:embed="rId143" cstate="print"/>
          <a:stretch>
            <a:fillRect/>
          </a:stretch>
        </p:blipFill>
        <p:spPr>
          <a:xfrm>
            <a:off x="15784470" y="3606716"/>
            <a:ext cx="133240" cy="127668"/>
          </a:xfrm>
          <a:prstGeom prst="rect">
            <a:avLst/>
          </a:prstGeom>
        </p:spPr>
      </p:pic>
      <p:pic>
        <p:nvPicPr>
          <p:cNvPr id="146" name="object 146"/>
          <p:cNvPicPr/>
          <p:nvPr/>
        </p:nvPicPr>
        <p:blipFill>
          <a:blip r:embed="rId144" cstate="print"/>
          <a:stretch>
            <a:fillRect/>
          </a:stretch>
        </p:blipFill>
        <p:spPr>
          <a:xfrm>
            <a:off x="16076328" y="720226"/>
            <a:ext cx="126895" cy="128302"/>
          </a:xfrm>
          <a:prstGeom prst="rect">
            <a:avLst/>
          </a:prstGeom>
        </p:spPr>
      </p:pic>
      <p:pic>
        <p:nvPicPr>
          <p:cNvPr id="147" name="object 147"/>
          <p:cNvPicPr/>
          <p:nvPr/>
        </p:nvPicPr>
        <p:blipFill>
          <a:blip r:embed="rId145" cstate="print"/>
          <a:stretch>
            <a:fillRect/>
          </a:stretch>
        </p:blipFill>
        <p:spPr>
          <a:xfrm>
            <a:off x="16369774" y="4478201"/>
            <a:ext cx="130596" cy="123018"/>
          </a:xfrm>
          <a:prstGeom prst="rect">
            <a:avLst/>
          </a:prstGeom>
        </p:spPr>
      </p:pic>
      <p:pic>
        <p:nvPicPr>
          <p:cNvPr id="148" name="object 148"/>
          <p:cNvPicPr/>
          <p:nvPr/>
        </p:nvPicPr>
        <p:blipFill>
          <a:blip r:embed="rId146" cstate="print"/>
          <a:stretch>
            <a:fillRect/>
          </a:stretch>
        </p:blipFill>
        <p:spPr>
          <a:xfrm>
            <a:off x="16076330" y="4179004"/>
            <a:ext cx="123723" cy="128619"/>
          </a:xfrm>
          <a:prstGeom prst="rect">
            <a:avLst/>
          </a:prstGeom>
        </p:spPr>
      </p:pic>
      <p:pic>
        <p:nvPicPr>
          <p:cNvPr id="149" name="object 149"/>
          <p:cNvPicPr/>
          <p:nvPr/>
        </p:nvPicPr>
        <p:blipFill>
          <a:blip r:embed="rId147" cstate="print"/>
          <a:stretch>
            <a:fillRect/>
          </a:stretch>
        </p:blipFill>
        <p:spPr>
          <a:xfrm>
            <a:off x="16653702" y="4762496"/>
            <a:ext cx="129010" cy="128196"/>
          </a:xfrm>
          <a:prstGeom prst="rect">
            <a:avLst/>
          </a:prstGeom>
        </p:spPr>
      </p:pic>
      <p:pic>
        <p:nvPicPr>
          <p:cNvPr id="150" name="object 150"/>
          <p:cNvPicPr/>
          <p:nvPr/>
        </p:nvPicPr>
        <p:blipFill>
          <a:blip r:embed="rId148" cstate="print"/>
          <a:stretch>
            <a:fillRect/>
          </a:stretch>
        </p:blipFill>
        <p:spPr>
          <a:xfrm>
            <a:off x="18093965" y="5334890"/>
            <a:ext cx="129291" cy="123758"/>
          </a:xfrm>
          <a:prstGeom prst="rect">
            <a:avLst/>
          </a:prstGeom>
        </p:spPr>
      </p:pic>
      <p:pic>
        <p:nvPicPr>
          <p:cNvPr id="151" name="object 151"/>
          <p:cNvPicPr/>
          <p:nvPr/>
        </p:nvPicPr>
        <p:blipFill>
          <a:blip r:embed="rId149" cstate="print"/>
          <a:stretch>
            <a:fillRect/>
          </a:stretch>
        </p:blipFill>
        <p:spPr>
          <a:xfrm>
            <a:off x="15503185" y="2454424"/>
            <a:ext cx="127952" cy="127985"/>
          </a:xfrm>
          <a:prstGeom prst="rect">
            <a:avLst/>
          </a:prstGeom>
        </p:spPr>
      </p:pic>
      <p:pic>
        <p:nvPicPr>
          <p:cNvPr id="152" name="object 152"/>
          <p:cNvPicPr/>
          <p:nvPr/>
        </p:nvPicPr>
        <p:blipFill>
          <a:blip r:embed="rId150" cstate="print"/>
          <a:stretch>
            <a:fillRect/>
          </a:stretch>
        </p:blipFill>
        <p:spPr>
          <a:xfrm>
            <a:off x="15503185" y="2743474"/>
            <a:ext cx="123723" cy="122912"/>
          </a:xfrm>
          <a:prstGeom prst="rect">
            <a:avLst/>
          </a:prstGeom>
        </p:spPr>
      </p:pic>
      <p:pic>
        <p:nvPicPr>
          <p:cNvPr id="153" name="object 153"/>
          <p:cNvPicPr/>
          <p:nvPr/>
        </p:nvPicPr>
        <p:blipFill>
          <a:blip r:embed="rId151" cstate="print"/>
          <a:stretch>
            <a:fillRect/>
          </a:stretch>
        </p:blipFill>
        <p:spPr>
          <a:xfrm>
            <a:off x="15502128" y="2160723"/>
            <a:ext cx="123723" cy="123018"/>
          </a:xfrm>
          <a:prstGeom prst="rect">
            <a:avLst/>
          </a:prstGeom>
        </p:spPr>
      </p:pic>
      <p:pic>
        <p:nvPicPr>
          <p:cNvPr id="154" name="object 154"/>
          <p:cNvPicPr/>
          <p:nvPr/>
        </p:nvPicPr>
        <p:blipFill>
          <a:blip r:embed="rId152" cstate="print"/>
          <a:stretch>
            <a:fillRect/>
          </a:stretch>
        </p:blipFill>
        <p:spPr>
          <a:xfrm>
            <a:off x="17810565" y="5335629"/>
            <a:ext cx="123723" cy="123018"/>
          </a:xfrm>
          <a:prstGeom prst="rect">
            <a:avLst/>
          </a:prstGeom>
        </p:spPr>
      </p:pic>
      <p:pic>
        <p:nvPicPr>
          <p:cNvPr id="155" name="object 155"/>
          <p:cNvPicPr/>
          <p:nvPr/>
        </p:nvPicPr>
        <p:blipFill>
          <a:blip r:embed="rId153" cstate="print"/>
          <a:stretch>
            <a:fillRect/>
          </a:stretch>
        </p:blipFill>
        <p:spPr>
          <a:xfrm>
            <a:off x="16943447" y="5046684"/>
            <a:ext cx="123723" cy="127562"/>
          </a:xfrm>
          <a:prstGeom prst="rect">
            <a:avLst/>
          </a:prstGeom>
        </p:spPr>
      </p:pic>
      <p:pic>
        <p:nvPicPr>
          <p:cNvPr id="156" name="object 156"/>
          <p:cNvPicPr/>
          <p:nvPr/>
        </p:nvPicPr>
        <p:blipFill>
          <a:blip r:embed="rId154" cstate="print"/>
          <a:stretch>
            <a:fillRect/>
          </a:stretch>
        </p:blipFill>
        <p:spPr>
          <a:xfrm>
            <a:off x="15501070" y="3027769"/>
            <a:ext cx="124780" cy="122912"/>
          </a:xfrm>
          <a:prstGeom prst="rect">
            <a:avLst/>
          </a:prstGeom>
        </p:spPr>
      </p:pic>
      <p:pic>
        <p:nvPicPr>
          <p:cNvPr id="157" name="object 157"/>
          <p:cNvPicPr/>
          <p:nvPr/>
        </p:nvPicPr>
        <p:blipFill>
          <a:blip r:embed="rId155" cstate="print"/>
          <a:stretch>
            <a:fillRect/>
          </a:stretch>
        </p:blipFill>
        <p:spPr>
          <a:xfrm>
            <a:off x="15503185" y="1876851"/>
            <a:ext cx="123723" cy="122701"/>
          </a:xfrm>
          <a:prstGeom prst="rect">
            <a:avLst/>
          </a:prstGeom>
        </p:spPr>
      </p:pic>
      <p:pic>
        <p:nvPicPr>
          <p:cNvPr id="158" name="object 158"/>
          <p:cNvPicPr/>
          <p:nvPr/>
        </p:nvPicPr>
        <p:blipFill>
          <a:blip r:embed="rId156" cstate="print"/>
          <a:stretch>
            <a:fillRect/>
          </a:stretch>
        </p:blipFill>
        <p:spPr>
          <a:xfrm>
            <a:off x="15789757" y="1004732"/>
            <a:ext cx="127952" cy="127879"/>
          </a:xfrm>
          <a:prstGeom prst="rect">
            <a:avLst/>
          </a:prstGeom>
        </p:spPr>
      </p:pic>
      <p:pic>
        <p:nvPicPr>
          <p:cNvPr id="159" name="object 159"/>
          <p:cNvPicPr/>
          <p:nvPr/>
        </p:nvPicPr>
        <p:blipFill>
          <a:blip r:embed="rId157" cstate="print"/>
          <a:stretch>
            <a:fillRect/>
          </a:stretch>
        </p:blipFill>
        <p:spPr>
          <a:xfrm>
            <a:off x="15791871" y="3895555"/>
            <a:ext cx="123723" cy="122583"/>
          </a:xfrm>
          <a:prstGeom prst="rect">
            <a:avLst/>
          </a:prstGeom>
        </p:spPr>
      </p:pic>
      <p:pic>
        <p:nvPicPr>
          <p:cNvPr id="160" name="object 160"/>
          <p:cNvPicPr/>
          <p:nvPr/>
        </p:nvPicPr>
        <p:blipFill>
          <a:blip r:embed="rId158" cstate="print"/>
          <a:stretch>
            <a:fillRect/>
          </a:stretch>
        </p:blipFill>
        <p:spPr>
          <a:xfrm>
            <a:off x="15503185" y="1587061"/>
            <a:ext cx="123723" cy="123018"/>
          </a:xfrm>
          <a:prstGeom prst="rect">
            <a:avLst/>
          </a:prstGeom>
        </p:spPr>
      </p:pic>
      <p:pic>
        <p:nvPicPr>
          <p:cNvPr id="161" name="object 161"/>
          <p:cNvPicPr/>
          <p:nvPr/>
        </p:nvPicPr>
        <p:blipFill>
          <a:blip r:embed="rId159" cstate="print"/>
          <a:stretch>
            <a:fillRect/>
          </a:stretch>
        </p:blipFill>
        <p:spPr>
          <a:xfrm>
            <a:off x="17525051" y="5335312"/>
            <a:ext cx="124780" cy="123229"/>
          </a:xfrm>
          <a:prstGeom prst="rect">
            <a:avLst/>
          </a:prstGeom>
        </p:spPr>
      </p:pic>
      <p:pic>
        <p:nvPicPr>
          <p:cNvPr id="162" name="object 162"/>
          <p:cNvPicPr/>
          <p:nvPr/>
        </p:nvPicPr>
        <p:blipFill>
          <a:blip r:embed="rId160" cstate="print"/>
          <a:stretch>
            <a:fillRect/>
          </a:stretch>
        </p:blipFill>
        <p:spPr>
          <a:xfrm>
            <a:off x="15501070" y="3311430"/>
            <a:ext cx="124780" cy="128830"/>
          </a:xfrm>
          <a:prstGeom prst="rect">
            <a:avLst/>
          </a:prstGeom>
        </p:spPr>
      </p:pic>
      <p:pic>
        <p:nvPicPr>
          <p:cNvPr id="163" name="object 163"/>
          <p:cNvPicPr/>
          <p:nvPr/>
        </p:nvPicPr>
        <p:blipFill>
          <a:blip r:embed="rId161" cstate="print"/>
          <a:stretch>
            <a:fillRect/>
          </a:stretch>
        </p:blipFill>
        <p:spPr>
          <a:xfrm>
            <a:off x="16075271" y="436037"/>
            <a:ext cx="124780" cy="122806"/>
          </a:xfrm>
          <a:prstGeom prst="rect">
            <a:avLst/>
          </a:prstGeom>
        </p:spPr>
      </p:pic>
      <p:pic>
        <p:nvPicPr>
          <p:cNvPr id="164" name="object 164"/>
          <p:cNvPicPr/>
          <p:nvPr/>
        </p:nvPicPr>
        <p:blipFill>
          <a:blip r:embed="rId162" cstate="print"/>
          <a:stretch>
            <a:fillRect/>
          </a:stretch>
        </p:blipFill>
        <p:spPr>
          <a:xfrm>
            <a:off x="16075271" y="4477884"/>
            <a:ext cx="124780" cy="123440"/>
          </a:xfrm>
          <a:prstGeom prst="rect">
            <a:avLst/>
          </a:prstGeom>
        </p:spPr>
      </p:pic>
      <p:pic>
        <p:nvPicPr>
          <p:cNvPr id="165" name="object 165"/>
          <p:cNvPicPr/>
          <p:nvPr/>
        </p:nvPicPr>
        <p:blipFill>
          <a:blip r:embed="rId163" cstate="print"/>
          <a:stretch>
            <a:fillRect/>
          </a:stretch>
        </p:blipFill>
        <p:spPr>
          <a:xfrm>
            <a:off x="16374533" y="4762601"/>
            <a:ext cx="119493" cy="123440"/>
          </a:xfrm>
          <a:prstGeom prst="rect">
            <a:avLst/>
          </a:prstGeom>
        </p:spPr>
      </p:pic>
      <p:pic>
        <p:nvPicPr>
          <p:cNvPr id="166" name="object 166"/>
          <p:cNvPicPr/>
          <p:nvPr/>
        </p:nvPicPr>
        <p:blipFill>
          <a:blip r:embed="rId164" cstate="print"/>
          <a:stretch>
            <a:fillRect/>
          </a:stretch>
        </p:blipFill>
        <p:spPr>
          <a:xfrm>
            <a:off x="16375591" y="141913"/>
            <a:ext cx="118435" cy="118368"/>
          </a:xfrm>
          <a:prstGeom prst="rect">
            <a:avLst/>
          </a:prstGeom>
        </p:spPr>
      </p:pic>
      <p:pic>
        <p:nvPicPr>
          <p:cNvPr id="167" name="object 167"/>
          <p:cNvPicPr/>
          <p:nvPr/>
        </p:nvPicPr>
        <p:blipFill>
          <a:blip r:embed="rId165" cstate="print"/>
          <a:stretch>
            <a:fillRect/>
          </a:stretch>
        </p:blipFill>
        <p:spPr>
          <a:xfrm>
            <a:off x="15502788" y="1293466"/>
            <a:ext cx="123062" cy="122595"/>
          </a:xfrm>
          <a:prstGeom prst="rect">
            <a:avLst/>
          </a:prstGeom>
        </p:spPr>
      </p:pic>
      <p:pic>
        <p:nvPicPr>
          <p:cNvPr id="168" name="object 168"/>
          <p:cNvPicPr/>
          <p:nvPr/>
        </p:nvPicPr>
        <p:blipFill>
          <a:blip r:embed="rId166" cstate="print"/>
          <a:stretch>
            <a:fillRect/>
          </a:stretch>
        </p:blipFill>
        <p:spPr>
          <a:xfrm>
            <a:off x="15791871" y="720015"/>
            <a:ext cx="122929" cy="123018"/>
          </a:xfrm>
          <a:prstGeom prst="rect">
            <a:avLst/>
          </a:prstGeom>
        </p:spPr>
      </p:pic>
      <p:pic>
        <p:nvPicPr>
          <p:cNvPr id="169" name="object 169"/>
          <p:cNvPicPr/>
          <p:nvPr/>
        </p:nvPicPr>
        <p:blipFill>
          <a:blip r:embed="rId167" cstate="print"/>
          <a:stretch>
            <a:fillRect/>
          </a:stretch>
        </p:blipFill>
        <p:spPr>
          <a:xfrm>
            <a:off x="15501070" y="3611155"/>
            <a:ext cx="125837" cy="122806"/>
          </a:xfrm>
          <a:prstGeom prst="rect">
            <a:avLst/>
          </a:prstGeom>
        </p:spPr>
      </p:pic>
      <p:pic>
        <p:nvPicPr>
          <p:cNvPr id="170" name="object 170"/>
          <p:cNvPicPr/>
          <p:nvPr/>
        </p:nvPicPr>
        <p:blipFill>
          <a:blip r:embed="rId168" cstate="print"/>
          <a:stretch>
            <a:fillRect/>
          </a:stretch>
        </p:blipFill>
        <p:spPr>
          <a:xfrm>
            <a:off x="17232746" y="5335946"/>
            <a:ext cx="117824" cy="122278"/>
          </a:xfrm>
          <a:prstGeom prst="rect">
            <a:avLst/>
          </a:prstGeom>
        </p:spPr>
      </p:pic>
      <p:pic>
        <p:nvPicPr>
          <p:cNvPr id="171" name="object 171"/>
          <p:cNvPicPr/>
          <p:nvPr/>
        </p:nvPicPr>
        <p:blipFill>
          <a:blip r:embed="rId169" cstate="print"/>
          <a:stretch>
            <a:fillRect/>
          </a:stretch>
        </p:blipFill>
        <p:spPr>
          <a:xfrm>
            <a:off x="16658990" y="5051229"/>
            <a:ext cx="124780" cy="118156"/>
          </a:xfrm>
          <a:prstGeom prst="rect">
            <a:avLst/>
          </a:prstGeom>
        </p:spPr>
      </p:pic>
      <p:pic>
        <p:nvPicPr>
          <p:cNvPr id="172" name="object 172"/>
          <p:cNvPicPr/>
          <p:nvPr/>
        </p:nvPicPr>
        <p:blipFill>
          <a:blip r:embed="rId170" cstate="print"/>
          <a:stretch>
            <a:fillRect/>
          </a:stretch>
        </p:blipFill>
        <p:spPr>
          <a:xfrm>
            <a:off x="15791871" y="4184394"/>
            <a:ext cx="124780" cy="117945"/>
          </a:xfrm>
          <a:prstGeom prst="rect">
            <a:avLst/>
          </a:prstGeom>
        </p:spPr>
      </p:pic>
      <p:pic>
        <p:nvPicPr>
          <p:cNvPr id="173" name="object 173"/>
          <p:cNvPicPr/>
          <p:nvPr/>
        </p:nvPicPr>
        <p:blipFill>
          <a:blip r:embed="rId171" cstate="print"/>
          <a:stretch>
            <a:fillRect/>
          </a:stretch>
        </p:blipFill>
        <p:spPr>
          <a:xfrm>
            <a:off x="18098196" y="5634403"/>
            <a:ext cx="119707" cy="117839"/>
          </a:xfrm>
          <a:prstGeom prst="rect">
            <a:avLst/>
          </a:prstGeom>
        </p:spPr>
      </p:pic>
      <p:pic>
        <p:nvPicPr>
          <p:cNvPr id="174" name="object 174"/>
          <p:cNvPicPr/>
          <p:nvPr/>
        </p:nvPicPr>
        <p:blipFill>
          <a:blip r:embed="rId172" cstate="print"/>
          <a:stretch>
            <a:fillRect/>
          </a:stretch>
        </p:blipFill>
        <p:spPr>
          <a:xfrm>
            <a:off x="15207096" y="2458968"/>
            <a:ext cx="126895" cy="118790"/>
          </a:xfrm>
          <a:prstGeom prst="rect">
            <a:avLst/>
          </a:prstGeom>
        </p:spPr>
      </p:pic>
      <p:pic>
        <p:nvPicPr>
          <p:cNvPr id="175" name="object 175"/>
          <p:cNvPicPr/>
          <p:nvPr/>
        </p:nvPicPr>
        <p:blipFill>
          <a:blip r:embed="rId173" cstate="print"/>
          <a:stretch>
            <a:fillRect/>
          </a:stretch>
        </p:blipFill>
        <p:spPr>
          <a:xfrm>
            <a:off x="15209211" y="2743474"/>
            <a:ext cx="125837" cy="118579"/>
          </a:xfrm>
          <a:prstGeom prst="rect">
            <a:avLst/>
          </a:prstGeom>
        </p:spPr>
      </p:pic>
      <p:pic>
        <p:nvPicPr>
          <p:cNvPr id="176" name="object 176"/>
          <p:cNvPicPr/>
          <p:nvPr/>
        </p:nvPicPr>
        <p:blipFill>
          <a:blip r:embed="rId174" cstate="print"/>
          <a:stretch>
            <a:fillRect/>
          </a:stretch>
        </p:blipFill>
        <p:spPr>
          <a:xfrm>
            <a:off x="15209211" y="2160934"/>
            <a:ext cx="124780" cy="123546"/>
          </a:xfrm>
          <a:prstGeom prst="rect">
            <a:avLst/>
          </a:prstGeom>
        </p:spPr>
      </p:pic>
      <p:pic>
        <p:nvPicPr>
          <p:cNvPr id="177" name="object 177"/>
          <p:cNvPicPr/>
          <p:nvPr/>
        </p:nvPicPr>
        <p:blipFill>
          <a:blip r:embed="rId175" cstate="print"/>
          <a:stretch>
            <a:fillRect/>
          </a:stretch>
        </p:blipFill>
        <p:spPr>
          <a:xfrm>
            <a:off x="15507414" y="1009594"/>
            <a:ext cx="120550" cy="117628"/>
          </a:xfrm>
          <a:prstGeom prst="rect">
            <a:avLst/>
          </a:prstGeom>
        </p:spPr>
      </p:pic>
      <p:pic>
        <p:nvPicPr>
          <p:cNvPr id="178" name="object 178"/>
          <p:cNvPicPr/>
          <p:nvPr/>
        </p:nvPicPr>
        <p:blipFill>
          <a:blip r:embed="rId176" cstate="print"/>
          <a:stretch>
            <a:fillRect/>
          </a:stretch>
        </p:blipFill>
        <p:spPr>
          <a:xfrm>
            <a:off x="17816910" y="5634826"/>
            <a:ext cx="118402" cy="118368"/>
          </a:xfrm>
          <a:prstGeom prst="rect">
            <a:avLst/>
          </a:prstGeom>
        </p:spPr>
      </p:pic>
      <p:pic>
        <p:nvPicPr>
          <p:cNvPr id="179" name="object 179"/>
          <p:cNvPicPr/>
          <p:nvPr/>
        </p:nvPicPr>
        <p:blipFill>
          <a:blip r:embed="rId177" cstate="print"/>
          <a:stretch>
            <a:fillRect/>
          </a:stretch>
        </p:blipFill>
        <p:spPr>
          <a:xfrm>
            <a:off x="15508208" y="3899994"/>
            <a:ext cx="118700" cy="117945"/>
          </a:xfrm>
          <a:prstGeom prst="rect">
            <a:avLst/>
          </a:prstGeom>
        </p:spPr>
      </p:pic>
      <p:pic>
        <p:nvPicPr>
          <p:cNvPr id="180" name="object 180"/>
          <p:cNvPicPr/>
          <p:nvPr/>
        </p:nvPicPr>
        <p:blipFill>
          <a:blip r:embed="rId178" cstate="print"/>
          <a:stretch>
            <a:fillRect/>
          </a:stretch>
        </p:blipFill>
        <p:spPr>
          <a:xfrm>
            <a:off x="15211325" y="1876217"/>
            <a:ext cx="116320" cy="118368"/>
          </a:xfrm>
          <a:prstGeom prst="rect">
            <a:avLst/>
          </a:prstGeom>
        </p:spPr>
      </p:pic>
      <p:pic>
        <p:nvPicPr>
          <p:cNvPr id="181" name="object 181"/>
          <p:cNvPicPr/>
          <p:nvPr/>
        </p:nvPicPr>
        <p:blipFill>
          <a:blip r:embed="rId179" cstate="print"/>
          <a:stretch>
            <a:fillRect/>
          </a:stretch>
        </p:blipFill>
        <p:spPr>
          <a:xfrm>
            <a:off x="15211325" y="3033159"/>
            <a:ext cx="115263" cy="113083"/>
          </a:xfrm>
          <a:prstGeom prst="rect">
            <a:avLst/>
          </a:prstGeom>
        </p:spPr>
      </p:pic>
      <p:pic>
        <p:nvPicPr>
          <p:cNvPr id="182" name="object 182"/>
          <p:cNvPicPr/>
          <p:nvPr/>
        </p:nvPicPr>
        <p:blipFill>
          <a:blip r:embed="rId180" cstate="print"/>
          <a:stretch>
            <a:fillRect/>
          </a:stretch>
        </p:blipFill>
        <p:spPr>
          <a:xfrm>
            <a:off x="16948553" y="5340280"/>
            <a:ext cx="114387" cy="113295"/>
          </a:xfrm>
          <a:prstGeom prst="rect">
            <a:avLst/>
          </a:prstGeom>
        </p:spPr>
      </p:pic>
      <p:pic>
        <p:nvPicPr>
          <p:cNvPr id="183" name="object 183"/>
          <p:cNvPicPr/>
          <p:nvPr/>
        </p:nvPicPr>
        <p:blipFill>
          <a:blip r:embed="rId181" cstate="print"/>
          <a:stretch>
            <a:fillRect/>
          </a:stretch>
        </p:blipFill>
        <p:spPr>
          <a:xfrm>
            <a:off x="16080559" y="146986"/>
            <a:ext cx="115263" cy="108644"/>
          </a:xfrm>
          <a:prstGeom prst="rect">
            <a:avLst/>
          </a:prstGeom>
        </p:spPr>
      </p:pic>
      <p:pic>
        <p:nvPicPr>
          <p:cNvPr id="184" name="object 184"/>
          <p:cNvPicPr/>
          <p:nvPr/>
        </p:nvPicPr>
        <p:blipFill>
          <a:blip r:embed="rId182" cstate="print"/>
          <a:stretch>
            <a:fillRect/>
          </a:stretch>
        </p:blipFill>
        <p:spPr>
          <a:xfrm>
            <a:off x="15795045" y="446077"/>
            <a:ext cx="112090" cy="103149"/>
          </a:xfrm>
          <a:prstGeom prst="rect">
            <a:avLst/>
          </a:prstGeom>
        </p:spPr>
      </p:pic>
      <p:pic>
        <p:nvPicPr>
          <p:cNvPr id="185" name="object 185"/>
          <p:cNvPicPr/>
          <p:nvPr/>
        </p:nvPicPr>
        <p:blipFill>
          <a:blip r:embed="rId183" cstate="print"/>
          <a:stretch>
            <a:fillRect/>
          </a:stretch>
        </p:blipFill>
        <p:spPr>
          <a:xfrm>
            <a:off x="16085846" y="4771902"/>
            <a:ext cx="103631" cy="109067"/>
          </a:xfrm>
          <a:prstGeom prst="rect">
            <a:avLst/>
          </a:prstGeom>
        </p:spPr>
      </p:pic>
      <p:pic>
        <p:nvPicPr>
          <p:cNvPr id="186" name="object 186"/>
          <p:cNvPicPr/>
          <p:nvPr/>
        </p:nvPicPr>
        <p:blipFill>
          <a:blip r:embed="rId184" cstate="print"/>
          <a:stretch>
            <a:fillRect/>
          </a:stretch>
        </p:blipFill>
        <p:spPr>
          <a:xfrm>
            <a:off x="15218728" y="1597101"/>
            <a:ext cx="103631" cy="108856"/>
          </a:xfrm>
          <a:prstGeom prst="rect">
            <a:avLst/>
          </a:prstGeom>
        </p:spPr>
      </p:pic>
      <p:pic>
        <p:nvPicPr>
          <p:cNvPr id="187" name="object 187"/>
          <p:cNvPicPr/>
          <p:nvPr/>
        </p:nvPicPr>
        <p:blipFill>
          <a:blip r:embed="rId185" cstate="print"/>
          <a:stretch>
            <a:fillRect/>
          </a:stretch>
        </p:blipFill>
        <p:spPr>
          <a:xfrm>
            <a:off x="15796102" y="4488135"/>
            <a:ext cx="111033" cy="103149"/>
          </a:xfrm>
          <a:prstGeom prst="rect">
            <a:avLst/>
          </a:prstGeom>
        </p:spPr>
      </p:pic>
      <p:pic>
        <p:nvPicPr>
          <p:cNvPr id="188" name="object 188"/>
          <p:cNvPicPr/>
          <p:nvPr/>
        </p:nvPicPr>
        <p:blipFill>
          <a:blip r:embed="rId186" cstate="print"/>
          <a:stretch>
            <a:fillRect/>
          </a:stretch>
        </p:blipFill>
        <p:spPr>
          <a:xfrm>
            <a:off x="15218728" y="3321893"/>
            <a:ext cx="104688" cy="108539"/>
          </a:xfrm>
          <a:prstGeom prst="rect">
            <a:avLst/>
          </a:prstGeom>
        </p:spPr>
      </p:pic>
      <p:pic>
        <p:nvPicPr>
          <p:cNvPr id="189" name="object 189"/>
          <p:cNvPicPr/>
          <p:nvPr/>
        </p:nvPicPr>
        <p:blipFill>
          <a:blip r:embed="rId187" cstate="print"/>
          <a:stretch>
            <a:fillRect/>
          </a:stretch>
        </p:blipFill>
        <p:spPr>
          <a:xfrm>
            <a:off x="17536683" y="5639265"/>
            <a:ext cx="102573" cy="109067"/>
          </a:xfrm>
          <a:prstGeom prst="rect">
            <a:avLst/>
          </a:prstGeom>
        </p:spPr>
      </p:pic>
      <p:pic>
        <p:nvPicPr>
          <p:cNvPr id="190" name="object 190"/>
          <p:cNvPicPr/>
          <p:nvPr/>
        </p:nvPicPr>
        <p:blipFill>
          <a:blip r:embed="rId188" cstate="print"/>
          <a:stretch>
            <a:fillRect/>
          </a:stretch>
        </p:blipFill>
        <p:spPr>
          <a:xfrm>
            <a:off x="16380085" y="5055245"/>
            <a:ext cx="109711" cy="109490"/>
          </a:xfrm>
          <a:prstGeom prst="rect">
            <a:avLst/>
          </a:prstGeom>
        </p:spPr>
      </p:pic>
      <p:pic>
        <p:nvPicPr>
          <p:cNvPr id="191" name="object 191"/>
          <p:cNvPicPr/>
          <p:nvPr/>
        </p:nvPicPr>
        <p:blipFill>
          <a:blip r:embed="rId189" cstate="print"/>
          <a:stretch>
            <a:fillRect/>
          </a:stretch>
        </p:blipFill>
        <p:spPr>
          <a:xfrm>
            <a:off x="15512570" y="729315"/>
            <a:ext cx="103763" cy="103677"/>
          </a:xfrm>
          <a:prstGeom prst="rect">
            <a:avLst/>
          </a:prstGeom>
        </p:spPr>
      </p:pic>
      <p:pic>
        <p:nvPicPr>
          <p:cNvPr id="192" name="object 192"/>
          <p:cNvPicPr/>
          <p:nvPr/>
        </p:nvPicPr>
        <p:blipFill>
          <a:blip r:embed="rId190" cstate="print"/>
          <a:stretch>
            <a:fillRect/>
          </a:stretch>
        </p:blipFill>
        <p:spPr>
          <a:xfrm>
            <a:off x="16668508" y="5345458"/>
            <a:ext cx="104688" cy="103572"/>
          </a:xfrm>
          <a:prstGeom prst="rect">
            <a:avLst/>
          </a:prstGeom>
        </p:spPr>
      </p:pic>
      <p:pic>
        <p:nvPicPr>
          <p:cNvPr id="193" name="object 193"/>
          <p:cNvPicPr/>
          <p:nvPr/>
        </p:nvPicPr>
        <p:blipFill>
          <a:blip r:embed="rId191" cstate="print"/>
          <a:stretch>
            <a:fillRect/>
          </a:stretch>
        </p:blipFill>
        <p:spPr>
          <a:xfrm>
            <a:off x="15218728" y="1303400"/>
            <a:ext cx="103779" cy="103360"/>
          </a:xfrm>
          <a:prstGeom prst="rect">
            <a:avLst/>
          </a:prstGeom>
        </p:spPr>
      </p:pic>
      <p:pic>
        <p:nvPicPr>
          <p:cNvPr id="194" name="object 194"/>
          <p:cNvPicPr/>
          <p:nvPr/>
        </p:nvPicPr>
        <p:blipFill>
          <a:blip r:embed="rId192" cstate="print"/>
          <a:stretch>
            <a:fillRect/>
          </a:stretch>
        </p:blipFill>
        <p:spPr>
          <a:xfrm>
            <a:off x="15510586" y="4188622"/>
            <a:ext cx="105746" cy="109279"/>
          </a:xfrm>
          <a:prstGeom prst="rect">
            <a:avLst/>
          </a:prstGeom>
        </p:spPr>
      </p:pic>
      <p:pic>
        <p:nvPicPr>
          <p:cNvPr id="195" name="object 195"/>
          <p:cNvPicPr/>
          <p:nvPr/>
        </p:nvPicPr>
        <p:blipFill>
          <a:blip r:embed="rId193" cstate="print"/>
          <a:stretch>
            <a:fillRect/>
          </a:stretch>
        </p:blipFill>
        <p:spPr>
          <a:xfrm>
            <a:off x="15217671" y="3621089"/>
            <a:ext cx="104688" cy="103254"/>
          </a:xfrm>
          <a:prstGeom prst="rect">
            <a:avLst/>
          </a:prstGeom>
        </p:spPr>
      </p:pic>
      <p:pic>
        <p:nvPicPr>
          <p:cNvPr id="196" name="object 196"/>
          <p:cNvPicPr/>
          <p:nvPr/>
        </p:nvPicPr>
        <p:blipFill>
          <a:blip r:embed="rId194" cstate="print"/>
          <a:stretch>
            <a:fillRect/>
          </a:stretch>
        </p:blipFill>
        <p:spPr>
          <a:xfrm>
            <a:off x="17236364" y="5639687"/>
            <a:ext cx="105746" cy="103254"/>
          </a:xfrm>
          <a:prstGeom prst="rect">
            <a:avLst/>
          </a:prstGeom>
        </p:spPr>
      </p:pic>
      <p:pic>
        <p:nvPicPr>
          <p:cNvPr id="197" name="object 197"/>
          <p:cNvPicPr/>
          <p:nvPr/>
        </p:nvPicPr>
        <p:blipFill>
          <a:blip r:embed="rId195" cstate="print"/>
          <a:stretch>
            <a:fillRect/>
          </a:stretch>
        </p:blipFill>
        <p:spPr>
          <a:xfrm>
            <a:off x="14934271" y="2170803"/>
            <a:ext cx="99401" cy="102686"/>
          </a:xfrm>
          <a:prstGeom prst="rect">
            <a:avLst/>
          </a:prstGeom>
        </p:spPr>
      </p:pic>
      <p:pic>
        <p:nvPicPr>
          <p:cNvPr id="198" name="object 198"/>
          <p:cNvPicPr/>
          <p:nvPr/>
        </p:nvPicPr>
        <p:blipFill>
          <a:blip r:embed="rId196" cstate="print"/>
          <a:stretch>
            <a:fillRect/>
          </a:stretch>
        </p:blipFill>
        <p:spPr>
          <a:xfrm>
            <a:off x="16085846" y="5061375"/>
            <a:ext cx="103631" cy="98604"/>
          </a:xfrm>
          <a:prstGeom prst="rect">
            <a:avLst/>
          </a:prstGeom>
        </p:spPr>
      </p:pic>
      <p:pic>
        <p:nvPicPr>
          <p:cNvPr id="199" name="object 199"/>
          <p:cNvPicPr/>
          <p:nvPr/>
        </p:nvPicPr>
        <p:blipFill>
          <a:blip r:embed="rId197" cstate="print"/>
          <a:stretch>
            <a:fillRect/>
          </a:stretch>
        </p:blipFill>
        <p:spPr>
          <a:xfrm>
            <a:off x="15218728" y="3904961"/>
            <a:ext cx="103631" cy="103466"/>
          </a:xfrm>
          <a:prstGeom prst="rect">
            <a:avLst/>
          </a:prstGeom>
        </p:spPr>
      </p:pic>
      <p:pic>
        <p:nvPicPr>
          <p:cNvPr id="200" name="object 200"/>
          <p:cNvPicPr/>
          <p:nvPr/>
        </p:nvPicPr>
        <p:blipFill>
          <a:blip r:embed="rId198" cstate="print"/>
          <a:stretch>
            <a:fillRect/>
          </a:stretch>
        </p:blipFill>
        <p:spPr>
          <a:xfrm>
            <a:off x="15801388" y="4772219"/>
            <a:ext cx="100458" cy="103254"/>
          </a:xfrm>
          <a:prstGeom prst="rect">
            <a:avLst/>
          </a:prstGeom>
        </p:spPr>
      </p:pic>
      <p:pic>
        <p:nvPicPr>
          <p:cNvPr id="201" name="object 201"/>
          <p:cNvPicPr/>
          <p:nvPr/>
        </p:nvPicPr>
        <p:blipFill>
          <a:blip r:embed="rId199" cstate="print"/>
          <a:stretch>
            <a:fillRect/>
          </a:stretch>
        </p:blipFill>
        <p:spPr>
          <a:xfrm>
            <a:off x="14932156" y="2468374"/>
            <a:ext cx="102573" cy="98921"/>
          </a:xfrm>
          <a:prstGeom prst="rect">
            <a:avLst/>
          </a:prstGeom>
        </p:spPr>
      </p:pic>
      <p:pic>
        <p:nvPicPr>
          <p:cNvPr id="202" name="object 202"/>
          <p:cNvPicPr/>
          <p:nvPr/>
        </p:nvPicPr>
        <p:blipFill>
          <a:blip r:embed="rId200" cstate="print"/>
          <a:stretch>
            <a:fillRect/>
          </a:stretch>
        </p:blipFill>
        <p:spPr>
          <a:xfrm>
            <a:off x="14934271" y="2753620"/>
            <a:ext cx="101516" cy="102832"/>
          </a:xfrm>
          <a:prstGeom prst="rect">
            <a:avLst/>
          </a:prstGeom>
        </p:spPr>
      </p:pic>
      <p:pic>
        <p:nvPicPr>
          <p:cNvPr id="203" name="object 203"/>
          <p:cNvPicPr/>
          <p:nvPr/>
        </p:nvPicPr>
        <p:blipFill>
          <a:blip r:embed="rId201" cstate="print"/>
          <a:stretch>
            <a:fillRect/>
          </a:stretch>
        </p:blipFill>
        <p:spPr>
          <a:xfrm>
            <a:off x="15219040" y="1019105"/>
            <a:ext cx="104377" cy="98499"/>
          </a:xfrm>
          <a:prstGeom prst="rect">
            <a:avLst/>
          </a:prstGeom>
        </p:spPr>
      </p:pic>
      <p:pic>
        <p:nvPicPr>
          <p:cNvPr id="204" name="object 204"/>
          <p:cNvPicPr/>
          <p:nvPr/>
        </p:nvPicPr>
        <p:blipFill>
          <a:blip r:embed="rId202" cstate="print"/>
          <a:stretch>
            <a:fillRect/>
          </a:stretch>
        </p:blipFill>
        <p:spPr>
          <a:xfrm>
            <a:off x="15802446" y="152376"/>
            <a:ext cx="97286" cy="97865"/>
          </a:xfrm>
          <a:prstGeom prst="rect">
            <a:avLst/>
          </a:prstGeom>
        </p:spPr>
      </p:pic>
      <p:pic>
        <p:nvPicPr>
          <p:cNvPr id="205" name="object 205"/>
          <p:cNvPicPr/>
          <p:nvPr/>
        </p:nvPicPr>
        <p:blipFill>
          <a:blip r:embed="rId203" cstate="print"/>
          <a:stretch>
            <a:fillRect/>
          </a:stretch>
        </p:blipFill>
        <p:spPr>
          <a:xfrm>
            <a:off x="15513760" y="446077"/>
            <a:ext cx="103631" cy="102937"/>
          </a:xfrm>
          <a:prstGeom prst="rect">
            <a:avLst/>
          </a:prstGeom>
        </p:spPr>
      </p:pic>
      <p:pic>
        <p:nvPicPr>
          <p:cNvPr id="206" name="object 206"/>
          <p:cNvPicPr/>
          <p:nvPr/>
        </p:nvPicPr>
        <p:blipFill>
          <a:blip r:embed="rId204" cstate="print"/>
          <a:stretch>
            <a:fillRect/>
          </a:stretch>
        </p:blipFill>
        <p:spPr>
          <a:xfrm>
            <a:off x="16952965" y="5643915"/>
            <a:ext cx="104688" cy="98921"/>
          </a:xfrm>
          <a:prstGeom prst="rect">
            <a:avLst/>
          </a:prstGeom>
        </p:spPr>
      </p:pic>
      <p:pic>
        <p:nvPicPr>
          <p:cNvPr id="207" name="object 207"/>
          <p:cNvPicPr/>
          <p:nvPr/>
        </p:nvPicPr>
        <p:blipFill>
          <a:blip r:embed="rId205" cstate="print"/>
          <a:stretch>
            <a:fillRect/>
          </a:stretch>
        </p:blipFill>
        <p:spPr>
          <a:xfrm>
            <a:off x="14932155" y="1886257"/>
            <a:ext cx="101516" cy="98393"/>
          </a:xfrm>
          <a:prstGeom prst="rect">
            <a:avLst/>
          </a:prstGeom>
        </p:spPr>
      </p:pic>
      <p:pic>
        <p:nvPicPr>
          <p:cNvPr id="208" name="object 208"/>
          <p:cNvPicPr/>
          <p:nvPr/>
        </p:nvPicPr>
        <p:blipFill>
          <a:blip r:embed="rId206" cstate="print"/>
          <a:stretch>
            <a:fillRect/>
          </a:stretch>
        </p:blipFill>
        <p:spPr>
          <a:xfrm>
            <a:off x="18108770" y="5928526"/>
            <a:ext cx="99401" cy="98499"/>
          </a:xfrm>
          <a:prstGeom prst="rect">
            <a:avLst/>
          </a:prstGeom>
        </p:spPr>
      </p:pic>
      <p:pic>
        <p:nvPicPr>
          <p:cNvPr id="209" name="object 209"/>
          <p:cNvPicPr/>
          <p:nvPr/>
        </p:nvPicPr>
        <p:blipFill>
          <a:blip r:embed="rId207" cstate="print"/>
          <a:stretch>
            <a:fillRect/>
          </a:stretch>
        </p:blipFill>
        <p:spPr>
          <a:xfrm>
            <a:off x="17820611" y="5928844"/>
            <a:ext cx="105217" cy="99133"/>
          </a:xfrm>
          <a:prstGeom prst="rect">
            <a:avLst/>
          </a:prstGeom>
        </p:spPr>
      </p:pic>
      <p:pic>
        <p:nvPicPr>
          <p:cNvPr id="210" name="object 210"/>
          <p:cNvPicPr/>
          <p:nvPr/>
        </p:nvPicPr>
        <p:blipFill>
          <a:blip r:embed="rId208" cstate="print"/>
          <a:stretch>
            <a:fillRect/>
          </a:stretch>
        </p:blipFill>
        <p:spPr>
          <a:xfrm>
            <a:off x="14933248" y="3037704"/>
            <a:ext cx="100423" cy="103783"/>
          </a:xfrm>
          <a:prstGeom prst="rect">
            <a:avLst/>
          </a:prstGeom>
        </p:spPr>
      </p:pic>
      <p:pic>
        <p:nvPicPr>
          <p:cNvPr id="211" name="object 211"/>
          <p:cNvPicPr/>
          <p:nvPr/>
        </p:nvPicPr>
        <p:blipFill>
          <a:blip r:embed="rId209" cstate="print"/>
          <a:stretch>
            <a:fillRect/>
          </a:stretch>
        </p:blipFill>
        <p:spPr>
          <a:xfrm>
            <a:off x="16385041" y="5346938"/>
            <a:ext cx="99467" cy="101881"/>
          </a:xfrm>
          <a:prstGeom prst="rect">
            <a:avLst/>
          </a:prstGeom>
        </p:spPr>
      </p:pic>
      <p:pic>
        <p:nvPicPr>
          <p:cNvPr id="212" name="object 212"/>
          <p:cNvPicPr/>
          <p:nvPr/>
        </p:nvPicPr>
        <p:blipFill>
          <a:blip r:embed="rId210" cstate="print"/>
          <a:stretch>
            <a:fillRect/>
          </a:stretch>
        </p:blipFill>
        <p:spPr>
          <a:xfrm>
            <a:off x="15516931" y="4487924"/>
            <a:ext cx="100458" cy="103572"/>
          </a:xfrm>
          <a:prstGeom prst="rect">
            <a:avLst/>
          </a:prstGeom>
        </p:spPr>
      </p:pic>
      <p:pic>
        <p:nvPicPr>
          <p:cNvPr id="213" name="object 213"/>
          <p:cNvPicPr/>
          <p:nvPr/>
        </p:nvPicPr>
        <p:blipFill>
          <a:blip r:embed="rId211" cstate="print"/>
          <a:stretch>
            <a:fillRect/>
          </a:stretch>
        </p:blipFill>
        <p:spPr>
          <a:xfrm>
            <a:off x="17535625" y="5927998"/>
            <a:ext cx="99401" cy="98921"/>
          </a:xfrm>
          <a:prstGeom prst="rect">
            <a:avLst/>
          </a:prstGeom>
        </p:spPr>
      </p:pic>
      <p:pic>
        <p:nvPicPr>
          <p:cNvPr id="214" name="object 214"/>
          <p:cNvPicPr/>
          <p:nvPr/>
        </p:nvPicPr>
        <p:blipFill>
          <a:blip r:embed="rId212" cstate="print"/>
          <a:stretch>
            <a:fillRect/>
          </a:stretch>
        </p:blipFill>
        <p:spPr>
          <a:xfrm>
            <a:off x="14932155" y="1602280"/>
            <a:ext cx="101516" cy="98816"/>
          </a:xfrm>
          <a:prstGeom prst="rect">
            <a:avLst/>
          </a:prstGeom>
        </p:spPr>
      </p:pic>
      <p:pic>
        <p:nvPicPr>
          <p:cNvPr id="215" name="object 215"/>
          <p:cNvPicPr/>
          <p:nvPr/>
        </p:nvPicPr>
        <p:blipFill>
          <a:blip r:embed="rId213" cstate="print"/>
          <a:stretch>
            <a:fillRect/>
          </a:stretch>
        </p:blipFill>
        <p:spPr>
          <a:xfrm>
            <a:off x="14933874" y="3327071"/>
            <a:ext cx="99797" cy="98287"/>
          </a:xfrm>
          <a:prstGeom prst="rect">
            <a:avLst/>
          </a:prstGeom>
        </p:spPr>
      </p:pic>
      <p:pic>
        <p:nvPicPr>
          <p:cNvPr id="216" name="object 216"/>
          <p:cNvPicPr/>
          <p:nvPr/>
        </p:nvPicPr>
        <p:blipFill>
          <a:blip r:embed="rId214" cstate="print"/>
          <a:stretch>
            <a:fillRect/>
          </a:stretch>
        </p:blipFill>
        <p:spPr>
          <a:xfrm>
            <a:off x="15221900" y="740306"/>
            <a:ext cx="91999" cy="88141"/>
          </a:xfrm>
          <a:prstGeom prst="rect">
            <a:avLst/>
          </a:prstGeom>
        </p:spPr>
      </p:pic>
      <p:pic>
        <p:nvPicPr>
          <p:cNvPr id="217" name="object 217"/>
          <p:cNvPicPr/>
          <p:nvPr/>
        </p:nvPicPr>
        <p:blipFill>
          <a:blip r:embed="rId215" cstate="print"/>
          <a:stretch>
            <a:fillRect/>
          </a:stretch>
        </p:blipFill>
        <p:spPr>
          <a:xfrm>
            <a:off x="15224014" y="4199190"/>
            <a:ext cx="100458" cy="88247"/>
          </a:xfrm>
          <a:prstGeom prst="rect">
            <a:avLst/>
          </a:prstGeom>
        </p:spPr>
      </p:pic>
      <p:pic>
        <p:nvPicPr>
          <p:cNvPr id="218" name="object 218"/>
          <p:cNvPicPr/>
          <p:nvPr/>
        </p:nvPicPr>
        <p:blipFill>
          <a:blip r:embed="rId216" cstate="print"/>
          <a:stretch>
            <a:fillRect/>
          </a:stretch>
        </p:blipFill>
        <p:spPr>
          <a:xfrm>
            <a:off x="16678025" y="5649093"/>
            <a:ext cx="85654" cy="88564"/>
          </a:xfrm>
          <a:prstGeom prst="rect">
            <a:avLst/>
          </a:prstGeom>
        </p:spPr>
      </p:pic>
      <p:pic>
        <p:nvPicPr>
          <p:cNvPr id="219" name="object 219"/>
          <p:cNvPicPr/>
          <p:nvPr/>
        </p:nvPicPr>
        <p:blipFill>
          <a:blip r:embed="rId217" cstate="print"/>
          <a:stretch>
            <a:fillRect/>
          </a:stretch>
        </p:blipFill>
        <p:spPr>
          <a:xfrm>
            <a:off x="14939557" y="1313018"/>
            <a:ext cx="89884" cy="84125"/>
          </a:xfrm>
          <a:prstGeom prst="rect">
            <a:avLst/>
          </a:prstGeom>
        </p:spPr>
      </p:pic>
      <p:pic>
        <p:nvPicPr>
          <p:cNvPr id="220" name="object 220"/>
          <p:cNvPicPr/>
          <p:nvPr/>
        </p:nvPicPr>
        <p:blipFill>
          <a:blip r:embed="rId218" cstate="print"/>
          <a:stretch>
            <a:fillRect/>
          </a:stretch>
        </p:blipFill>
        <p:spPr>
          <a:xfrm>
            <a:off x="17244824" y="5938567"/>
            <a:ext cx="86711" cy="83914"/>
          </a:xfrm>
          <a:prstGeom prst="rect">
            <a:avLst/>
          </a:prstGeom>
        </p:spPr>
      </p:pic>
      <p:pic>
        <p:nvPicPr>
          <p:cNvPr id="221" name="object 221"/>
          <p:cNvPicPr/>
          <p:nvPr/>
        </p:nvPicPr>
        <p:blipFill>
          <a:blip r:embed="rId219" cstate="print"/>
          <a:stretch>
            <a:fillRect/>
          </a:stretch>
        </p:blipFill>
        <p:spPr>
          <a:xfrm>
            <a:off x="14942729" y="3629967"/>
            <a:ext cx="85654" cy="84442"/>
          </a:xfrm>
          <a:prstGeom prst="rect">
            <a:avLst/>
          </a:prstGeom>
        </p:spPr>
      </p:pic>
      <p:pic>
        <p:nvPicPr>
          <p:cNvPr id="222" name="object 222"/>
          <p:cNvPicPr/>
          <p:nvPr/>
        </p:nvPicPr>
        <p:blipFill>
          <a:blip r:embed="rId220" cstate="print"/>
          <a:stretch>
            <a:fillRect/>
          </a:stretch>
        </p:blipFill>
        <p:spPr>
          <a:xfrm>
            <a:off x="16094305" y="5355393"/>
            <a:ext cx="86711" cy="83808"/>
          </a:xfrm>
          <a:prstGeom prst="rect">
            <a:avLst/>
          </a:prstGeom>
        </p:spPr>
      </p:pic>
      <p:pic>
        <p:nvPicPr>
          <p:cNvPr id="223" name="object 223"/>
          <p:cNvPicPr/>
          <p:nvPr/>
        </p:nvPicPr>
        <p:blipFill>
          <a:blip r:embed="rId221" cstate="print"/>
          <a:stretch>
            <a:fillRect/>
          </a:stretch>
        </p:blipFill>
        <p:spPr>
          <a:xfrm>
            <a:off x="15809848" y="5070781"/>
            <a:ext cx="87769" cy="84231"/>
          </a:xfrm>
          <a:prstGeom prst="rect">
            <a:avLst/>
          </a:prstGeom>
        </p:spPr>
      </p:pic>
      <p:pic>
        <p:nvPicPr>
          <p:cNvPr id="224" name="object 224"/>
          <p:cNvPicPr/>
          <p:nvPr/>
        </p:nvPicPr>
        <p:blipFill>
          <a:blip r:embed="rId222" cstate="print"/>
          <a:stretch>
            <a:fillRect/>
          </a:stretch>
        </p:blipFill>
        <p:spPr>
          <a:xfrm>
            <a:off x="15522219" y="161465"/>
            <a:ext cx="85654" cy="79581"/>
          </a:xfrm>
          <a:prstGeom prst="rect">
            <a:avLst/>
          </a:prstGeom>
        </p:spPr>
      </p:pic>
      <p:pic>
        <p:nvPicPr>
          <p:cNvPr id="225" name="object 225"/>
          <p:cNvPicPr/>
          <p:nvPr/>
        </p:nvPicPr>
        <p:blipFill>
          <a:blip r:embed="rId223" cstate="print"/>
          <a:stretch>
            <a:fillRect/>
          </a:stretch>
        </p:blipFill>
        <p:spPr>
          <a:xfrm>
            <a:off x="15229302" y="455695"/>
            <a:ext cx="82482" cy="83491"/>
          </a:xfrm>
          <a:prstGeom prst="rect">
            <a:avLst/>
          </a:prstGeom>
        </p:spPr>
      </p:pic>
      <p:pic>
        <p:nvPicPr>
          <p:cNvPr id="226" name="object 226"/>
          <p:cNvPicPr/>
          <p:nvPr/>
        </p:nvPicPr>
        <p:blipFill>
          <a:blip r:embed="rId224" cstate="print"/>
          <a:stretch>
            <a:fillRect/>
          </a:stretch>
        </p:blipFill>
        <p:spPr>
          <a:xfrm>
            <a:off x="15228245" y="4497647"/>
            <a:ext cx="85654" cy="84548"/>
          </a:xfrm>
          <a:prstGeom prst="rect">
            <a:avLst/>
          </a:prstGeom>
        </p:spPr>
      </p:pic>
      <p:pic>
        <p:nvPicPr>
          <p:cNvPr id="227" name="object 227"/>
          <p:cNvPicPr/>
          <p:nvPr/>
        </p:nvPicPr>
        <p:blipFill>
          <a:blip r:embed="rId225" cstate="print"/>
          <a:stretch>
            <a:fillRect/>
          </a:stretch>
        </p:blipFill>
        <p:spPr>
          <a:xfrm>
            <a:off x="15522219" y="4781519"/>
            <a:ext cx="85654" cy="84442"/>
          </a:xfrm>
          <a:prstGeom prst="rect">
            <a:avLst/>
          </a:prstGeom>
        </p:spPr>
      </p:pic>
      <p:pic>
        <p:nvPicPr>
          <p:cNvPr id="228" name="object 228"/>
          <p:cNvPicPr/>
          <p:nvPr/>
        </p:nvPicPr>
        <p:blipFill>
          <a:blip r:embed="rId226" cstate="print"/>
          <a:stretch>
            <a:fillRect/>
          </a:stretch>
        </p:blipFill>
        <p:spPr>
          <a:xfrm>
            <a:off x="18119345" y="6222650"/>
            <a:ext cx="80367" cy="83491"/>
          </a:xfrm>
          <a:prstGeom prst="rect">
            <a:avLst/>
          </a:prstGeom>
        </p:spPr>
      </p:pic>
      <p:pic>
        <p:nvPicPr>
          <p:cNvPr id="229" name="object 229"/>
          <p:cNvPicPr/>
          <p:nvPr/>
        </p:nvPicPr>
        <p:blipFill>
          <a:blip r:embed="rId227" cstate="print"/>
          <a:stretch>
            <a:fillRect/>
          </a:stretch>
        </p:blipFill>
        <p:spPr>
          <a:xfrm>
            <a:off x="14660272" y="2179958"/>
            <a:ext cx="79425" cy="84125"/>
          </a:xfrm>
          <a:prstGeom prst="rect">
            <a:avLst/>
          </a:prstGeom>
        </p:spPr>
      </p:pic>
      <p:pic>
        <p:nvPicPr>
          <p:cNvPr id="230" name="object 230"/>
          <p:cNvPicPr/>
          <p:nvPr/>
        </p:nvPicPr>
        <p:blipFill>
          <a:blip r:embed="rId228" cstate="print"/>
          <a:stretch>
            <a:fillRect/>
          </a:stretch>
        </p:blipFill>
        <p:spPr>
          <a:xfrm>
            <a:off x="14944845" y="3915318"/>
            <a:ext cx="79309" cy="83174"/>
          </a:xfrm>
          <a:prstGeom prst="rect">
            <a:avLst/>
          </a:prstGeom>
        </p:spPr>
      </p:pic>
      <p:pic>
        <p:nvPicPr>
          <p:cNvPr id="231" name="object 231"/>
          <p:cNvPicPr/>
          <p:nvPr/>
        </p:nvPicPr>
        <p:blipFill>
          <a:blip r:embed="rId229" cstate="print"/>
          <a:stretch>
            <a:fillRect/>
          </a:stretch>
        </p:blipFill>
        <p:spPr>
          <a:xfrm>
            <a:off x="16962482" y="5938144"/>
            <a:ext cx="84596" cy="78630"/>
          </a:xfrm>
          <a:prstGeom prst="rect">
            <a:avLst/>
          </a:prstGeom>
        </p:spPr>
      </p:pic>
      <p:pic>
        <p:nvPicPr>
          <p:cNvPr id="232" name="object 232"/>
          <p:cNvPicPr/>
          <p:nvPr/>
        </p:nvPicPr>
        <p:blipFill>
          <a:blip r:embed="rId230" cstate="print"/>
          <a:stretch>
            <a:fillRect/>
          </a:stretch>
        </p:blipFill>
        <p:spPr>
          <a:xfrm>
            <a:off x="14659330" y="2763343"/>
            <a:ext cx="81424" cy="79158"/>
          </a:xfrm>
          <a:prstGeom prst="rect">
            <a:avLst/>
          </a:prstGeom>
        </p:spPr>
      </p:pic>
      <p:pic>
        <p:nvPicPr>
          <p:cNvPr id="233" name="object 233"/>
          <p:cNvPicPr/>
          <p:nvPr/>
        </p:nvPicPr>
        <p:blipFill>
          <a:blip r:embed="rId231" cstate="print"/>
          <a:stretch>
            <a:fillRect/>
          </a:stretch>
        </p:blipFill>
        <p:spPr>
          <a:xfrm>
            <a:off x="14658272" y="2479049"/>
            <a:ext cx="80367" cy="79264"/>
          </a:xfrm>
          <a:prstGeom prst="rect">
            <a:avLst/>
          </a:prstGeom>
        </p:spPr>
      </p:pic>
      <p:pic>
        <p:nvPicPr>
          <p:cNvPr id="234" name="object 234"/>
          <p:cNvPicPr/>
          <p:nvPr/>
        </p:nvPicPr>
        <p:blipFill>
          <a:blip r:embed="rId232" cstate="print"/>
          <a:stretch>
            <a:fillRect/>
          </a:stretch>
        </p:blipFill>
        <p:spPr>
          <a:xfrm>
            <a:off x="14659330" y="3047321"/>
            <a:ext cx="79309" cy="84231"/>
          </a:xfrm>
          <a:prstGeom prst="rect">
            <a:avLst/>
          </a:prstGeom>
        </p:spPr>
      </p:pic>
      <p:pic>
        <p:nvPicPr>
          <p:cNvPr id="235" name="object 235"/>
          <p:cNvPicPr/>
          <p:nvPr/>
        </p:nvPicPr>
        <p:blipFill>
          <a:blip r:embed="rId233" cstate="print"/>
          <a:stretch>
            <a:fillRect/>
          </a:stretch>
        </p:blipFill>
        <p:spPr>
          <a:xfrm>
            <a:off x="17829600" y="6222439"/>
            <a:ext cx="84332" cy="83914"/>
          </a:xfrm>
          <a:prstGeom prst="rect">
            <a:avLst/>
          </a:prstGeom>
        </p:spPr>
      </p:pic>
      <p:pic>
        <p:nvPicPr>
          <p:cNvPr id="236" name="object 236"/>
          <p:cNvPicPr/>
          <p:nvPr/>
        </p:nvPicPr>
        <p:blipFill>
          <a:blip r:embed="rId234" cstate="print"/>
          <a:stretch>
            <a:fillRect/>
          </a:stretch>
        </p:blipFill>
        <p:spPr>
          <a:xfrm>
            <a:off x="16394625" y="5654272"/>
            <a:ext cx="79309" cy="78524"/>
          </a:xfrm>
          <a:prstGeom prst="rect">
            <a:avLst/>
          </a:prstGeom>
        </p:spPr>
      </p:pic>
      <p:pic>
        <p:nvPicPr>
          <p:cNvPr id="237" name="object 237"/>
          <p:cNvPicPr/>
          <p:nvPr/>
        </p:nvPicPr>
        <p:blipFill>
          <a:blip r:embed="rId235" cstate="print"/>
          <a:stretch>
            <a:fillRect/>
          </a:stretch>
        </p:blipFill>
        <p:spPr>
          <a:xfrm>
            <a:off x="14659330" y="1896403"/>
            <a:ext cx="80367" cy="78418"/>
          </a:xfrm>
          <a:prstGeom prst="rect">
            <a:avLst/>
          </a:prstGeom>
        </p:spPr>
      </p:pic>
      <p:pic>
        <p:nvPicPr>
          <p:cNvPr id="238" name="object 238"/>
          <p:cNvPicPr/>
          <p:nvPr/>
        </p:nvPicPr>
        <p:blipFill>
          <a:blip r:embed="rId236" cstate="print"/>
          <a:stretch>
            <a:fillRect/>
          </a:stretch>
        </p:blipFill>
        <p:spPr>
          <a:xfrm>
            <a:off x="14944845" y="1029040"/>
            <a:ext cx="79309" cy="78524"/>
          </a:xfrm>
          <a:prstGeom prst="rect">
            <a:avLst/>
          </a:prstGeom>
        </p:spPr>
      </p:pic>
      <p:pic>
        <p:nvPicPr>
          <p:cNvPr id="239" name="object 239"/>
          <p:cNvPicPr/>
          <p:nvPr/>
        </p:nvPicPr>
        <p:blipFill>
          <a:blip r:embed="rId237" cstate="print"/>
          <a:stretch>
            <a:fillRect/>
          </a:stretch>
        </p:blipFill>
        <p:spPr>
          <a:xfrm>
            <a:off x="14660388" y="1612108"/>
            <a:ext cx="81424" cy="79792"/>
          </a:xfrm>
          <a:prstGeom prst="rect">
            <a:avLst/>
          </a:prstGeom>
        </p:spPr>
      </p:pic>
      <p:pic>
        <p:nvPicPr>
          <p:cNvPr id="240" name="object 240"/>
          <p:cNvPicPr/>
          <p:nvPr/>
        </p:nvPicPr>
        <p:blipFill>
          <a:blip r:embed="rId238" cstate="print"/>
          <a:stretch>
            <a:fillRect/>
          </a:stretch>
        </p:blipFill>
        <p:spPr>
          <a:xfrm>
            <a:off x="17545143" y="6227300"/>
            <a:ext cx="82482" cy="74402"/>
          </a:xfrm>
          <a:prstGeom prst="rect">
            <a:avLst/>
          </a:prstGeom>
        </p:spPr>
      </p:pic>
      <p:pic>
        <p:nvPicPr>
          <p:cNvPr id="241" name="object 241"/>
          <p:cNvPicPr/>
          <p:nvPr/>
        </p:nvPicPr>
        <p:blipFill>
          <a:blip r:embed="rId239" cstate="print"/>
          <a:stretch>
            <a:fillRect/>
          </a:stretch>
        </p:blipFill>
        <p:spPr>
          <a:xfrm>
            <a:off x="14659330" y="3336900"/>
            <a:ext cx="81463" cy="78207"/>
          </a:xfrm>
          <a:prstGeom prst="rect">
            <a:avLst/>
          </a:prstGeom>
        </p:spPr>
      </p:pic>
      <p:pic>
        <p:nvPicPr>
          <p:cNvPr id="242" name="object 242"/>
          <p:cNvPicPr/>
          <p:nvPr/>
        </p:nvPicPr>
        <p:blipFill>
          <a:blip r:embed="rId240" cstate="print"/>
          <a:stretch>
            <a:fillRect/>
          </a:stretch>
        </p:blipFill>
        <p:spPr>
          <a:xfrm>
            <a:off x="14942729" y="4204052"/>
            <a:ext cx="81424" cy="78947"/>
          </a:xfrm>
          <a:prstGeom prst="rect">
            <a:avLst/>
          </a:prstGeom>
        </p:spPr>
      </p:pic>
      <p:pic>
        <p:nvPicPr>
          <p:cNvPr id="243" name="object 243"/>
          <p:cNvPicPr/>
          <p:nvPr/>
        </p:nvPicPr>
        <p:blipFill>
          <a:blip r:embed="rId241" cstate="print"/>
          <a:stretch>
            <a:fillRect/>
          </a:stretch>
        </p:blipFill>
        <p:spPr>
          <a:xfrm>
            <a:off x="16683311" y="5938355"/>
            <a:ext cx="78252" cy="79158"/>
          </a:xfrm>
          <a:prstGeom prst="rect">
            <a:avLst/>
          </a:prstGeom>
        </p:spPr>
      </p:pic>
      <p:pic>
        <p:nvPicPr>
          <p:cNvPr id="244" name="object 244"/>
          <p:cNvPicPr/>
          <p:nvPr/>
        </p:nvPicPr>
        <p:blipFill>
          <a:blip r:embed="rId242" cstate="print"/>
          <a:stretch>
            <a:fillRect/>
          </a:stretch>
        </p:blipFill>
        <p:spPr>
          <a:xfrm>
            <a:off x="14943788" y="744956"/>
            <a:ext cx="80367" cy="73980"/>
          </a:xfrm>
          <a:prstGeom prst="rect">
            <a:avLst/>
          </a:prstGeom>
        </p:spPr>
      </p:pic>
      <p:pic>
        <p:nvPicPr>
          <p:cNvPr id="245" name="object 245"/>
          <p:cNvPicPr/>
          <p:nvPr/>
        </p:nvPicPr>
        <p:blipFill>
          <a:blip r:embed="rId243" cstate="print"/>
          <a:stretch>
            <a:fillRect/>
          </a:stretch>
        </p:blipFill>
        <p:spPr>
          <a:xfrm>
            <a:off x="15532529" y="5075748"/>
            <a:ext cx="70056" cy="69752"/>
          </a:xfrm>
          <a:prstGeom prst="rect">
            <a:avLst/>
          </a:prstGeom>
        </p:spPr>
      </p:pic>
      <p:pic>
        <p:nvPicPr>
          <p:cNvPr id="246" name="object 246"/>
          <p:cNvPicPr/>
          <p:nvPr/>
        </p:nvPicPr>
        <p:blipFill>
          <a:blip r:embed="rId244" cstate="print"/>
          <a:stretch>
            <a:fillRect/>
          </a:stretch>
        </p:blipFill>
        <p:spPr>
          <a:xfrm>
            <a:off x="15815136" y="5365116"/>
            <a:ext cx="71907" cy="64468"/>
          </a:xfrm>
          <a:prstGeom prst="rect">
            <a:avLst/>
          </a:prstGeom>
        </p:spPr>
      </p:pic>
      <p:pic>
        <p:nvPicPr>
          <p:cNvPr id="247" name="object 247"/>
          <p:cNvPicPr/>
          <p:nvPr/>
        </p:nvPicPr>
        <p:blipFill>
          <a:blip r:embed="rId245" cstate="print"/>
          <a:stretch>
            <a:fillRect/>
          </a:stretch>
        </p:blipFill>
        <p:spPr>
          <a:xfrm>
            <a:off x="15238259" y="165904"/>
            <a:ext cx="66124" cy="70492"/>
          </a:xfrm>
          <a:prstGeom prst="rect">
            <a:avLst/>
          </a:prstGeom>
        </p:spPr>
      </p:pic>
      <p:pic>
        <p:nvPicPr>
          <p:cNvPr id="248" name="object 248"/>
          <p:cNvPicPr/>
          <p:nvPr/>
        </p:nvPicPr>
        <p:blipFill>
          <a:blip r:embed="rId246" cstate="print"/>
          <a:stretch>
            <a:fillRect/>
          </a:stretch>
        </p:blipFill>
        <p:spPr>
          <a:xfrm>
            <a:off x="14665213" y="1323269"/>
            <a:ext cx="63910" cy="64468"/>
          </a:xfrm>
          <a:prstGeom prst="rect">
            <a:avLst/>
          </a:prstGeom>
        </p:spPr>
      </p:pic>
      <p:pic>
        <p:nvPicPr>
          <p:cNvPr id="249" name="object 249"/>
          <p:cNvPicPr/>
          <p:nvPr/>
        </p:nvPicPr>
        <p:blipFill>
          <a:blip r:embed="rId247" cstate="print"/>
          <a:stretch>
            <a:fillRect/>
          </a:stretch>
        </p:blipFill>
        <p:spPr>
          <a:xfrm>
            <a:off x="15237762" y="4791876"/>
            <a:ext cx="64571" cy="64256"/>
          </a:xfrm>
          <a:prstGeom prst="rect">
            <a:avLst/>
          </a:prstGeom>
        </p:spPr>
      </p:pic>
      <p:pic>
        <p:nvPicPr>
          <p:cNvPr id="250" name="object 250"/>
          <p:cNvPicPr/>
          <p:nvPr/>
        </p:nvPicPr>
        <p:blipFill>
          <a:blip r:embed="rId248" cstate="print"/>
          <a:stretch>
            <a:fillRect/>
          </a:stretch>
        </p:blipFill>
        <p:spPr>
          <a:xfrm>
            <a:off x="14665377" y="3640641"/>
            <a:ext cx="63745" cy="64362"/>
          </a:xfrm>
          <a:prstGeom prst="rect">
            <a:avLst/>
          </a:prstGeom>
        </p:spPr>
      </p:pic>
      <p:pic>
        <p:nvPicPr>
          <p:cNvPr id="251" name="object 251"/>
          <p:cNvPicPr/>
          <p:nvPr/>
        </p:nvPicPr>
        <p:blipFill>
          <a:blip r:embed="rId249" cstate="print"/>
          <a:stretch>
            <a:fillRect/>
          </a:stretch>
        </p:blipFill>
        <p:spPr>
          <a:xfrm>
            <a:off x="16105939" y="5659134"/>
            <a:ext cx="64505" cy="63939"/>
          </a:xfrm>
          <a:prstGeom prst="rect">
            <a:avLst/>
          </a:prstGeom>
        </p:spPr>
      </p:pic>
      <p:sp>
        <p:nvSpPr>
          <p:cNvPr id="252" name="object 252"/>
          <p:cNvSpPr/>
          <p:nvPr/>
        </p:nvSpPr>
        <p:spPr>
          <a:xfrm>
            <a:off x="17261743" y="6232479"/>
            <a:ext cx="59690" cy="64135"/>
          </a:xfrm>
          <a:custGeom>
            <a:avLst/>
            <a:gdLst/>
            <a:ahLst/>
            <a:cxnLst/>
            <a:rect l="l" t="t" r="r" b="b"/>
            <a:pathLst>
              <a:path w="59690" h="64135">
                <a:moveTo>
                  <a:pt x="0" y="9934"/>
                </a:moveTo>
                <a:lnTo>
                  <a:pt x="0" y="14690"/>
                </a:lnTo>
                <a:lnTo>
                  <a:pt x="594" y="22061"/>
                </a:lnTo>
                <a:lnTo>
                  <a:pt x="793" y="29433"/>
                </a:lnTo>
                <a:lnTo>
                  <a:pt x="594" y="36805"/>
                </a:lnTo>
                <a:lnTo>
                  <a:pt x="0" y="44176"/>
                </a:lnTo>
                <a:lnTo>
                  <a:pt x="0" y="51046"/>
                </a:lnTo>
                <a:lnTo>
                  <a:pt x="2114" y="54322"/>
                </a:lnTo>
                <a:lnTo>
                  <a:pt x="8459" y="55062"/>
                </a:lnTo>
                <a:lnTo>
                  <a:pt x="9517" y="55062"/>
                </a:lnTo>
                <a:lnTo>
                  <a:pt x="10574" y="56224"/>
                </a:lnTo>
                <a:lnTo>
                  <a:pt x="10574" y="56753"/>
                </a:lnTo>
                <a:lnTo>
                  <a:pt x="9517" y="61826"/>
                </a:lnTo>
                <a:lnTo>
                  <a:pt x="11743" y="63939"/>
                </a:lnTo>
                <a:lnTo>
                  <a:pt x="48643" y="63939"/>
                </a:lnTo>
                <a:lnTo>
                  <a:pt x="49700" y="62037"/>
                </a:lnTo>
                <a:lnTo>
                  <a:pt x="49700" y="55802"/>
                </a:lnTo>
                <a:lnTo>
                  <a:pt x="50758" y="54005"/>
                </a:lnTo>
                <a:lnTo>
                  <a:pt x="57384" y="54005"/>
                </a:lnTo>
                <a:lnTo>
                  <a:pt x="59217" y="52631"/>
                </a:lnTo>
                <a:lnTo>
                  <a:pt x="59217" y="11097"/>
                </a:lnTo>
                <a:lnTo>
                  <a:pt x="57858" y="10145"/>
                </a:lnTo>
                <a:lnTo>
                  <a:pt x="3172" y="10145"/>
                </a:lnTo>
                <a:lnTo>
                  <a:pt x="0" y="9934"/>
                </a:lnTo>
                <a:close/>
              </a:path>
              <a:path w="59690" h="64135">
                <a:moveTo>
                  <a:pt x="57384" y="54005"/>
                </a:moveTo>
                <a:lnTo>
                  <a:pt x="53930" y="54005"/>
                </a:lnTo>
                <a:lnTo>
                  <a:pt x="55516" y="54322"/>
                </a:lnTo>
                <a:lnTo>
                  <a:pt x="56961" y="54322"/>
                </a:lnTo>
                <a:lnTo>
                  <a:pt x="57384" y="54005"/>
                </a:lnTo>
                <a:close/>
              </a:path>
              <a:path w="59690" h="64135">
                <a:moveTo>
                  <a:pt x="57102" y="9617"/>
                </a:moveTo>
                <a:lnTo>
                  <a:pt x="7754" y="9617"/>
                </a:lnTo>
                <a:lnTo>
                  <a:pt x="5639" y="9934"/>
                </a:lnTo>
                <a:lnTo>
                  <a:pt x="5287" y="9934"/>
                </a:lnTo>
                <a:lnTo>
                  <a:pt x="3172" y="10145"/>
                </a:lnTo>
                <a:lnTo>
                  <a:pt x="57858" y="10145"/>
                </a:lnTo>
                <a:lnTo>
                  <a:pt x="57102" y="9617"/>
                </a:lnTo>
                <a:close/>
              </a:path>
              <a:path w="59690" h="64135">
                <a:moveTo>
                  <a:pt x="22206" y="0"/>
                </a:moveTo>
                <a:lnTo>
                  <a:pt x="11520" y="0"/>
                </a:lnTo>
                <a:lnTo>
                  <a:pt x="9517" y="1902"/>
                </a:lnTo>
                <a:lnTo>
                  <a:pt x="10574" y="6975"/>
                </a:lnTo>
                <a:lnTo>
                  <a:pt x="10574" y="8032"/>
                </a:lnTo>
                <a:lnTo>
                  <a:pt x="8308" y="9617"/>
                </a:lnTo>
                <a:lnTo>
                  <a:pt x="52873" y="9617"/>
                </a:lnTo>
                <a:lnTo>
                  <a:pt x="50758" y="8666"/>
                </a:lnTo>
                <a:lnTo>
                  <a:pt x="50758" y="8032"/>
                </a:lnTo>
                <a:lnTo>
                  <a:pt x="50559" y="6975"/>
                </a:lnTo>
                <a:lnTo>
                  <a:pt x="49700" y="2853"/>
                </a:lnTo>
                <a:lnTo>
                  <a:pt x="48825" y="317"/>
                </a:lnTo>
                <a:lnTo>
                  <a:pt x="26436" y="317"/>
                </a:lnTo>
                <a:lnTo>
                  <a:pt x="22206" y="0"/>
                </a:lnTo>
                <a:close/>
              </a:path>
              <a:path w="59690" h="64135">
                <a:moveTo>
                  <a:pt x="48716" y="0"/>
                </a:moveTo>
                <a:lnTo>
                  <a:pt x="39654" y="0"/>
                </a:lnTo>
                <a:lnTo>
                  <a:pt x="34896" y="317"/>
                </a:lnTo>
                <a:lnTo>
                  <a:pt x="48825" y="317"/>
                </a:lnTo>
                <a:lnTo>
                  <a:pt x="48716" y="0"/>
                </a:lnTo>
                <a:close/>
              </a:path>
            </a:pathLst>
          </a:custGeom>
          <a:solidFill>
            <a:srgbClr val="000000"/>
          </a:solidFill>
        </p:spPr>
        <p:txBody>
          <a:bodyPr wrap="square" lIns="0" tIns="0" rIns="0" bIns="0" rtlCol="0"/>
          <a:lstStyle/>
          <a:p>
            <a:endParaRPr/>
          </a:p>
        </p:txBody>
      </p:sp>
      <p:sp>
        <p:nvSpPr>
          <p:cNvPr id="253" name="object 253"/>
          <p:cNvSpPr/>
          <p:nvPr/>
        </p:nvSpPr>
        <p:spPr>
          <a:xfrm>
            <a:off x="14953304" y="464889"/>
            <a:ext cx="60325" cy="64769"/>
          </a:xfrm>
          <a:custGeom>
            <a:avLst/>
            <a:gdLst/>
            <a:ahLst/>
            <a:cxnLst/>
            <a:rect l="l" t="t" r="r" b="b"/>
            <a:pathLst>
              <a:path w="60325" h="64770">
                <a:moveTo>
                  <a:pt x="23264" y="422"/>
                </a:moveTo>
                <a:lnTo>
                  <a:pt x="19034" y="422"/>
                </a:lnTo>
                <a:lnTo>
                  <a:pt x="16919" y="1585"/>
                </a:lnTo>
                <a:lnTo>
                  <a:pt x="14804" y="3910"/>
                </a:lnTo>
                <a:lnTo>
                  <a:pt x="10574" y="8666"/>
                </a:lnTo>
                <a:lnTo>
                  <a:pt x="4229" y="12365"/>
                </a:lnTo>
                <a:lnTo>
                  <a:pt x="0" y="23567"/>
                </a:lnTo>
                <a:lnTo>
                  <a:pt x="1057" y="30754"/>
                </a:lnTo>
                <a:lnTo>
                  <a:pt x="1057" y="38998"/>
                </a:lnTo>
                <a:lnTo>
                  <a:pt x="2114" y="40689"/>
                </a:lnTo>
                <a:lnTo>
                  <a:pt x="1057" y="42274"/>
                </a:lnTo>
                <a:lnTo>
                  <a:pt x="1057" y="47135"/>
                </a:lnTo>
                <a:lnTo>
                  <a:pt x="1992" y="49566"/>
                </a:lnTo>
                <a:lnTo>
                  <a:pt x="2114" y="49883"/>
                </a:lnTo>
                <a:lnTo>
                  <a:pt x="10574" y="49883"/>
                </a:lnTo>
                <a:lnTo>
                  <a:pt x="10574" y="52631"/>
                </a:lnTo>
                <a:lnTo>
                  <a:pt x="11632" y="54956"/>
                </a:lnTo>
                <a:lnTo>
                  <a:pt x="12770" y="60452"/>
                </a:lnTo>
                <a:lnTo>
                  <a:pt x="15861" y="64468"/>
                </a:lnTo>
                <a:lnTo>
                  <a:pt x="45385" y="64468"/>
                </a:lnTo>
                <a:lnTo>
                  <a:pt x="48643" y="60452"/>
                </a:lnTo>
                <a:lnTo>
                  <a:pt x="49700" y="55273"/>
                </a:lnTo>
                <a:lnTo>
                  <a:pt x="50758" y="51786"/>
                </a:lnTo>
                <a:lnTo>
                  <a:pt x="51815" y="49566"/>
                </a:lnTo>
                <a:lnTo>
                  <a:pt x="57102" y="49566"/>
                </a:lnTo>
                <a:lnTo>
                  <a:pt x="59217" y="48298"/>
                </a:lnTo>
                <a:lnTo>
                  <a:pt x="59326" y="47135"/>
                </a:lnTo>
                <a:lnTo>
                  <a:pt x="60275" y="43436"/>
                </a:lnTo>
                <a:lnTo>
                  <a:pt x="60275" y="19657"/>
                </a:lnTo>
                <a:lnTo>
                  <a:pt x="59217" y="16804"/>
                </a:lnTo>
                <a:lnTo>
                  <a:pt x="57102" y="14373"/>
                </a:lnTo>
                <a:lnTo>
                  <a:pt x="51815" y="10145"/>
                </a:lnTo>
                <a:lnTo>
                  <a:pt x="48696" y="3910"/>
                </a:lnTo>
                <a:lnTo>
                  <a:pt x="48846" y="3910"/>
                </a:lnTo>
                <a:lnTo>
                  <a:pt x="43355" y="1056"/>
                </a:lnTo>
                <a:lnTo>
                  <a:pt x="42298" y="634"/>
                </a:lnTo>
                <a:lnTo>
                  <a:pt x="23264" y="634"/>
                </a:lnTo>
                <a:lnTo>
                  <a:pt x="23264" y="422"/>
                </a:lnTo>
                <a:close/>
              </a:path>
              <a:path w="60325" h="64770">
                <a:moveTo>
                  <a:pt x="39126" y="0"/>
                </a:moveTo>
                <a:lnTo>
                  <a:pt x="32781" y="0"/>
                </a:lnTo>
                <a:lnTo>
                  <a:pt x="29608" y="634"/>
                </a:lnTo>
                <a:lnTo>
                  <a:pt x="42298" y="634"/>
                </a:lnTo>
                <a:lnTo>
                  <a:pt x="41241" y="211"/>
                </a:lnTo>
                <a:lnTo>
                  <a:pt x="39126" y="0"/>
                </a:lnTo>
                <a:close/>
              </a:path>
            </a:pathLst>
          </a:custGeom>
          <a:solidFill>
            <a:srgbClr val="000000"/>
          </a:solidFill>
        </p:spPr>
        <p:txBody>
          <a:bodyPr wrap="square" lIns="0" tIns="0" rIns="0" bIns="0" rtlCol="0"/>
          <a:lstStyle/>
          <a:p>
            <a:endParaRPr/>
          </a:p>
        </p:txBody>
      </p:sp>
      <p:sp>
        <p:nvSpPr>
          <p:cNvPr id="254" name="object 254"/>
          <p:cNvSpPr/>
          <p:nvPr/>
        </p:nvSpPr>
        <p:spPr>
          <a:xfrm>
            <a:off x="14669906" y="1038552"/>
            <a:ext cx="59690" cy="59690"/>
          </a:xfrm>
          <a:custGeom>
            <a:avLst/>
            <a:gdLst/>
            <a:ahLst/>
            <a:cxnLst/>
            <a:rect l="l" t="t" r="r" b="b"/>
            <a:pathLst>
              <a:path w="59690" h="59690">
                <a:moveTo>
                  <a:pt x="50758" y="0"/>
                </a:moveTo>
                <a:lnTo>
                  <a:pt x="44413" y="0"/>
                </a:lnTo>
                <a:lnTo>
                  <a:pt x="43355" y="211"/>
                </a:lnTo>
                <a:lnTo>
                  <a:pt x="40183" y="528"/>
                </a:lnTo>
                <a:lnTo>
                  <a:pt x="12557" y="528"/>
                </a:lnTo>
                <a:lnTo>
                  <a:pt x="10574" y="2113"/>
                </a:lnTo>
                <a:lnTo>
                  <a:pt x="10574" y="7398"/>
                </a:lnTo>
                <a:lnTo>
                  <a:pt x="9517" y="9828"/>
                </a:lnTo>
                <a:lnTo>
                  <a:pt x="2114" y="9828"/>
                </a:lnTo>
                <a:lnTo>
                  <a:pt x="0" y="12682"/>
                </a:lnTo>
                <a:lnTo>
                  <a:pt x="1057" y="18600"/>
                </a:lnTo>
                <a:lnTo>
                  <a:pt x="1057" y="47347"/>
                </a:lnTo>
                <a:lnTo>
                  <a:pt x="5456" y="50095"/>
                </a:lnTo>
                <a:lnTo>
                  <a:pt x="11632" y="50095"/>
                </a:lnTo>
                <a:lnTo>
                  <a:pt x="11632" y="58021"/>
                </a:lnTo>
                <a:lnTo>
                  <a:pt x="13747" y="58761"/>
                </a:lnTo>
                <a:lnTo>
                  <a:pt x="16707" y="59501"/>
                </a:lnTo>
                <a:lnTo>
                  <a:pt x="31371" y="59501"/>
                </a:lnTo>
                <a:lnTo>
                  <a:pt x="34896" y="58972"/>
                </a:lnTo>
                <a:lnTo>
                  <a:pt x="48073" y="58972"/>
                </a:lnTo>
                <a:lnTo>
                  <a:pt x="50758" y="56647"/>
                </a:lnTo>
                <a:lnTo>
                  <a:pt x="50758" y="50729"/>
                </a:lnTo>
                <a:lnTo>
                  <a:pt x="57102" y="42802"/>
                </a:lnTo>
                <a:lnTo>
                  <a:pt x="59217" y="35827"/>
                </a:lnTo>
                <a:lnTo>
                  <a:pt x="59217" y="19657"/>
                </a:lnTo>
                <a:lnTo>
                  <a:pt x="50758" y="9194"/>
                </a:lnTo>
                <a:lnTo>
                  <a:pt x="48643" y="6235"/>
                </a:lnTo>
                <a:lnTo>
                  <a:pt x="50578" y="528"/>
                </a:lnTo>
                <a:lnTo>
                  <a:pt x="50686" y="211"/>
                </a:lnTo>
                <a:lnTo>
                  <a:pt x="50758" y="0"/>
                </a:lnTo>
                <a:close/>
              </a:path>
              <a:path w="59690" h="59690">
                <a:moveTo>
                  <a:pt x="48073" y="58972"/>
                </a:moveTo>
                <a:lnTo>
                  <a:pt x="37011" y="58972"/>
                </a:lnTo>
                <a:lnTo>
                  <a:pt x="42298" y="59501"/>
                </a:lnTo>
                <a:lnTo>
                  <a:pt x="47463" y="59501"/>
                </a:lnTo>
                <a:lnTo>
                  <a:pt x="48073" y="58972"/>
                </a:lnTo>
                <a:close/>
              </a:path>
            </a:pathLst>
          </a:custGeom>
          <a:solidFill>
            <a:srgbClr val="000000"/>
          </a:solidFill>
        </p:spPr>
        <p:txBody>
          <a:bodyPr wrap="square" lIns="0" tIns="0" rIns="0" bIns="0" rtlCol="0"/>
          <a:lstStyle/>
          <a:p>
            <a:endParaRPr/>
          </a:p>
        </p:txBody>
      </p:sp>
      <p:sp>
        <p:nvSpPr>
          <p:cNvPr id="255" name="object 255"/>
          <p:cNvSpPr/>
          <p:nvPr/>
        </p:nvSpPr>
        <p:spPr>
          <a:xfrm>
            <a:off x="14954363" y="4507158"/>
            <a:ext cx="59690" cy="64769"/>
          </a:xfrm>
          <a:custGeom>
            <a:avLst/>
            <a:gdLst/>
            <a:ahLst/>
            <a:cxnLst/>
            <a:rect l="l" t="t" r="r" b="b"/>
            <a:pathLst>
              <a:path w="59690" h="64770">
                <a:moveTo>
                  <a:pt x="36173" y="0"/>
                </a:moveTo>
                <a:lnTo>
                  <a:pt x="27494" y="0"/>
                </a:lnTo>
                <a:lnTo>
                  <a:pt x="21149" y="1056"/>
                </a:lnTo>
                <a:lnTo>
                  <a:pt x="19034" y="4650"/>
                </a:lnTo>
                <a:lnTo>
                  <a:pt x="15861" y="7503"/>
                </a:lnTo>
                <a:lnTo>
                  <a:pt x="12689" y="9934"/>
                </a:lnTo>
                <a:lnTo>
                  <a:pt x="9517" y="14373"/>
                </a:lnTo>
                <a:lnTo>
                  <a:pt x="396" y="15852"/>
                </a:lnTo>
                <a:lnTo>
                  <a:pt x="1013" y="15852"/>
                </a:lnTo>
                <a:lnTo>
                  <a:pt x="0" y="18283"/>
                </a:lnTo>
                <a:lnTo>
                  <a:pt x="0" y="22828"/>
                </a:lnTo>
                <a:lnTo>
                  <a:pt x="1057" y="25998"/>
                </a:lnTo>
                <a:lnTo>
                  <a:pt x="0" y="29380"/>
                </a:lnTo>
                <a:lnTo>
                  <a:pt x="0" y="32656"/>
                </a:lnTo>
                <a:lnTo>
                  <a:pt x="1057" y="32656"/>
                </a:lnTo>
                <a:lnTo>
                  <a:pt x="1057" y="36672"/>
                </a:lnTo>
                <a:lnTo>
                  <a:pt x="0" y="40794"/>
                </a:lnTo>
                <a:lnTo>
                  <a:pt x="1057" y="44810"/>
                </a:lnTo>
                <a:lnTo>
                  <a:pt x="1057" y="48721"/>
                </a:lnTo>
                <a:lnTo>
                  <a:pt x="2114" y="48721"/>
                </a:lnTo>
                <a:lnTo>
                  <a:pt x="11632" y="49777"/>
                </a:lnTo>
                <a:lnTo>
                  <a:pt x="14804" y="57915"/>
                </a:lnTo>
                <a:lnTo>
                  <a:pt x="21149" y="62565"/>
                </a:lnTo>
                <a:lnTo>
                  <a:pt x="22206" y="63411"/>
                </a:lnTo>
                <a:lnTo>
                  <a:pt x="25379" y="64045"/>
                </a:lnTo>
                <a:lnTo>
                  <a:pt x="26789" y="64468"/>
                </a:lnTo>
                <a:lnTo>
                  <a:pt x="35763" y="64468"/>
                </a:lnTo>
                <a:lnTo>
                  <a:pt x="43355" y="60240"/>
                </a:lnTo>
                <a:lnTo>
                  <a:pt x="49700" y="52314"/>
                </a:lnTo>
                <a:lnTo>
                  <a:pt x="50758" y="50729"/>
                </a:lnTo>
                <a:lnTo>
                  <a:pt x="53930" y="50412"/>
                </a:lnTo>
                <a:lnTo>
                  <a:pt x="54988" y="49355"/>
                </a:lnTo>
                <a:lnTo>
                  <a:pt x="57102" y="48721"/>
                </a:lnTo>
                <a:lnTo>
                  <a:pt x="59217" y="47769"/>
                </a:lnTo>
                <a:lnTo>
                  <a:pt x="59217" y="18706"/>
                </a:lnTo>
                <a:lnTo>
                  <a:pt x="58160" y="16909"/>
                </a:lnTo>
                <a:lnTo>
                  <a:pt x="57102" y="15852"/>
                </a:lnTo>
                <a:lnTo>
                  <a:pt x="53930" y="12365"/>
                </a:lnTo>
                <a:lnTo>
                  <a:pt x="50758" y="6763"/>
                </a:lnTo>
                <a:lnTo>
                  <a:pt x="46528" y="6024"/>
                </a:lnTo>
                <a:lnTo>
                  <a:pt x="41241" y="4861"/>
                </a:lnTo>
                <a:lnTo>
                  <a:pt x="36173" y="0"/>
                </a:lnTo>
                <a:close/>
              </a:path>
            </a:pathLst>
          </a:custGeom>
          <a:solidFill>
            <a:srgbClr val="000000"/>
          </a:solidFill>
        </p:spPr>
        <p:txBody>
          <a:bodyPr wrap="square" lIns="0" tIns="0" rIns="0" bIns="0" rtlCol="0"/>
          <a:lstStyle/>
          <a:p>
            <a:endParaRPr/>
          </a:p>
        </p:txBody>
      </p:sp>
      <p:sp>
        <p:nvSpPr>
          <p:cNvPr id="256" name="object 256"/>
          <p:cNvSpPr/>
          <p:nvPr/>
        </p:nvSpPr>
        <p:spPr>
          <a:xfrm>
            <a:off x="16404142" y="5948290"/>
            <a:ext cx="60325" cy="59690"/>
          </a:xfrm>
          <a:custGeom>
            <a:avLst/>
            <a:gdLst/>
            <a:ahLst/>
            <a:cxnLst/>
            <a:rect l="l" t="t" r="r" b="b"/>
            <a:pathLst>
              <a:path w="60325" h="59689">
                <a:moveTo>
                  <a:pt x="41241" y="0"/>
                </a:moveTo>
                <a:lnTo>
                  <a:pt x="29608" y="211"/>
                </a:lnTo>
                <a:lnTo>
                  <a:pt x="24321" y="0"/>
                </a:lnTo>
                <a:lnTo>
                  <a:pt x="19034" y="0"/>
                </a:lnTo>
                <a:lnTo>
                  <a:pt x="15861" y="1162"/>
                </a:lnTo>
                <a:lnTo>
                  <a:pt x="13747" y="4333"/>
                </a:lnTo>
                <a:lnTo>
                  <a:pt x="10574" y="7503"/>
                </a:lnTo>
                <a:lnTo>
                  <a:pt x="8459" y="10251"/>
                </a:lnTo>
                <a:lnTo>
                  <a:pt x="5287" y="12893"/>
                </a:lnTo>
                <a:lnTo>
                  <a:pt x="2114" y="15852"/>
                </a:lnTo>
                <a:lnTo>
                  <a:pt x="0" y="19023"/>
                </a:lnTo>
                <a:lnTo>
                  <a:pt x="0" y="23356"/>
                </a:lnTo>
                <a:lnTo>
                  <a:pt x="1057" y="30543"/>
                </a:lnTo>
                <a:lnTo>
                  <a:pt x="0" y="37941"/>
                </a:lnTo>
                <a:lnTo>
                  <a:pt x="1057" y="45127"/>
                </a:lnTo>
                <a:lnTo>
                  <a:pt x="1057" y="46290"/>
                </a:lnTo>
                <a:lnTo>
                  <a:pt x="2114" y="48826"/>
                </a:lnTo>
                <a:lnTo>
                  <a:pt x="3172" y="48826"/>
                </a:lnTo>
                <a:lnTo>
                  <a:pt x="9517" y="48721"/>
                </a:lnTo>
                <a:lnTo>
                  <a:pt x="11632" y="57176"/>
                </a:lnTo>
                <a:lnTo>
                  <a:pt x="11632" y="58127"/>
                </a:lnTo>
                <a:lnTo>
                  <a:pt x="13747" y="58761"/>
                </a:lnTo>
                <a:lnTo>
                  <a:pt x="16919" y="58972"/>
                </a:lnTo>
                <a:lnTo>
                  <a:pt x="23264" y="58866"/>
                </a:lnTo>
                <a:lnTo>
                  <a:pt x="28551" y="58866"/>
                </a:lnTo>
                <a:lnTo>
                  <a:pt x="31723" y="59395"/>
                </a:lnTo>
                <a:lnTo>
                  <a:pt x="34896" y="59395"/>
                </a:lnTo>
                <a:lnTo>
                  <a:pt x="35953" y="59184"/>
                </a:lnTo>
                <a:lnTo>
                  <a:pt x="38068" y="59184"/>
                </a:lnTo>
                <a:lnTo>
                  <a:pt x="40183" y="58972"/>
                </a:lnTo>
                <a:lnTo>
                  <a:pt x="46528" y="57070"/>
                </a:lnTo>
                <a:lnTo>
                  <a:pt x="48643" y="50623"/>
                </a:lnTo>
                <a:lnTo>
                  <a:pt x="57102" y="48087"/>
                </a:lnTo>
                <a:lnTo>
                  <a:pt x="60275" y="47558"/>
                </a:lnTo>
                <a:lnTo>
                  <a:pt x="59217" y="42274"/>
                </a:lnTo>
                <a:lnTo>
                  <a:pt x="59217" y="32551"/>
                </a:lnTo>
                <a:lnTo>
                  <a:pt x="59217" y="32762"/>
                </a:lnTo>
                <a:lnTo>
                  <a:pt x="59217" y="25470"/>
                </a:lnTo>
                <a:lnTo>
                  <a:pt x="60275" y="19446"/>
                </a:lnTo>
                <a:lnTo>
                  <a:pt x="58160" y="14690"/>
                </a:lnTo>
                <a:lnTo>
                  <a:pt x="53930" y="10991"/>
                </a:lnTo>
                <a:lnTo>
                  <a:pt x="50758" y="9088"/>
                </a:lnTo>
                <a:lnTo>
                  <a:pt x="48643" y="6763"/>
                </a:lnTo>
                <a:lnTo>
                  <a:pt x="46528" y="4227"/>
                </a:lnTo>
                <a:lnTo>
                  <a:pt x="44413" y="1162"/>
                </a:lnTo>
                <a:close/>
              </a:path>
            </a:pathLst>
          </a:custGeom>
          <a:solidFill>
            <a:srgbClr val="000000"/>
          </a:solidFill>
        </p:spPr>
        <p:txBody>
          <a:bodyPr wrap="square" lIns="0" tIns="0" rIns="0" bIns="0" rtlCol="0"/>
          <a:lstStyle/>
          <a:p>
            <a:endParaRPr/>
          </a:p>
        </p:txBody>
      </p:sp>
      <p:sp>
        <p:nvSpPr>
          <p:cNvPr id="257" name="object 257"/>
          <p:cNvSpPr/>
          <p:nvPr/>
        </p:nvSpPr>
        <p:spPr>
          <a:xfrm>
            <a:off x="14669906" y="3929480"/>
            <a:ext cx="59690" cy="59690"/>
          </a:xfrm>
          <a:custGeom>
            <a:avLst/>
            <a:gdLst/>
            <a:ahLst/>
            <a:cxnLst/>
            <a:rect l="l" t="t" r="r" b="b"/>
            <a:pathLst>
              <a:path w="59690" h="59689">
                <a:moveTo>
                  <a:pt x="41241" y="0"/>
                </a:moveTo>
                <a:lnTo>
                  <a:pt x="35953" y="0"/>
                </a:lnTo>
                <a:lnTo>
                  <a:pt x="33838" y="317"/>
                </a:lnTo>
                <a:lnTo>
                  <a:pt x="19034" y="211"/>
                </a:lnTo>
                <a:lnTo>
                  <a:pt x="12639" y="1842"/>
                </a:lnTo>
                <a:lnTo>
                  <a:pt x="6741" y="5971"/>
                </a:lnTo>
                <a:lnTo>
                  <a:pt x="2230" y="11684"/>
                </a:lnTo>
                <a:lnTo>
                  <a:pt x="0" y="18072"/>
                </a:lnTo>
                <a:lnTo>
                  <a:pt x="0" y="25364"/>
                </a:lnTo>
                <a:lnTo>
                  <a:pt x="21149" y="58866"/>
                </a:lnTo>
                <a:lnTo>
                  <a:pt x="26436" y="58761"/>
                </a:lnTo>
                <a:lnTo>
                  <a:pt x="30666" y="58866"/>
                </a:lnTo>
                <a:lnTo>
                  <a:pt x="32781" y="58972"/>
                </a:lnTo>
                <a:lnTo>
                  <a:pt x="32781" y="59184"/>
                </a:lnTo>
                <a:lnTo>
                  <a:pt x="35953" y="59184"/>
                </a:lnTo>
                <a:lnTo>
                  <a:pt x="39126" y="58338"/>
                </a:lnTo>
                <a:lnTo>
                  <a:pt x="43355" y="51997"/>
                </a:lnTo>
                <a:lnTo>
                  <a:pt x="46528" y="49038"/>
                </a:lnTo>
                <a:lnTo>
                  <a:pt x="49700" y="46607"/>
                </a:lnTo>
                <a:lnTo>
                  <a:pt x="54905" y="41939"/>
                </a:lnTo>
                <a:lnTo>
                  <a:pt x="58028" y="36606"/>
                </a:lnTo>
                <a:lnTo>
                  <a:pt x="59366" y="30541"/>
                </a:lnTo>
                <a:lnTo>
                  <a:pt x="59217" y="19446"/>
                </a:lnTo>
                <a:lnTo>
                  <a:pt x="58160" y="16064"/>
                </a:lnTo>
                <a:lnTo>
                  <a:pt x="54988" y="13105"/>
                </a:lnTo>
                <a:lnTo>
                  <a:pt x="51815" y="10462"/>
                </a:lnTo>
                <a:lnTo>
                  <a:pt x="49700" y="7503"/>
                </a:lnTo>
                <a:lnTo>
                  <a:pt x="46528" y="4438"/>
                </a:lnTo>
                <a:lnTo>
                  <a:pt x="44413" y="1479"/>
                </a:lnTo>
                <a:close/>
              </a:path>
            </a:pathLst>
          </a:custGeom>
          <a:solidFill>
            <a:srgbClr val="000000"/>
          </a:solidFill>
        </p:spPr>
        <p:txBody>
          <a:bodyPr wrap="square" lIns="0" tIns="0" rIns="0" bIns="0" rtlCol="0"/>
          <a:lstStyle/>
          <a:p>
            <a:endParaRPr/>
          </a:p>
        </p:txBody>
      </p:sp>
      <p:pic>
        <p:nvPicPr>
          <p:cNvPr id="258" name="object 258"/>
          <p:cNvPicPr/>
          <p:nvPr/>
        </p:nvPicPr>
        <p:blipFill>
          <a:blip r:embed="rId250" cstate="print"/>
          <a:stretch>
            <a:fillRect/>
          </a:stretch>
        </p:blipFill>
        <p:spPr>
          <a:xfrm>
            <a:off x="16973057" y="6232585"/>
            <a:ext cx="64505" cy="64362"/>
          </a:xfrm>
          <a:prstGeom prst="rect">
            <a:avLst/>
          </a:prstGeom>
        </p:spPr>
      </p:pic>
      <p:pic>
        <p:nvPicPr>
          <p:cNvPr id="259" name="object 259"/>
          <p:cNvPicPr/>
          <p:nvPr/>
        </p:nvPicPr>
        <p:blipFill>
          <a:blip r:embed="rId251" cstate="print"/>
          <a:stretch>
            <a:fillRect/>
          </a:stretch>
        </p:blipFill>
        <p:spPr>
          <a:xfrm>
            <a:off x="14380161" y="2189892"/>
            <a:ext cx="66620" cy="64151"/>
          </a:xfrm>
          <a:prstGeom prst="rect">
            <a:avLst/>
          </a:prstGeom>
        </p:spPr>
      </p:pic>
      <p:sp>
        <p:nvSpPr>
          <p:cNvPr id="260" name="object 260"/>
          <p:cNvSpPr/>
          <p:nvPr/>
        </p:nvSpPr>
        <p:spPr>
          <a:xfrm>
            <a:off x="14380821" y="2489300"/>
            <a:ext cx="66040" cy="59055"/>
          </a:xfrm>
          <a:custGeom>
            <a:avLst/>
            <a:gdLst/>
            <a:ahLst/>
            <a:cxnLst/>
            <a:rect l="l" t="t" r="r" b="b"/>
            <a:pathLst>
              <a:path w="66040" h="59055">
                <a:moveTo>
                  <a:pt x="41144" y="0"/>
                </a:moveTo>
                <a:lnTo>
                  <a:pt x="23276" y="0"/>
                </a:lnTo>
                <a:lnTo>
                  <a:pt x="19430" y="1056"/>
                </a:lnTo>
                <a:lnTo>
                  <a:pt x="16258" y="6235"/>
                </a:lnTo>
                <a:lnTo>
                  <a:pt x="13086" y="10145"/>
                </a:lnTo>
                <a:lnTo>
                  <a:pt x="8856" y="13210"/>
                </a:lnTo>
                <a:lnTo>
                  <a:pt x="5683" y="16592"/>
                </a:lnTo>
                <a:lnTo>
                  <a:pt x="1107" y="22527"/>
                </a:lnTo>
                <a:lnTo>
                  <a:pt x="0" y="27927"/>
                </a:lnTo>
                <a:lnTo>
                  <a:pt x="2263" y="33446"/>
                </a:lnTo>
                <a:lnTo>
                  <a:pt x="7798" y="39737"/>
                </a:lnTo>
                <a:lnTo>
                  <a:pt x="10971" y="42485"/>
                </a:lnTo>
                <a:lnTo>
                  <a:pt x="9913" y="46818"/>
                </a:lnTo>
                <a:lnTo>
                  <a:pt x="13203" y="50095"/>
                </a:lnTo>
                <a:lnTo>
                  <a:pt x="21545" y="57598"/>
                </a:lnTo>
                <a:lnTo>
                  <a:pt x="21545" y="58761"/>
                </a:lnTo>
                <a:lnTo>
                  <a:pt x="41541" y="58761"/>
                </a:lnTo>
                <a:lnTo>
                  <a:pt x="42598" y="57598"/>
                </a:lnTo>
                <a:lnTo>
                  <a:pt x="46924" y="53054"/>
                </a:lnTo>
                <a:lnTo>
                  <a:pt x="53269" y="50095"/>
                </a:lnTo>
                <a:lnTo>
                  <a:pt x="54327" y="42908"/>
                </a:lnTo>
                <a:lnTo>
                  <a:pt x="54327" y="40583"/>
                </a:lnTo>
                <a:lnTo>
                  <a:pt x="56442" y="39103"/>
                </a:lnTo>
                <a:lnTo>
                  <a:pt x="60671" y="39103"/>
                </a:lnTo>
                <a:lnTo>
                  <a:pt x="62786" y="38046"/>
                </a:lnTo>
                <a:lnTo>
                  <a:pt x="63844" y="37307"/>
                </a:lnTo>
                <a:lnTo>
                  <a:pt x="65842" y="22527"/>
                </a:lnTo>
                <a:lnTo>
                  <a:pt x="65959" y="21665"/>
                </a:lnTo>
                <a:lnTo>
                  <a:pt x="58556" y="15747"/>
                </a:lnTo>
                <a:lnTo>
                  <a:pt x="54327" y="12787"/>
                </a:lnTo>
                <a:lnTo>
                  <a:pt x="51154" y="9300"/>
                </a:lnTo>
                <a:lnTo>
                  <a:pt x="47982" y="5495"/>
                </a:lnTo>
                <a:lnTo>
                  <a:pt x="44809" y="1373"/>
                </a:lnTo>
                <a:lnTo>
                  <a:pt x="41144" y="0"/>
                </a:lnTo>
                <a:close/>
              </a:path>
            </a:pathLst>
          </a:custGeom>
          <a:solidFill>
            <a:srgbClr val="000000"/>
          </a:solidFill>
        </p:spPr>
        <p:txBody>
          <a:bodyPr wrap="square" lIns="0" tIns="0" rIns="0" bIns="0" rtlCol="0"/>
          <a:lstStyle/>
          <a:p>
            <a:endParaRPr/>
          </a:p>
        </p:txBody>
      </p:sp>
      <p:sp>
        <p:nvSpPr>
          <p:cNvPr id="261" name="object 261"/>
          <p:cNvSpPr/>
          <p:nvPr/>
        </p:nvSpPr>
        <p:spPr>
          <a:xfrm>
            <a:off x="14380161" y="2773489"/>
            <a:ext cx="66040" cy="59690"/>
          </a:xfrm>
          <a:custGeom>
            <a:avLst/>
            <a:gdLst/>
            <a:ahLst/>
            <a:cxnLst/>
            <a:rect l="l" t="t" r="r" b="b"/>
            <a:pathLst>
              <a:path w="66040" h="59689">
                <a:moveTo>
                  <a:pt x="11632" y="8877"/>
                </a:moveTo>
                <a:lnTo>
                  <a:pt x="11608" y="12999"/>
                </a:lnTo>
                <a:lnTo>
                  <a:pt x="10574" y="17649"/>
                </a:lnTo>
                <a:lnTo>
                  <a:pt x="9517" y="19868"/>
                </a:lnTo>
                <a:lnTo>
                  <a:pt x="3172" y="19868"/>
                </a:lnTo>
                <a:lnTo>
                  <a:pt x="1057" y="21771"/>
                </a:lnTo>
                <a:lnTo>
                  <a:pt x="1057" y="34770"/>
                </a:lnTo>
                <a:lnTo>
                  <a:pt x="0" y="39632"/>
                </a:lnTo>
                <a:lnTo>
                  <a:pt x="8523" y="39632"/>
                </a:lnTo>
                <a:lnTo>
                  <a:pt x="10574" y="43014"/>
                </a:lnTo>
                <a:lnTo>
                  <a:pt x="10574" y="45022"/>
                </a:lnTo>
                <a:lnTo>
                  <a:pt x="11632" y="48087"/>
                </a:lnTo>
                <a:lnTo>
                  <a:pt x="9517" y="53054"/>
                </a:lnTo>
                <a:lnTo>
                  <a:pt x="12689" y="53477"/>
                </a:lnTo>
                <a:lnTo>
                  <a:pt x="17976" y="53899"/>
                </a:lnTo>
                <a:lnTo>
                  <a:pt x="20091" y="58127"/>
                </a:lnTo>
                <a:lnTo>
                  <a:pt x="23264" y="58338"/>
                </a:lnTo>
                <a:lnTo>
                  <a:pt x="26436" y="58655"/>
                </a:lnTo>
                <a:lnTo>
                  <a:pt x="30666" y="58972"/>
                </a:lnTo>
                <a:lnTo>
                  <a:pt x="33838" y="58972"/>
                </a:lnTo>
                <a:lnTo>
                  <a:pt x="34896" y="59289"/>
                </a:lnTo>
                <a:lnTo>
                  <a:pt x="41241" y="59289"/>
                </a:lnTo>
                <a:lnTo>
                  <a:pt x="48643" y="57493"/>
                </a:lnTo>
                <a:lnTo>
                  <a:pt x="53930" y="48826"/>
                </a:lnTo>
                <a:lnTo>
                  <a:pt x="54988" y="45022"/>
                </a:lnTo>
                <a:lnTo>
                  <a:pt x="54988" y="38680"/>
                </a:lnTo>
                <a:lnTo>
                  <a:pt x="64505" y="38680"/>
                </a:lnTo>
                <a:lnTo>
                  <a:pt x="64505" y="37201"/>
                </a:lnTo>
                <a:lnTo>
                  <a:pt x="65562" y="32339"/>
                </a:lnTo>
                <a:lnTo>
                  <a:pt x="65562" y="27266"/>
                </a:lnTo>
                <a:lnTo>
                  <a:pt x="64505" y="22722"/>
                </a:lnTo>
                <a:lnTo>
                  <a:pt x="64505" y="20925"/>
                </a:lnTo>
                <a:lnTo>
                  <a:pt x="59217" y="20925"/>
                </a:lnTo>
                <a:lnTo>
                  <a:pt x="54988" y="16909"/>
                </a:lnTo>
                <a:lnTo>
                  <a:pt x="54988" y="12999"/>
                </a:lnTo>
                <a:lnTo>
                  <a:pt x="52873" y="10991"/>
                </a:lnTo>
                <a:lnTo>
                  <a:pt x="52608" y="10462"/>
                </a:lnTo>
                <a:lnTo>
                  <a:pt x="15861" y="10462"/>
                </a:lnTo>
                <a:lnTo>
                  <a:pt x="11632" y="8877"/>
                </a:lnTo>
                <a:close/>
              </a:path>
              <a:path w="66040" h="59689">
                <a:moveTo>
                  <a:pt x="64505" y="38680"/>
                </a:moveTo>
                <a:lnTo>
                  <a:pt x="62390" y="38680"/>
                </a:lnTo>
                <a:lnTo>
                  <a:pt x="63447" y="38892"/>
                </a:lnTo>
                <a:lnTo>
                  <a:pt x="64505" y="38892"/>
                </a:lnTo>
                <a:lnTo>
                  <a:pt x="64505" y="38680"/>
                </a:lnTo>
                <a:close/>
              </a:path>
              <a:path w="66040" h="59689">
                <a:moveTo>
                  <a:pt x="40183" y="0"/>
                </a:moveTo>
                <a:lnTo>
                  <a:pt x="24321" y="0"/>
                </a:lnTo>
                <a:lnTo>
                  <a:pt x="19034" y="634"/>
                </a:lnTo>
                <a:lnTo>
                  <a:pt x="22107" y="7186"/>
                </a:lnTo>
                <a:lnTo>
                  <a:pt x="22206" y="7398"/>
                </a:lnTo>
                <a:lnTo>
                  <a:pt x="19034" y="9194"/>
                </a:lnTo>
                <a:lnTo>
                  <a:pt x="15861" y="10462"/>
                </a:lnTo>
                <a:lnTo>
                  <a:pt x="52608" y="10462"/>
                </a:lnTo>
                <a:lnTo>
                  <a:pt x="51815" y="8877"/>
                </a:lnTo>
                <a:lnTo>
                  <a:pt x="47585" y="8454"/>
                </a:lnTo>
                <a:lnTo>
                  <a:pt x="45470" y="7186"/>
                </a:lnTo>
                <a:lnTo>
                  <a:pt x="45470" y="3381"/>
                </a:lnTo>
                <a:lnTo>
                  <a:pt x="44413" y="1056"/>
                </a:lnTo>
                <a:lnTo>
                  <a:pt x="43355" y="845"/>
                </a:lnTo>
                <a:lnTo>
                  <a:pt x="40183" y="0"/>
                </a:lnTo>
                <a:close/>
              </a:path>
            </a:pathLst>
          </a:custGeom>
          <a:solidFill>
            <a:srgbClr val="000000"/>
          </a:solidFill>
        </p:spPr>
        <p:txBody>
          <a:bodyPr wrap="square" lIns="0" tIns="0" rIns="0" bIns="0" rtlCol="0"/>
          <a:lstStyle/>
          <a:p>
            <a:endParaRPr/>
          </a:p>
        </p:txBody>
      </p:sp>
      <p:sp>
        <p:nvSpPr>
          <p:cNvPr id="262" name="object 262"/>
          <p:cNvSpPr/>
          <p:nvPr/>
        </p:nvSpPr>
        <p:spPr>
          <a:xfrm>
            <a:off x="14386538" y="1906020"/>
            <a:ext cx="53975" cy="59055"/>
          </a:xfrm>
          <a:custGeom>
            <a:avLst/>
            <a:gdLst/>
            <a:ahLst/>
            <a:cxnLst/>
            <a:rect l="l" t="t" r="r" b="b"/>
            <a:pathLst>
              <a:path w="53975" h="59055">
                <a:moveTo>
                  <a:pt x="46948" y="9828"/>
                </a:moveTo>
                <a:lnTo>
                  <a:pt x="7316" y="9828"/>
                </a:lnTo>
                <a:lnTo>
                  <a:pt x="5254" y="13950"/>
                </a:lnTo>
                <a:lnTo>
                  <a:pt x="3139" y="18812"/>
                </a:lnTo>
                <a:lnTo>
                  <a:pt x="0" y="27356"/>
                </a:lnTo>
                <a:lnTo>
                  <a:pt x="231" y="35008"/>
                </a:lnTo>
                <a:lnTo>
                  <a:pt x="4031" y="42145"/>
                </a:lnTo>
                <a:lnTo>
                  <a:pt x="11599" y="49143"/>
                </a:lnTo>
                <a:lnTo>
                  <a:pt x="12656" y="49989"/>
                </a:lnTo>
                <a:lnTo>
                  <a:pt x="14771" y="51363"/>
                </a:lnTo>
                <a:lnTo>
                  <a:pt x="14771" y="52525"/>
                </a:lnTo>
                <a:lnTo>
                  <a:pt x="13713" y="57070"/>
                </a:lnTo>
                <a:lnTo>
                  <a:pt x="15953" y="58972"/>
                </a:lnTo>
                <a:lnTo>
                  <a:pt x="21116" y="58972"/>
                </a:lnTo>
                <a:lnTo>
                  <a:pt x="23231" y="58549"/>
                </a:lnTo>
                <a:lnTo>
                  <a:pt x="23231" y="58338"/>
                </a:lnTo>
                <a:lnTo>
                  <a:pt x="31992" y="58338"/>
                </a:lnTo>
                <a:lnTo>
                  <a:pt x="33805" y="57070"/>
                </a:lnTo>
                <a:lnTo>
                  <a:pt x="36978" y="53159"/>
                </a:lnTo>
                <a:lnTo>
                  <a:pt x="40150" y="48192"/>
                </a:lnTo>
                <a:lnTo>
                  <a:pt x="47552" y="48192"/>
                </a:lnTo>
                <a:lnTo>
                  <a:pt x="48610" y="45550"/>
                </a:lnTo>
                <a:lnTo>
                  <a:pt x="48610" y="44282"/>
                </a:lnTo>
                <a:lnTo>
                  <a:pt x="52179" y="36402"/>
                </a:lnTo>
                <a:lnTo>
                  <a:pt x="53368" y="30701"/>
                </a:lnTo>
                <a:lnTo>
                  <a:pt x="52179" y="24842"/>
                </a:lnTo>
                <a:lnTo>
                  <a:pt x="48610" y="16486"/>
                </a:lnTo>
                <a:lnTo>
                  <a:pt x="49667" y="10462"/>
                </a:lnTo>
                <a:lnTo>
                  <a:pt x="46948" y="9828"/>
                </a:lnTo>
                <a:close/>
              </a:path>
              <a:path w="53975" h="59055">
                <a:moveTo>
                  <a:pt x="31992" y="58338"/>
                </a:moveTo>
                <a:lnTo>
                  <a:pt x="25346" y="58338"/>
                </a:lnTo>
                <a:lnTo>
                  <a:pt x="27460" y="58972"/>
                </a:lnTo>
                <a:lnTo>
                  <a:pt x="30280" y="58972"/>
                </a:lnTo>
                <a:lnTo>
                  <a:pt x="31690" y="58549"/>
                </a:lnTo>
                <a:lnTo>
                  <a:pt x="31992" y="58338"/>
                </a:lnTo>
                <a:close/>
              </a:path>
              <a:path w="53975" h="59055">
                <a:moveTo>
                  <a:pt x="28518" y="0"/>
                </a:moveTo>
                <a:lnTo>
                  <a:pt x="23231" y="0"/>
                </a:lnTo>
                <a:lnTo>
                  <a:pt x="20058" y="1902"/>
                </a:lnTo>
                <a:lnTo>
                  <a:pt x="17943" y="4121"/>
                </a:lnTo>
                <a:lnTo>
                  <a:pt x="15828" y="8032"/>
                </a:lnTo>
                <a:lnTo>
                  <a:pt x="12656" y="8560"/>
                </a:lnTo>
                <a:lnTo>
                  <a:pt x="6888" y="9828"/>
                </a:lnTo>
                <a:lnTo>
                  <a:pt x="36978" y="9828"/>
                </a:lnTo>
                <a:lnTo>
                  <a:pt x="35920" y="8771"/>
                </a:lnTo>
                <a:lnTo>
                  <a:pt x="34863" y="7609"/>
                </a:lnTo>
                <a:lnTo>
                  <a:pt x="33805" y="6341"/>
                </a:lnTo>
                <a:lnTo>
                  <a:pt x="31690" y="2325"/>
                </a:lnTo>
                <a:lnTo>
                  <a:pt x="28518" y="0"/>
                </a:lnTo>
                <a:close/>
              </a:path>
            </a:pathLst>
          </a:custGeom>
          <a:solidFill>
            <a:srgbClr val="000000"/>
          </a:solidFill>
        </p:spPr>
        <p:txBody>
          <a:bodyPr wrap="square" lIns="0" tIns="0" rIns="0" bIns="0" rtlCol="0"/>
          <a:lstStyle/>
          <a:p>
            <a:endParaRPr/>
          </a:p>
        </p:txBody>
      </p:sp>
      <p:sp>
        <p:nvSpPr>
          <p:cNvPr id="263" name="object 263"/>
          <p:cNvSpPr/>
          <p:nvPr/>
        </p:nvSpPr>
        <p:spPr>
          <a:xfrm>
            <a:off x="18128862" y="6531887"/>
            <a:ext cx="59690" cy="58419"/>
          </a:xfrm>
          <a:custGeom>
            <a:avLst/>
            <a:gdLst/>
            <a:ahLst/>
            <a:cxnLst/>
            <a:rect l="l" t="t" r="r" b="b"/>
            <a:pathLst>
              <a:path w="59690" h="58420">
                <a:moveTo>
                  <a:pt x="48723" y="38258"/>
                </a:moveTo>
                <a:lnTo>
                  <a:pt x="7402" y="38258"/>
                </a:lnTo>
                <a:lnTo>
                  <a:pt x="9517" y="40266"/>
                </a:lnTo>
                <a:lnTo>
                  <a:pt x="10574" y="42274"/>
                </a:lnTo>
                <a:lnTo>
                  <a:pt x="11632" y="47769"/>
                </a:lnTo>
                <a:lnTo>
                  <a:pt x="12689" y="48087"/>
                </a:lnTo>
                <a:lnTo>
                  <a:pt x="16919" y="48826"/>
                </a:lnTo>
                <a:lnTo>
                  <a:pt x="20091" y="49038"/>
                </a:lnTo>
                <a:lnTo>
                  <a:pt x="20091" y="55696"/>
                </a:lnTo>
                <a:lnTo>
                  <a:pt x="22495" y="58338"/>
                </a:lnTo>
                <a:lnTo>
                  <a:pt x="38068" y="58338"/>
                </a:lnTo>
                <a:lnTo>
                  <a:pt x="40183" y="56858"/>
                </a:lnTo>
                <a:lnTo>
                  <a:pt x="40183" y="50940"/>
                </a:lnTo>
                <a:lnTo>
                  <a:pt x="42298" y="48615"/>
                </a:lnTo>
                <a:lnTo>
                  <a:pt x="50678" y="48615"/>
                </a:lnTo>
                <a:lnTo>
                  <a:pt x="48782" y="38575"/>
                </a:lnTo>
                <a:lnTo>
                  <a:pt x="48723" y="38258"/>
                </a:lnTo>
                <a:close/>
              </a:path>
              <a:path w="59690" h="58420">
                <a:moveTo>
                  <a:pt x="50678" y="48615"/>
                </a:moveTo>
                <a:lnTo>
                  <a:pt x="42298" y="48615"/>
                </a:lnTo>
                <a:lnTo>
                  <a:pt x="44413" y="49038"/>
                </a:lnTo>
                <a:lnTo>
                  <a:pt x="50758" y="49038"/>
                </a:lnTo>
                <a:lnTo>
                  <a:pt x="50678" y="48615"/>
                </a:lnTo>
                <a:close/>
              </a:path>
              <a:path w="59690" h="58420">
                <a:moveTo>
                  <a:pt x="33838" y="0"/>
                </a:moveTo>
                <a:lnTo>
                  <a:pt x="28551" y="0"/>
                </a:lnTo>
                <a:lnTo>
                  <a:pt x="22206" y="634"/>
                </a:lnTo>
                <a:lnTo>
                  <a:pt x="21149" y="845"/>
                </a:lnTo>
                <a:lnTo>
                  <a:pt x="21149" y="5601"/>
                </a:lnTo>
                <a:lnTo>
                  <a:pt x="20091" y="6869"/>
                </a:lnTo>
                <a:lnTo>
                  <a:pt x="17976" y="8666"/>
                </a:lnTo>
                <a:lnTo>
                  <a:pt x="13635" y="8666"/>
                </a:lnTo>
                <a:lnTo>
                  <a:pt x="9517" y="12576"/>
                </a:lnTo>
                <a:lnTo>
                  <a:pt x="9517" y="18177"/>
                </a:lnTo>
                <a:lnTo>
                  <a:pt x="8459" y="18389"/>
                </a:lnTo>
                <a:lnTo>
                  <a:pt x="2114" y="19234"/>
                </a:lnTo>
                <a:lnTo>
                  <a:pt x="0" y="21137"/>
                </a:lnTo>
                <a:lnTo>
                  <a:pt x="1057" y="27266"/>
                </a:lnTo>
                <a:lnTo>
                  <a:pt x="1057" y="30331"/>
                </a:lnTo>
                <a:lnTo>
                  <a:pt x="0" y="34136"/>
                </a:lnTo>
                <a:lnTo>
                  <a:pt x="1057" y="36567"/>
                </a:lnTo>
                <a:lnTo>
                  <a:pt x="3172" y="38575"/>
                </a:lnTo>
                <a:lnTo>
                  <a:pt x="7402" y="38258"/>
                </a:lnTo>
                <a:lnTo>
                  <a:pt x="48723" y="38258"/>
                </a:lnTo>
                <a:lnTo>
                  <a:pt x="48663" y="37941"/>
                </a:lnTo>
                <a:lnTo>
                  <a:pt x="57216" y="37941"/>
                </a:lnTo>
                <a:lnTo>
                  <a:pt x="58160" y="35299"/>
                </a:lnTo>
                <a:lnTo>
                  <a:pt x="59217" y="32551"/>
                </a:lnTo>
                <a:lnTo>
                  <a:pt x="59217" y="20291"/>
                </a:lnTo>
                <a:lnTo>
                  <a:pt x="57102" y="19023"/>
                </a:lnTo>
                <a:lnTo>
                  <a:pt x="50909" y="19023"/>
                </a:lnTo>
                <a:lnTo>
                  <a:pt x="48643" y="17438"/>
                </a:lnTo>
                <a:lnTo>
                  <a:pt x="49700" y="14478"/>
                </a:lnTo>
                <a:lnTo>
                  <a:pt x="49700" y="10040"/>
                </a:lnTo>
                <a:lnTo>
                  <a:pt x="46528" y="9406"/>
                </a:lnTo>
                <a:lnTo>
                  <a:pt x="36870" y="9406"/>
                </a:lnTo>
                <a:lnTo>
                  <a:pt x="42298" y="1268"/>
                </a:lnTo>
                <a:lnTo>
                  <a:pt x="38672" y="634"/>
                </a:lnTo>
                <a:lnTo>
                  <a:pt x="35953" y="211"/>
                </a:lnTo>
                <a:lnTo>
                  <a:pt x="33838" y="0"/>
                </a:lnTo>
                <a:close/>
              </a:path>
              <a:path w="59690" h="58420">
                <a:moveTo>
                  <a:pt x="57216" y="37941"/>
                </a:moveTo>
                <a:lnTo>
                  <a:pt x="56045" y="37941"/>
                </a:lnTo>
                <a:lnTo>
                  <a:pt x="57102" y="38258"/>
                </a:lnTo>
                <a:lnTo>
                  <a:pt x="57216" y="37941"/>
                </a:lnTo>
                <a:close/>
              </a:path>
            </a:pathLst>
          </a:custGeom>
          <a:solidFill>
            <a:srgbClr val="000000"/>
          </a:solidFill>
        </p:spPr>
        <p:txBody>
          <a:bodyPr wrap="square" lIns="0" tIns="0" rIns="0" bIns="0" rtlCol="0"/>
          <a:lstStyle/>
          <a:p>
            <a:endParaRPr/>
          </a:p>
        </p:txBody>
      </p:sp>
      <p:sp>
        <p:nvSpPr>
          <p:cNvPr id="264" name="object 264"/>
          <p:cNvSpPr/>
          <p:nvPr/>
        </p:nvSpPr>
        <p:spPr>
          <a:xfrm>
            <a:off x="14386010" y="3062223"/>
            <a:ext cx="55880" cy="55880"/>
          </a:xfrm>
          <a:custGeom>
            <a:avLst/>
            <a:gdLst/>
            <a:ahLst/>
            <a:cxnLst/>
            <a:rect l="l" t="t" r="r" b="b"/>
            <a:pathLst>
              <a:path w="55880" h="55880">
                <a:moveTo>
                  <a:pt x="32219" y="0"/>
                </a:moveTo>
                <a:lnTo>
                  <a:pt x="26932" y="0"/>
                </a:lnTo>
                <a:lnTo>
                  <a:pt x="24817" y="105"/>
                </a:lnTo>
                <a:lnTo>
                  <a:pt x="23759" y="422"/>
                </a:lnTo>
                <a:lnTo>
                  <a:pt x="22702" y="317"/>
                </a:lnTo>
                <a:lnTo>
                  <a:pt x="20587" y="0"/>
                </a:lnTo>
                <a:lnTo>
                  <a:pt x="17415" y="105"/>
                </a:lnTo>
                <a:lnTo>
                  <a:pt x="17415" y="422"/>
                </a:lnTo>
                <a:lnTo>
                  <a:pt x="13185" y="3276"/>
                </a:lnTo>
                <a:lnTo>
                  <a:pt x="10012" y="6763"/>
                </a:lnTo>
                <a:lnTo>
                  <a:pt x="6840" y="10568"/>
                </a:lnTo>
                <a:lnTo>
                  <a:pt x="3668" y="14161"/>
                </a:lnTo>
                <a:lnTo>
                  <a:pt x="4725" y="19763"/>
                </a:lnTo>
                <a:lnTo>
                  <a:pt x="495" y="22405"/>
                </a:lnTo>
                <a:lnTo>
                  <a:pt x="0" y="29580"/>
                </a:lnTo>
                <a:lnTo>
                  <a:pt x="1288" y="36289"/>
                </a:lnTo>
                <a:lnTo>
                  <a:pt x="3767" y="42662"/>
                </a:lnTo>
                <a:lnTo>
                  <a:pt x="6840" y="48826"/>
                </a:lnTo>
                <a:lnTo>
                  <a:pt x="12127" y="48826"/>
                </a:lnTo>
                <a:lnTo>
                  <a:pt x="14242" y="52420"/>
                </a:lnTo>
                <a:lnTo>
                  <a:pt x="17415" y="53582"/>
                </a:lnTo>
                <a:lnTo>
                  <a:pt x="19529" y="54533"/>
                </a:lnTo>
                <a:lnTo>
                  <a:pt x="22702" y="55167"/>
                </a:lnTo>
                <a:lnTo>
                  <a:pt x="25874" y="55167"/>
                </a:lnTo>
                <a:lnTo>
                  <a:pt x="27989" y="55273"/>
                </a:lnTo>
                <a:lnTo>
                  <a:pt x="30104" y="54745"/>
                </a:lnTo>
                <a:lnTo>
                  <a:pt x="31162" y="53688"/>
                </a:lnTo>
                <a:lnTo>
                  <a:pt x="35391" y="50834"/>
                </a:lnTo>
                <a:lnTo>
                  <a:pt x="40679" y="50306"/>
                </a:lnTo>
                <a:lnTo>
                  <a:pt x="43851" y="47241"/>
                </a:lnTo>
                <a:lnTo>
                  <a:pt x="47023" y="43965"/>
                </a:lnTo>
                <a:lnTo>
                  <a:pt x="50196" y="40371"/>
                </a:lnTo>
                <a:lnTo>
                  <a:pt x="54426" y="36884"/>
                </a:lnTo>
                <a:lnTo>
                  <a:pt x="54426" y="34559"/>
                </a:lnTo>
                <a:lnTo>
                  <a:pt x="53368" y="30014"/>
                </a:lnTo>
                <a:lnTo>
                  <a:pt x="55483" y="25047"/>
                </a:lnTo>
                <a:lnTo>
                  <a:pt x="52311" y="20608"/>
                </a:lnTo>
                <a:lnTo>
                  <a:pt x="48081" y="15852"/>
                </a:lnTo>
                <a:lnTo>
                  <a:pt x="48081" y="7080"/>
                </a:lnTo>
                <a:lnTo>
                  <a:pt x="36449" y="4861"/>
                </a:lnTo>
                <a:close/>
              </a:path>
            </a:pathLst>
          </a:custGeom>
          <a:solidFill>
            <a:srgbClr val="000000"/>
          </a:solidFill>
        </p:spPr>
        <p:txBody>
          <a:bodyPr wrap="square" lIns="0" tIns="0" rIns="0" bIns="0" rtlCol="0"/>
          <a:lstStyle/>
          <a:p>
            <a:endParaRPr/>
          </a:p>
        </p:txBody>
      </p:sp>
      <p:sp>
        <p:nvSpPr>
          <p:cNvPr id="265" name="object 265"/>
          <p:cNvSpPr/>
          <p:nvPr/>
        </p:nvSpPr>
        <p:spPr>
          <a:xfrm>
            <a:off x="15537023" y="5369977"/>
            <a:ext cx="59690" cy="54610"/>
          </a:xfrm>
          <a:custGeom>
            <a:avLst/>
            <a:gdLst/>
            <a:ahLst/>
            <a:cxnLst/>
            <a:rect l="l" t="t" r="r" b="b"/>
            <a:pathLst>
              <a:path w="59690" h="54610">
                <a:moveTo>
                  <a:pt x="29080" y="0"/>
                </a:moveTo>
                <a:lnTo>
                  <a:pt x="24321" y="0"/>
                </a:lnTo>
                <a:lnTo>
                  <a:pt x="24321" y="528"/>
                </a:lnTo>
                <a:lnTo>
                  <a:pt x="24086" y="528"/>
                </a:lnTo>
                <a:lnTo>
                  <a:pt x="20091" y="2325"/>
                </a:lnTo>
                <a:lnTo>
                  <a:pt x="15861" y="5284"/>
                </a:lnTo>
                <a:lnTo>
                  <a:pt x="11632" y="6235"/>
                </a:lnTo>
                <a:lnTo>
                  <a:pt x="11632" y="14478"/>
                </a:lnTo>
                <a:lnTo>
                  <a:pt x="3172" y="17121"/>
                </a:lnTo>
                <a:lnTo>
                  <a:pt x="1057" y="23673"/>
                </a:lnTo>
                <a:lnTo>
                  <a:pt x="0" y="25893"/>
                </a:lnTo>
                <a:lnTo>
                  <a:pt x="0" y="28640"/>
                </a:lnTo>
                <a:lnTo>
                  <a:pt x="1057" y="30965"/>
                </a:lnTo>
                <a:lnTo>
                  <a:pt x="2114" y="37201"/>
                </a:lnTo>
                <a:lnTo>
                  <a:pt x="11632" y="38258"/>
                </a:lnTo>
                <a:lnTo>
                  <a:pt x="10574" y="46501"/>
                </a:lnTo>
                <a:lnTo>
                  <a:pt x="10574" y="46924"/>
                </a:lnTo>
                <a:lnTo>
                  <a:pt x="11632" y="48192"/>
                </a:lnTo>
                <a:lnTo>
                  <a:pt x="17976" y="48192"/>
                </a:lnTo>
                <a:lnTo>
                  <a:pt x="21043" y="54322"/>
                </a:lnTo>
                <a:lnTo>
                  <a:pt x="21149" y="54533"/>
                </a:lnTo>
                <a:lnTo>
                  <a:pt x="27494" y="54533"/>
                </a:lnTo>
                <a:lnTo>
                  <a:pt x="28551" y="54322"/>
                </a:lnTo>
                <a:lnTo>
                  <a:pt x="29608" y="53899"/>
                </a:lnTo>
                <a:lnTo>
                  <a:pt x="34896" y="51257"/>
                </a:lnTo>
                <a:lnTo>
                  <a:pt x="43355" y="50517"/>
                </a:lnTo>
                <a:lnTo>
                  <a:pt x="46528" y="44176"/>
                </a:lnTo>
                <a:lnTo>
                  <a:pt x="49700" y="38258"/>
                </a:lnTo>
                <a:lnTo>
                  <a:pt x="54988" y="32973"/>
                </a:lnTo>
                <a:lnTo>
                  <a:pt x="54988" y="25364"/>
                </a:lnTo>
                <a:lnTo>
                  <a:pt x="59217" y="17860"/>
                </a:lnTo>
                <a:lnTo>
                  <a:pt x="49700" y="14478"/>
                </a:lnTo>
                <a:lnTo>
                  <a:pt x="49700" y="7820"/>
                </a:lnTo>
                <a:lnTo>
                  <a:pt x="48643" y="5284"/>
                </a:lnTo>
                <a:lnTo>
                  <a:pt x="47585" y="4967"/>
                </a:lnTo>
                <a:lnTo>
                  <a:pt x="39549" y="4967"/>
                </a:lnTo>
                <a:lnTo>
                  <a:pt x="37011" y="4333"/>
                </a:lnTo>
                <a:lnTo>
                  <a:pt x="35953" y="1796"/>
                </a:lnTo>
                <a:lnTo>
                  <a:pt x="32781" y="1162"/>
                </a:lnTo>
                <a:lnTo>
                  <a:pt x="31723" y="528"/>
                </a:lnTo>
                <a:lnTo>
                  <a:pt x="29080" y="0"/>
                </a:lnTo>
                <a:close/>
              </a:path>
            </a:pathLst>
          </a:custGeom>
          <a:solidFill>
            <a:srgbClr val="000000"/>
          </a:solidFill>
        </p:spPr>
        <p:txBody>
          <a:bodyPr wrap="square" lIns="0" tIns="0" rIns="0" bIns="0" rtlCol="0"/>
          <a:lstStyle/>
          <a:p>
            <a:endParaRPr/>
          </a:p>
        </p:txBody>
      </p:sp>
      <p:sp>
        <p:nvSpPr>
          <p:cNvPr id="266" name="object 266"/>
          <p:cNvSpPr/>
          <p:nvPr/>
        </p:nvSpPr>
        <p:spPr>
          <a:xfrm>
            <a:off x="14675060" y="759541"/>
            <a:ext cx="45085" cy="45085"/>
          </a:xfrm>
          <a:custGeom>
            <a:avLst/>
            <a:gdLst/>
            <a:ahLst/>
            <a:cxnLst/>
            <a:rect l="l" t="t" r="r" b="b"/>
            <a:pathLst>
              <a:path w="45084" h="45084">
                <a:moveTo>
                  <a:pt x="15994" y="44388"/>
                </a:moveTo>
                <a:lnTo>
                  <a:pt x="10706" y="44388"/>
                </a:lnTo>
                <a:lnTo>
                  <a:pt x="10706" y="44599"/>
                </a:lnTo>
                <a:lnTo>
                  <a:pt x="11764" y="44599"/>
                </a:lnTo>
                <a:lnTo>
                  <a:pt x="15994" y="44388"/>
                </a:lnTo>
                <a:close/>
              </a:path>
              <a:path w="45084" h="45084">
                <a:moveTo>
                  <a:pt x="15994" y="0"/>
                </a:moveTo>
                <a:lnTo>
                  <a:pt x="13879" y="0"/>
                </a:lnTo>
                <a:lnTo>
                  <a:pt x="11764" y="317"/>
                </a:lnTo>
                <a:lnTo>
                  <a:pt x="10706" y="1902"/>
                </a:lnTo>
                <a:lnTo>
                  <a:pt x="7534" y="5601"/>
                </a:lnTo>
                <a:lnTo>
                  <a:pt x="3304" y="8877"/>
                </a:lnTo>
                <a:lnTo>
                  <a:pt x="132" y="12365"/>
                </a:lnTo>
                <a:lnTo>
                  <a:pt x="214" y="18787"/>
                </a:lnTo>
                <a:lnTo>
                  <a:pt x="0" y="25298"/>
                </a:lnTo>
                <a:lnTo>
                  <a:pt x="1173" y="31552"/>
                </a:lnTo>
                <a:lnTo>
                  <a:pt x="5419" y="37201"/>
                </a:lnTo>
                <a:lnTo>
                  <a:pt x="4362" y="42274"/>
                </a:lnTo>
                <a:lnTo>
                  <a:pt x="6588" y="44388"/>
                </a:lnTo>
                <a:lnTo>
                  <a:pt x="42313" y="44388"/>
                </a:lnTo>
                <a:lnTo>
                  <a:pt x="43488" y="42274"/>
                </a:lnTo>
                <a:lnTo>
                  <a:pt x="43488" y="41111"/>
                </a:lnTo>
                <a:lnTo>
                  <a:pt x="44545" y="35404"/>
                </a:lnTo>
                <a:lnTo>
                  <a:pt x="44545" y="5918"/>
                </a:lnTo>
                <a:lnTo>
                  <a:pt x="36085" y="5918"/>
                </a:lnTo>
                <a:lnTo>
                  <a:pt x="33970" y="317"/>
                </a:lnTo>
                <a:lnTo>
                  <a:pt x="17051" y="317"/>
                </a:lnTo>
                <a:lnTo>
                  <a:pt x="15994" y="0"/>
                </a:lnTo>
                <a:close/>
              </a:path>
            </a:pathLst>
          </a:custGeom>
          <a:solidFill>
            <a:srgbClr val="000000"/>
          </a:solidFill>
        </p:spPr>
        <p:txBody>
          <a:bodyPr wrap="square" lIns="0" tIns="0" rIns="0" bIns="0" rtlCol="0"/>
          <a:lstStyle/>
          <a:p>
            <a:endParaRPr/>
          </a:p>
        </p:txBody>
      </p:sp>
      <p:sp>
        <p:nvSpPr>
          <p:cNvPr id="267" name="object 267"/>
          <p:cNvSpPr/>
          <p:nvPr/>
        </p:nvSpPr>
        <p:spPr>
          <a:xfrm>
            <a:off x="14674135" y="4218003"/>
            <a:ext cx="45720" cy="50165"/>
          </a:xfrm>
          <a:custGeom>
            <a:avLst/>
            <a:gdLst/>
            <a:ahLst/>
            <a:cxnLst/>
            <a:rect l="l" t="t" r="r" b="b"/>
            <a:pathLst>
              <a:path w="45719" h="50164">
                <a:moveTo>
                  <a:pt x="26436" y="0"/>
                </a:moveTo>
                <a:lnTo>
                  <a:pt x="22206" y="0"/>
                </a:lnTo>
                <a:lnTo>
                  <a:pt x="21149" y="422"/>
                </a:lnTo>
                <a:lnTo>
                  <a:pt x="19034" y="1056"/>
                </a:lnTo>
                <a:lnTo>
                  <a:pt x="14804" y="2853"/>
                </a:lnTo>
                <a:lnTo>
                  <a:pt x="11632" y="5601"/>
                </a:lnTo>
                <a:lnTo>
                  <a:pt x="7402" y="6869"/>
                </a:lnTo>
                <a:lnTo>
                  <a:pt x="7402" y="13316"/>
                </a:lnTo>
                <a:lnTo>
                  <a:pt x="1057" y="17121"/>
                </a:lnTo>
                <a:lnTo>
                  <a:pt x="1057" y="23884"/>
                </a:lnTo>
                <a:lnTo>
                  <a:pt x="0" y="32022"/>
                </a:lnTo>
                <a:lnTo>
                  <a:pt x="6344" y="36461"/>
                </a:lnTo>
                <a:lnTo>
                  <a:pt x="7402" y="43436"/>
                </a:lnTo>
                <a:lnTo>
                  <a:pt x="7402" y="44070"/>
                </a:lnTo>
                <a:lnTo>
                  <a:pt x="9517" y="44176"/>
                </a:lnTo>
                <a:lnTo>
                  <a:pt x="11632" y="44810"/>
                </a:lnTo>
                <a:lnTo>
                  <a:pt x="14804" y="46290"/>
                </a:lnTo>
                <a:lnTo>
                  <a:pt x="17976" y="48509"/>
                </a:lnTo>
                <a:lnTo>
                  <a:pt x="21149" y="49672"/>
                </a:lnTo>
                <a:lnTo>
                  <a:pt x="22206" y="49883"/>
                </a:lnTo>
                <a:lnTo>
                  <a:pt x="23264" y="49989"/>
                </a:lnTo>
                <a:lnTo>
                  <a:pt x="24321" y="49989"/>
                </a:lnTo>
                <a:lnTo>
                  <a:pt x="27494" y="49883"/>
                </a:lnTo>
                <a:lnTo>
                  <a:pt x="30666" y="46713"/>
                </a:lnTo>
                <a:lnTo>
                  <a:pt x="33838" y="44810"/>
                </a:lnTo>
                <a:lnTo>
                  <a:pt x="34896" y="44599"/>
                </a:lnTo>
                <a:lnTo>
                  <a:pt x="34896" y="44388"/>
                </a:lnTo>
                <a:lnTo>
                  <a:pt x="37011" y="44388"/>
                </a:lnTo>
                <a:lnTo>
                  <a:pt x="38068" y="44705"/>
                </a:lnTo>
                <a:lnTo>
                  <a:pt x="42298" y="44705"/>
                </a:lnTo>
                <a:lnTo>
                  <a:pt x="45470" y="44599"/>
                </a:lnTo>
                <a:lnTo>
                  <a:pt x="45470" y="27583"/>
                </a:lnTo>
                <a:lnTo>
                  <a:pt x="45470" y="6024"/>
                </a:lnTo>
                <a:lnTo>
                  <a:pt x="42298" y="5601"/>
                </a:lnTo>
                <a:lnTo>
                  <a:pt x="34896" y="5601"/>
                </a:lnTo>
                <a:lnTo>
                  <a:pt x="32781" y="5389"/>
                </a:lnTo>
                <a:lnTo>
                  <a:pt x="28551" y="845"/>
                </a:lnTo>
                <a:close/>
              </a:path>
            </a:pathLst>
          </a:custGeom>
          <a:solidFill>
            <a:srgbClr val="000000"/>
          </a:solidFill>
        </p:spPr>
        <p:txBody>
          <a:bodyPr wrap="square" lIns="0" tIns="0" rIns="0" bIns="0" rtlCol="0"/>
          <a:lstStyle/>
          <a:p>
            <a:endParaRPr/>
          </a:p>
        </p:txBody>
      </p:sp>
      <p:sp>
        <p:nvSpPr>
          <p:cNvPr id="268" name="object 268"/>
          <p:cNvSpPr/>
          <p:nvPr/>
        </p:nvSpPr>
        <p:spPr>
          <a:xfrm>
            <a:off x="17849477" y="6536114"/>
            <a:ext cx="45085" cy="45085"/>
          </a:xfrm>
          <a:custGeom>
            <a:avLst/>
            <a:gdLst/>
            <a:ahLst/>
            <a:cxnLst/>
            <a:rect l="l" t="t" r="r" b="b"/>
            <a:pathLst>
              <a:path w="45084" h="45084">
                <a:moveTo>
                  <a:pt x="24536" y="0"/>
                </a:moveTo>
                <a:lnTo>
                  <a:pt x="20306" y="0"/>
                </a:lnTo>
                <a:lnTo>
                  <a:pt x="18191" y="845"/>
                </a:lnTo>
                <a:lnTo>
                  <a:pt x="15019" y="2536"/>
                </a:lnTo>
                <a:lnTo>
                  <a:pt x="6311" y="7510"/>
                </a:lnTo>
                <a:lnTo>
                  <a:pt x="1668" y="11889"/>
                </a:lnTo>
                <a:lnTo>
                  <a:pt x="0" y="17933"/>
                </a:lnTo>
                <a:lnTo>
                  <a:pt x="214" y="27901"/>
                </a:lnTo>
                <a:lnTo>
                  <a:pt x="1272" y="29592"/>
                </a:lnTo>
                <a:lnTo>
                  <a:pt x="214" y="31705"/>
                </a:lnTo>
                <a:lnTo>
                  <a:pt x="1272" y="32445"/>
                </a:lnTo>
                <a:lnTo>
                  <a:pt x="4444" y="35087"/>
                </a:lnTo>
                <a:lnTo>
                  <a:pt x="5502" y="39103"/>
                </a:lnTo>
                <a:lnTo>
                  <a:pt x="6559" y="42591"/>
                </a:lnTo>
                <a:lnTo>
                  <a:pt x="7617" y="44388"/>
                </a:lnTo>
                <a:lnTo>
                  <a:pt x="8674" y="44916"/>
                </a:lnTo>
                <a:lnTo>
                  <a:pt x="11846" y="44916"/>
                </a:lnTo>
                <a:lnTo>
                  <a:pt x="13961" y="44388"/>
                </a:lnTo>
                <a:lnTo>
                  <a:pt x="43570" y="44388"/>
                </a:lnTo>
                <a:lnTo>
                  <a:pt x="44628" y="43753"/>
                </a:lnTo>
                <a:lnTo>
                  <a:pt x="44628" y="6235"/>
                </a:lnTo>
                <a:lnTo>
                  <a:pt x="42513" y="5072"/>
                </a:lnTo>
                <a:lnTo>
                  <a:pt x="33207" y="5072"/>
                </a:lnTo>
                <a:lnTo>
                  <a:pt x="29823" y="3381"/>
                </a:lnTo>
                <a:lnTo>
                  <a:pt x="26651" y="1056"/>
                </a:lnTo>
                <a:lnTo>
                  <a:pt x="24536" y="0"/>
                </a:lnTo>
                <a:close/>
              </a:path>
            </a:pathLst>
          </a:custGeom>
          <a:solidFill>
            <a:srgbClr val="000000"/>
          </a:solidFill>
        </p:spPr>
        <p:txBody>
          <a:bodyPr wrap="square" lIns="0" tIns="0" rIns="0" bIns="0" rtlCol="0"/>
          <a:lstStyle/>
          <a:p>
            <a:endParaRPr/>
          </a:p>
        </p:txBody>
      </p:sp>
      <p:sp>
        <p:nvSpPr>
          <p:cNvPr id="269" name="object 269"/>
          <p:cNvSpPr/>
          <p:nvPr/>
        </p:nvSpPr>
        <p:spPr>
          <a:xfrm>
            <a:off x="15248337" y="5090333"/>
            <a:ext cx="45085" cy="45085"/>
          </a:xfrm>
          <a:custGeom>
            <a:avLst/>
            <a:gdLst/>
            <a:ahLst/>
            <a:cxnLst/>
            <a:rect l="l" t="t" r="r" b="b"/>
            <a:pathLst>
              <a:path w="45084" h="45085">
                <a:moveTo>
                  <a:pt x="35953" y="0"/>
                </a:moveTo>
                <a:lnTo>
                  <a:pt x="32781" y="0"/>
                </a:lnTo>
                <a:lnTo>
                  <a:pt x="31723" y="528"/>
                </a:lnTo>
                <a:lnTo>
                  <a:pt x="1057" y="528"/>
                </a:lnTo>
                <a:lnTo>
                  <a:pt x="0" y="1268"/>
                </a:lnTo>
                <a:lnTo>
                  <a:pt x="0" y="36144"/>
                </a:lnTo>
                <a:lnTo>
                  <a:pt x="1057" y="38575"/>
                </a:lnTo>
                <a:lnTo>
                  <a:pt x="2114" y="39737"/>
                </a:lnTo>
                <a:lnTo>
                  <a:pt x="9517" y="39737"/>
                </a:lnTo>
                <a:lnTo>
                  <a:pt x="11632" y="39949"/>
                </a:lnTo>
                <a:lnTo>
                  <a:pt x="14804" y="41323"/>
                </a:lnTo>
                <a:lnTo>
                  <a:pt x="19269" y="43753"/>
                </a:lnTo>
                <a:lnTo>
                  <a:pt x="21149" y="44599"/>
                </a:lnTo>
                <a:lnTo>
                  <a:pt x="24321" y="44599"/>
                </a:lnTo>
                <a:lnTo>
                  <a:pt x="26436" y="43753"/>
                </a:lnTo>
                <a:lnTo>
                  <a:pt x="29608" y="42274"/>
                </a:lnTo>
                <a:lnTo>
                  <a:pt x="38762" y="37346"/>
                </a:lnTo>
                <a:lnTo>
                  <a:pt x="43355" y="32973"/>
                </a:lnTo>
                <a:lnTo>
                  <a:pt x="44776" y="26936"/>
                </a:lnTo>
                <a:lnTo>
                  <a:pt x="44413" y="17015"/>
                </a:lnTo>
                <a:lnTo>
                  <a:pt x="44413" y="13210"/>
                </a:lnTo>
                <a:lnTo>
                  <a:pt x="43355" y="12470"/>
                </a:lnTo>
                <a:lnTo>
                  <a:pt x="40183" y="9723"/>
                </a:lnTo>
                <a:lnTo>
                  <a:pt x="40183" y="5812"/>
                </a:lnTo>
                <a:lnTo>
                  <a:pt x="38068" y="2325"/>
                </a:lnTo>
                <a:lnTo>
                  <a:pt x="38068" y="528"/>
                </a:lnTo>
                <a:lnTo>
                  <a:pt x="35953" y="0"/>
                </a:lnTo>
                <a:close/>
              </a:path>
            </a:pathLst>
          </a:custGeom>
          <a:solidFill>
            <a:srgbClr val="000000"/>
          </a:solidFill>
        </p:spPr>
        <p:txBody>
          <a:bodyPr wrap="square" lIns="0" tIns="0" rIns="0" bIns="0" rtlCol="0"/>
          <a:lstStyle/>
          <a:p>
            <a:endParaRPr/>
          </a:p>
        </p:txBody>
      </p:sp>
      <p:sp>
        <p:nvSpPr>
          <p:cNvPr id="270" name="object 270"/>
          <p:cNvSpPr/>
          <p:nvPr/>
        </p:nvSpPr>
        <p:spPr>
          <a:xfrm>
            <a:off x="15832055" y="5668751"/>
            <a:ext cx="45720" cy="45085"/>
          </a:xfrm>
          <a:custGeom>
            <a:avLst/>
            <a:gdLst/>
            <a:ahLst/>
            <a:cxnLst/>
            <a:rect l="l" t="t" r="r" b="b"/>
            <a:pathLst>
              <a:path w="45719" h="45085">
                <a:moveTo>
                  <a:pt x="21149" y="0"/>
                </a:moveTo>
                <a:lnTo>
                  <a:pt x="14804" y="0"/>
                </a:lnTo>
                <a:lnTo>
                  <a:pt x="11632" y="951"/>
                </a:lnTo>
                <a:lnTo>
                  <a:pt x="8459" y="3276"/>
                </a:lnTo>
                <a:lnTo>
                  <a:pt x="0" y="9194"/>
                </a:lnTo>
                <a:lnTo>
                  <a:pt x="0" y="42274"/>
                </a:lnTo>
                <a:lnTo>
                  <a:pt x="2337" y="44493"/>
                </a:lnTo>
                <a:lnTo>
                  <a:pt x="36971" y="44493"/>
                </a:lnTo>
                <a:lnTo>
                  <a:pt x="38068" y="41534"/>
                </a:lnTo>
                <a:lnTo>
                  <a:pt x="39126" y="37729"/>
                </a:lnTo>
                <a:lnTo>
                  <a:pt x="41241" y="33396"/>
                </a:lnTo>
                <a:lnTo>
                  <a:pt x="43355" y="29697"/>
                </a:lnTo>
                <a:lnTo>
                  <a:pt x="44413" y="24836"/>
                </a:lnTo>
                <a:lnTo>
                  <a:pt x="45470" y="18177"/>
                </a:lnTo>
                <a:lnTo>
                  <a:pt x="39126" y="15007"/>
                </a:lnTo>
                <a:lnTo>
                  <a:pt x="39062" y="9194"/>
                </a:lnTo>
                <a:lnTo>
                  <a:pt x="38747" y="7080"/>
                </a:lnTo>
                <a:lnTo>
                  <a:pt x="29608" y="7080"/>
                </a:lnTo>
                <a:lnTo>
                  <a:pt x="28661" y="2536"/>
                </a:lnTo>
                <a:lnTo>
                  <a:pt x="28551" y="2008"/>
                </a:lnTo>
                <a:lnTo>
                  <a:pt x="25379" y="951"/>
                </a:lnTo>
                <a:lnTo>
                  <a:pt x="21149" y="0"/>
                </a:lnTo>
                <a:close/>
              </a:path>
              <a:path w="45719" h="45085">
                <a:moveTo>
                  <a:pt x="38068" y="2536"/>
                </a:moveTo>
                <a:lnTo>
                  <a:pt x="29608" y="7080"/>
                </a:lnTo>
                <a:lnTo>
                  <a:pt x="38747" y="7080"/>
                </a:lnTo>
                <a:lnTo>
                  <a:pt x="38179" y="3276"/>
                </a:lnTo>
                <a:lnTo>
                  <a:pt x="38068" y="2536"/>
                </a:lnTo>
                <a:close/>
              </a:path>
            </a:pathLst>
          </a:custGeom>
          <a:solidFill>
            <a:srgbClr val="000000"/>
          </a:solidFill>
        </p:spPr>
        <p:txBody>
          <a:bodyPr wrap="square" lIns="0" tIns="0" rIns="0" bIns="0" rtlCol="0"/>
          <a:lstStyle/>
          <a:p>
            <a:endParaRPr/>
          </a:p>
        </p:txBody>
      </p:sp>
      <p:sp>
        <p:nvSpPr>
          <p:cNvPr id="271" name="object 271"/>
          <p:cNvSpPr/>
          <p:nvPr/>
        </p:nvSpPr>
        <p:spPr>
          <a:xfrm>
            <a:off x="14390735" y="1626799"/>
            <a:ext cx="46990" cy="45085"/>
          </a:xfrm>
          <a:custGeom>
            <a:avLst/>
            <a:gdLst/>
            <a:ahLst/>
            <a:cxnLst/>
            <a:rect l="l" t="t" r="r" b="b"/>
            <a:pathLst>
              <a:path w="46990" h="45085">
                <a:moveTo>
                  <a:pt x="24321" y="0"/>
                </a:moveTo>
                <a:lnTo>
                  <a:pt x="21149" y="0"/>
                </a:lnTo>
                <a:lnTo>
                  <a:pt x="19034" y="845"/>
                </a:lnTo>
                <a:lnTo>
                  <a:pt x="14804" y="2959"/>
                </a:lnTo>
                <a:lnTo>
                  <a:pt x="12689" y="4650"/>
                </a:lnTo>
                <a:lnTo>
                  <a:pt x="9517" y="5072"/>
                </a:lnTo>
                <a:lnTo>
                  <a:pt x="2114" y="5072"/>
                </a:lnTo>
                <a:lnTo>
                  <a:pt x="0" y="6235"/>
                </a:lnTo>
                <a:lnTo>
                  <a:pt x="0" y="42697"/>
                </a:lnTo>
                <a:lnTo>
                  <a:pt x="2114" y="44282"/>
                </a:lnTo>
                <a:lnTo>
                  <a:pt x="21149" y="44282"/>
                </a:lnTo>
                <a:lnTo>
                  <a:pt x="23264" y="43859"/>
                </a:lnTo>
                <a:lnTo>
                  <a:pt x="27494" y="43859"/>
                </a:lnTo>
                <a:lnTo>
                  <a:pt x="28551" y="44282"/>
                </a:lnTo>
                <a:lnTo>
                  <a:pt x="30666" y="44810"/>
                </a:lnTo>
                <a:lnTo>
                  <a:pt x="31723" y="44916"/>
                </a:lnTo>
                <a:lnTo>
                  <a:pt x="32781" y="44916"/>
                </a:lnTo>
                <a:lnTo>
                  <a:pt x="39126" y="44916"/>
                </a:lnTo>
                <a:lnTo>
                  <a:pt x="39126" y="39103"/>
                </a:lnTo>
                <a:lnTo>
                  <a:pt x="42298" y="34664"/>
                </a:lnTo>
                <a:lnTo>
                  <a:pt x="46528" y="27055"/>
                </a:lnTo>
                <a:lnTo>
                  <a:pt x="44413" y="19234"/>
                </a:lnTo>
                <a:lnTo>
                  <a:pt x="43355" y="11519"/>
                </a:lnTo>
                <a:lnTo>
                  <a:pt x="43355" y="10251"/>
                </a:lnTo>
                <a:lnTo>
                  <a:pt x="40183" y="8137"/>
                </a:lnTo>
                <a:lnTo>
                  <a:pt x="33838" y="4650"/>
                </a:lnTo>
                <a:lnTo>
                  <a:pt x="29608" y="2959"/>
                </a:lnTo>
                <a:lnTo>
                  <a:pt x="26436" y="1056"/>
                </a:lnTo>
                <a:lnTo>
                  <a:pt x="24321" y="0"/>
                </a:lnTo>
                <a:close/>
              </a:path>
            </a:pathLst>
          </a:custGeom>
          <a:solidFill>
            <a:srgbClr val="000000"/>
          </a:solidFill>
        </p:spPr>
        <p:txBody>
          <a:bodyPr wrap="square" lIns="0" tIns="0" rIns="0" bIns="0" rtlCol="0"/>
          <a:lstStyle/>
          <a:p>
            <a:endParaRPr/>
          </a:p>
        </p:txBody>
      </p:sp>
      <p:sp>
        <p:nvSpPr>
          <p:cNvPr id="272" name="object 272"/>
          <p:cNvSpPr/>
          <p:nvPr/>
        </p:nvSpPr>
        <p:spPr>
          <a:xfrm>
            <a:off x="14390735" y="3351590"/>
            <a:ext cx="45720" cy="44450"/>
          </a:xfrm>
          <a:custGeom>
            <a:avLst/>
            <a:gdLst/>
            <a:ahLst/>
            <a:cxnLst/>
            <a:rect l="l" t="t" r="r" b="b"/>
            <a:pathLst>
              <a:path w="45719" h="44450">
                <a:moveTo>
                  <a:pt x="8459" y="4650"/>
                </a:moveTo>
                <a:lnTo>
                  <a:pt x="1922" y="4650"/>
                </a:lnTo>
                <a:lnTo>
                  <a:pt x="0" y="5707"/>
                </a:lnTo>
                <a:lnTo>
                  <a:pt x="0" y="42485"/>
                </a:lnTo>
                <a:lnTo>
                  <a:pt x="2114" y="44176"/>
                </a:lnTo>
                <a:lnTo>
                  <a:pt x="5287" y="44176"/>
                </a:lnTo>
                <a:lnTo>
                  <a:pt x="4229" y="43965"/>
                </a:lnTo>
                <a:lnTo>
                  <a:pt x="37011" y="43965"/>
                </a:lnTo>
                <a:lnTo>
                  <a:pt x="37011" y="43648"/>
                </a:lnTo>
                <a:lnTo>
                  <a:pt x="42298" y="34030"/>
                </a:lnTo>
                <a:lnTo>
                  <a:pt x="45470" y="28323"/>
                </a:lnTo>
                <a:lnTo>
                  <a:pt x="45470" y="22299"/>
                </a:lnTo>
                <a:lnTo>
                  <a:pt x="43355" y="17755"/>
                </a:lnTo>
                <a:lnTo>
                  <a:pt x="42298" y="13950"/>
                </a:lnTo>
                <a:lnTo>
                  <a:pt x="41241" y="8666"/>
                </a:lnTo>
                <a:lnTo>
                  <a:pt x="37011" y="5918"/>
                </a:lnTo>
                <a:lnTo>
                  <a:pt x="35953" y="4861"/>
                </a:lnTo>
                <a:lnTo>
                  <a:pt x="8459" y="4861"/>
                </a:lnTo>
                <a:lnTo>
                  <a:pt x="8459" y="4650"/>
                </a:lnTo>
                <a:close/>
              </a:path>
              <a:path w="45719" h="44450">
                <a:moveTo>
                  <a:pt x="23264" y="0"/>
                </a:moveTo>
                <a:lnTo>
                  <a:pt x="17976" y="0"/>
                </a:lnTo>
                <a:lnTo>
                  <a:pt x="16919" y="211"/>
                </a:lnTo>
                <a:lnTo>
                  <a:pt x="13747" y="3064"/>
                </a:lnTo>
                <a:lnTo>
                  <a:pt x="12813" y="4650"/>
                </a:lnTo>
                <a:lnTo>
                  <a:pt x="12689" y="4861"/>
                </a:lnTo>
                <a:lnTo>
                  <a:pt x="35953" y="4861"/>
                </a:lnTo>
                <a:lnTo>
                  <a:pt x="33838" y="2747"/>
                </a:lnTo>
                <a:lnTo>
                  <a:pt x="27494" y="1373"/>
                </a:lnTo>
                <a:lnTo>
                  <a:pt x="23264" y="0"/>
                </a:lnTo>
                <a:close/>
              </a:path>
            </a:pathLst>
          </a:custGeom>
          <a:solidFill>
            <a:srgbClr val="000000"/>
          </a:solidFill>
        </p:spPr>
        <p:txBody>
          <a:bodyPr wrap="square" lIns="0" tIns="0" rIns="0" bIns="0" rtlCol="0"/>
          <a:lstStyle/>
          <a:p>
            <a:endParaRPr/>
          </a:p>
        </p:txBody>
      </p:sp>
      <p:sp>
        <p:nvSpPr>
          <p:cNvPr id="273" name="object 273"/>
          <p:cNvSpPr/>
          <p:nvPr/>
        </p:nvSpPr>
        <p:spPr>
          <a:xfrm>
            <a:off x="16698117" y="6242308"/>
            <a:ext cx="45720" cy="45085"/>
          </a:xfrm>
          <a:custGeom>
            <a:avLst/>
            <a:gdLst/>
            <a:ahLst/>
            <a:cxnLst/>
            <a:rect l="l" t="t" r="r" b="b"/>
            <a:pathLst>
              <a:path w="45719" h="45085">
                <a:moveTo>
                  <a:pt x="23264" y="0"/>
                </a:moveTo>
                <a:lnTo>
                  <a:pt x="15861" y="0"/>
                </a:lnTo>
                <a:lnTo>
                  <a:pt x="11632" y="845"/>
                </a:lnTo>
                <a:lnTo>
                  <a:pt x="7402" y="5072"/>
                </a:lnTo>
                <a:lnTo>
                  <a:pt x="7402" y="4861"/>
                </a:lnTo>
                <a:lnTo>
                  <a:pt x="2114" y="4861"/>
                </a:lnTo>
                <a:lnTo>
                  <a:pt x="0" y="7292"/>
                </a:lnTo>
                <a:lnTo>
                  <a:pt x="1057" y="11836"/>
                </a:lnTo>
                <a:lnTo>
                  <a:pt x="1057" y="21665"/>
                </a:lnTo>
                <a:lnTo>
                  <a:pt x="1057" y="36990"/>
                </a:lnTo>
                <a:lnTo>
                  <a:pt x="2114" y="37729"/>
                </a:lnTo>
                <a:lnTo>
                  <a:pt x="6344" y="39737"/>
                </a:lnTo>
                <a:lnTo>
                  <a:pt x="10574" y="42697"/>
                </a:lnTo>
                <a:lnTo>
                  <a:pt x="13747" y="43859"/>
                </a:lnTo>
                <a:lnTo>
                  <a:pt x="16919" y="44493"/>
                </a:lnTo>
                <a:lnTo>
                  <a:pt x="19034" y="44705"/>
                </a:lnTo>
                <a:lnTo>
                  <a:pt x="21149" y="44705"/>
                </a:lnTo>
                <a:lnTo>
                  <a:pt x="24321" y="44810"/>
                </a:lnTo>
                <a:lnTo>
                  <a:pt x="30666" y="44176"/>
                </a:lnTo>
                <a:lnTo>
                  <a:pt x="32781" y="43859"/>
                </a:lnTo>
                <a:lnTo>
                  <a:pt x="34896" y="41534"/>
                </a:lnTo>
                <a:lnTo>
                  <a:pt x="37011" y="40160"/>
                </a:lnTo>
                <a:lnTo>
                  <a:pt x="41241" y="36567"/>
                </a:lnTo>
                <a:lnTo>
                  <a:pt x="40183" y="30014"/>
                </a:lnTo>
                <a:lnTo>
                  <a:pt x="44413" y="26210"/>
                </a:lnTo>
                <a:lnTo>
                  <a:pt x="45470" y="25153"/>
                </a:lnTo>
                <a:lnTo>
                  <a:pt x="45470" y="21031"/>
                </a:lnTo>
                <a:lnTo>
                  <a:pt x="41241" y="13950"/>
                </a:lnTo>
                <a:lnTo>
                  <a:pt x="40183" y="7609"/>
                </a:lnTo>
                <a:lnTo>
                  <a:pt x="32781" y="317"/>
                </a:lnTo>
                <a:lnTo>
                  <a:pt x="31723" y="317"/>
                </a:lnTo>
                <a:lnTo>
                  <a:pt x="26436" y="422"/>
                </a:lnTo>
                <a:close/>
              </a:path>
            </a:pathLst>
          </a:custGeom>
          <a:solidFill>
            <a:srgbClr val="000000"/>
          </a:solidFill>
        </p:spPr>
        <p:txBody>
          <a:bodyPr wrap="square" lIns="0" tIns="0" rIns="0" bIns="0" rtlCol="0"/>
          <a:lstStyle/>
          <a:p>
            <a:endParaRPr/>
          </a:p>
        </p:txBody>
      </p:sp>
      <p:sp>
        <p:nvSpPr>
          <p:cNvPr id="274" name="object 274"/>
          <p:cNvSpPr/>
          <p:nvPr/>
        </p:nvSpPr>
        <p:spPr>
          <a:xfrm>
            <a:off x="17565234" y="6541292"/>
            <a:ext cx="46355" cy="39370"/>
          </a:xfrm>
          <a:custGeom>
            <a:avLst/>
            <a:gdLst/>
            <a:ahLst/>
            <a:cxnLst/>
            <a:rect l="l" t="t" r="r" b="b"/>
            <a:pathLst>
              <a:path w="46355" h="39370">
                <a:moveTo>
                  <a:pt x="39181" y="0"/>
                </a:moveTo>
                <a:lnTo>
                  <a:pt x="7402" y="0"/>
                </a:lnTo>
                <a:lnTo>
                  <a:pt x="1057" y="5707"/>
                </a:lnTo>
                <a:lnTo>
                  <a:pt x="1057" y="8560"/>
                </a:lnTo>
                <a:lnTo>
                  <a:pt x="0" y="15852"/>
                </a:lnTo>
                <a:lnTo>
                  <a:pt x="0" y="23250"/>
                </a:lnTo>
                <a:lnTo>
                  <a:pt x="1057" y="30543"/>
                </a:lnTo>
                <a:lnTo>
                  <a:pt x="1057" y="33502"/>
                </a:lnTo>
                <a:lnTo>
                  <a:pt x="7641" y="39315"/>
                </a:lnTo>
                <a:lnTo>
                  <a:pt x="39126" y="39315"/>
                </a:lnTo>
                <a:lnTo>
                  <a:pt x="40183" y="36884"/>
                </a:lnTo>
                <a:lnTo>
                  <a:pt x="40183" y="32339"/>
                </a:lnTo>
                <a:lnTo>
                  <a:pt x="44347" y="25968"/>
                </a:lnTo>
                <a:lnTo>
                  <a:pt x="45735" y="19657"/>
                </a:lnTo>
                <a:lnTo>
                  <a:pt x="44347" y="13346"/>
                </a:lnTo>
                <a:lnTo>
                  <a:pt x="40183" y="6975"/>
                </a:lnTo>
                <a:lnTo>
                  <a:pt x="40183" y="1902"/>
                </a:lnTo>
                <a:lnTo>
                  <a:pt x="39181" y="0"/>
                </a:lnTo>
                <a:close/>
              </a:path>
            </a:pathLst>
          </a:custGeom>
          <a:solidFill>
            <a:srgbClr val="000000"/>
          </a:solidFill>
        </p:spPr>
        <p:txBody>
          <a:bodyPr wrap="square" lIns="0" tIns="0" rIns="0" bIns="0" rtlCol="0"/>
          <a:lstStyle/>
          <a:p>
            <a:endParaRPr/>
          </a:p>
        </p:txBody>
      </p:sp>
      <p:sp>
        <p:nvSpPr>
          <p:cNvPr id="275" name="object 275"/>
          <p:cNvSpPr/>
          <p:nvPr/>
        </p:nvSpPr>
        <p:spPr>
          <a:xfrm>
            <a:off x="14964937" y="181757"/>
            <a:ext cx="39370" cy="39370"/>
          </a:xfrm>
          <a:custGeom>
            <a:avLst/>
            <a:gdLst/>
            <a:ahLst/>
            <a:cxnLst/>
            <a:rect l="l" t="t" r="r" b="b"/>
            <a:pathLst>
              <a:path w="39369" h="39370">
                <a:moveTo>
                  <a:pt x="22206" y="38786"/>
                </a:moveTo>
                <a:lnTo>
                  <a:pt x="6344" y="38786"/>
                </a:lnTo>
                <a:lnTo>
                  <a:pt x="10574" y="39209"/>
                </a:lnTo>
                <a:lnTo>
                  <a:pt x="17976" y="39209"/>
                </a:lnTo>
                <a:lnTo>
                  <a:pt x="22206" y="38786"/>
                </a:lnTo>
                <a:close/>
              </a:path>
              <a:path w="39369" h="39370">
                <a:moveTo>
                  <a:pt x="34896" y="0"/>
                </a:moveTo>
                <a:lnTo>
                  <a:pt x="906" y="0"/>
                </a:lnTo>
                <a:lnTo>
                  <a:pt x="0" y="1268"/>
                </a:lnTo>
                <a:lnTo>
                  <a:pt x="0" y="37307"/>
                </a:lnTo>
                <a:lnTo>
                  <a:pt x="5694" y="38786"/>
                </a:lnTo>
                <a:lnTo>
                  <a:pt x="33838" y="38786"/>
                </a:lnTo>
                <a:lnTo>
                  <a:pt x="33838" y="39209"/>
                </a:lnTo>
                <a:lnTo>
                  <a:pt x="35742" y="39209"/>
                </a:lnTo>
                <a:lnTo>
                  <a:pt x="37011" y="37941"/>
                </a:lnTo>
                <a:lnTo>
                  <a:pt x="39126" y="36567"/>
                </a:lnTo>
                <a:lnTo>
                  <a:pt x="39126" y="14373"/>
                </a:lnTo>
                <a:lnTo>
                  <a:pt x="38068" y="8032"/>
                </a:lnTo>
                <a:lnTo>
                  <a:pt x="38068" y="1585"/>
                </a:lnTo>
                <a:lnTo>
                  <a:pt x="34896" y="0"/>
                </a:lnTo>
                <a:close/>
              </a:path>
            </a:pathLst>
          </a:custGeom>
          <a:solidFill>
            <a:srgbClr val="000000"/>
          </a:solidFill>
        </p:spPr>
        <p:txBody>
          <a:bodyPr wrap="square" lIns="0" tIns="0" rIns="0" bIns="0" rtlCol="0"/>
          <a:lstStyle/>
          <a:p>
            <a:endParaRPr/>
          </a:p>
        </p:txBody>
      </p:sp>
      <p:sp>
        <p:nvSpPr>
          <p:cNvPr id="276" name="object 276"/>
          <p:cNvSpPr/>
          <p:nvPr/>
        </p:nvSpPr>
        <p:spPr>
          <a:xfrm>
            <a:off x="14961765" y="4802022"/>
            <a:ext cx="42545" cy="44450"/>
          </a:xfrm>
          <a:custGeom>
            <a:avLst/>
            <a:gdLst/>
            <a:ahLst/>
            <a:cxnLst/>
            <a:rect l="l" t="t" r="r" b="b"/>
            <a:pathLst>
              <a:path w="42544" h="44450">
                <a:moveTo>
                  <a:pt x="19034" y="0"/>
                </a:moveTo>
                <a:lnTo>
                  <a:pt x="15861" y="5707"/>
                </a:lnTo>
                <a:lnTo>
                  <a:pt x="7402" y="4333"/>
                </a:lnTo>
                <a:lnTo>
                  <a:pt x="4229" y="10357"/>
                </a:lnTo>
                <a:lnTo>
                  <a:pt x="0" y="16486"/>
                </a:lnTo>
                <a:lnTo>
                  <a:pt x="3172" y="23039"/>
                </a:lnTo>
                <a:lnTo>
                  <a:pt x="3172" y="29169"/>
                </a:lnTo>
                <a:lnTo>
                  <a:pt x="2114" y="30965"/>
                </a:lnTo>
                <a:lnTo>
                  <a:pt x="4229" y="33396"/>
                </a:lnTo>
                <a:lnTo>
                  <a:pt x="6344" y="35087"/>
                </a:lnTo>
                <a:lnTo>
                  <a:pt x="13747" y="43753"/>
                </a:lnTo>
                <a:lnTo>
                  <a:pt x="14804" y="43965"/>
                </a:lnTo>
                <a:lnTo>
                  <a:pt x="25379" y="43965"/>
                </a:lnTo>
                <a:lnTo>
                  <a:pt x="38068" y="44070"/>
                </a:lnTo>
                <a:lnTo>
                  <a:pt x="41241" y="40160"/>
                </a:lnTo>
                <a:lnTo>
                  <a:pt x="41241" y="12576"/>
                </a:lnTo>
                <a:lnTo>
                  <a:pt x="42298" y="9088"/>
                </a:lnTo>
                <a:lnTo>
                  <a:pt x="40183" y="6552"/>
                </a:lnTo>
                <a:lnTo>
                  <a:pt x="39126" y="3064"/>
                </a:lnTo>
                <a:lnTo>
                  <a:pt x="33838" y="4967"/>
                </a:lnTo>
                <a:lnTo>
                  <a:pt x="29608" y="422"/>
                </a:lnTo>
                <a:lnTo>
                  <a:pt x="27494" y="211"/>
                </a:lnTo>
                <a:lnTo>
                  <a:pt x="20091" y="211"/>
                </a:lnTo>
                <a:close/>
              </a:path>
            </a:pathLst>
          </a:custGeom>
          <a:solidFill>
            <a:srgbClr val="000000"/>
          </a:solidFill>
        </p:spPr>
        <p:txBody>
          <a:bodyPr wrap="square" lIns="0" tIns="0" rIns="0" bIns="0" rtlCol="0"/>
          <a:lstStyle/>
          <a:p>
            <a:endParaRPr/>
          </a:p>
        </p:txBody>
      </p:sp>
      <p:sp>
        <p:nvSpPr>
          <p:cNvPr id="277" name="object 277"/>
          <p:cNvSpPr/>
          <p:nvPr/>
        </p:nvSpPr>
        <p:spPr>
          <a:xfrm>
            <a:off x="16115455" y="5958436"/>
            <a:ext cx="44450" cy="39370"/>
          </a:xfrm>
          <a:custGeom>
            <a:avLst/>
            <a:gdLst/>
            <a:ahLst/>
            <a:cxnLst/>
            <a:rect l="l" t="t" r="r" b="b"/>
            <a:pathLst>
              <a:path w="44450" h="39370">
                <a:moveTo>
                  <a:pt x="18505" y="38892"/>
                </a:moveTo>
                <a:lnTo>
                  <a:pt x="12478" y="38892"/>
                </a:lnTo>
                <a:lnTo>
                  <a:pt x="13747" y="39209"/>
                </a:lnTo>
                <a:lnTo>
                  <a:pt x="16919" y="39209"/>
                </a:lnTo>
                <a:lnTo>
                  <a:pt x="18505" y="38892"/>
                </a:lnTo>
                <a:close/>
              </a:path>
              <a:path w="44450" h="39370">
                <a:moveTo>
                  <a:pt x="33882" y="0"/>
                </a:moveTo>
                <a:lnTo>
                  <a:pt x="16919" y="0"/>
                </a:lnTo>
                <a:lnTo>
                  <a:pt x="11632" y="528"/>
                </a:lnTo>
                <a:lnTo>
                  <a:pt x="10574" y="3064"/>
                </a:lnTo>
                <a:lnTo>
                  <a:pt x="10574" y="7398"/>
                </a:lnTo>
                <a:lnTo>
                  <a:pt x="8459" y="8983"/>
                </a:lnTo>
                <a:lnTo>
                  <a:pt x="6344" y="9406"/>
                </a:lnTo>
                <a:lnTo>
                  <a:pt x="0" y="10040"/>
                </a:lnTo>
                <a:lnTo>
                  <a:pt x="111" y="27266"/>
                </a:lnTo>
                <a:lnTo>
                  <a:pt x="1057" y="29063"/>
                </a:lnTo>
                <a:lnTo>
                  <a:pt x="6344" y="29274"/>
                </a:lnTo>
                <a:lnTo>
                  <a:pt x="10574" y="29592"/>
                </a:lnTo>
                <a:lnTo>
                  <a:pt x="9517" y="34347"/>
                </a:lnTo>
                <a:lnTo>
                  <a:pt x="10574" y="36778"/>
                </a:lnTo>
                <a:lnTo>
                  <a:pt x="11749" y="38892"/>
                </a:lnTo>
                <a:lnTo>
                  <a:pt x="25379" y="38892"/>
                </a:lnTo>
                <a:lnTo>
                  <a:pt x="26965" y="39209"/>
                </a:lnTo>
                <a:lnTo>
                  <a:pt x="32605" y="39209"/>
                </a:lnTo>
                <a:lnTo>
                  <a:pt x="35953" y="37201"/>
                </a:lnTo>
                <a:lnTo>
                  <a:pt x="35953" y="30226"/>
                </a:lnTo>
                <a:lnTo>
                  <a:pt x="38068" y="29592"/>
                </a:lnTo>
                <a:lnTo>
                  <a:pt x="39126" y="29063"/>
                </a:lnTo>
                <a:lnTo>
                  <a:pt x="43355" y="28006"/>
                </a:lnTo>
                <a:lnTo>
                  <a:pt x="43403" y="27055"/>
                </a:lnTo>
                <a:lnTo>
                  <a:pt x="44413" y="22616"/>
                </a:lnTo>
                <a:lnTo>
                  <a:pt x="44413" y="10568"/>
                </a:lnTo>
                <a:lnTo>
                  <a:pt x="42474" y="9406"/>
                </a:lnTo>
                <a:lnTo>
                  <a:pt x="36019" y="9406"/>
                </a:lnTo>
                <a:lnTo>
                  <a:pt x="34896" y="7609"/>
                </a:lnTo>
                <a:lnTo>
                  <a:pt x="34896" y="2430"/>
                </a:lnTo>
                <a:lnTo>
                  <a:pt x="33882" y="0"/>
                </a:lnTo>
                <a:close/>
              </a:path>
            </a:pathLst>
          </a:custGeom>
          <a:solidFill>
            <a:srgbClr val="000000"/>
          </a:solidFill>
        </p:spPr>
        <p:txBody>
          <a:bodyPr wrap="square" lIns="0" tIns="0" rIns="0" bIns="0" rtlCol="0"/>
          <a:lstStyle/>
          <a:p>
            <a:endParaRPr/>
          </a:p>
        </p:txBody>
      </p:sp>
      <p:sp>
        <p:nvSpPr>
          <p:cNvPr id="278" name="object 278"/>
          <p:cNvSpPr/>
          <p:nvPr/>
        </p:nvSpPr>
        <p:spPr>
          <a:xfrm>
            <a:off x="14389678" y="1332464"/>
            <a:ext cx="42545" cy="40640"/>
          </a:xfrm>
          <a:custGeom>
            <a:avLst/>
            <a:gdLst/>
            <a:ahLst/>
            <a:cxnLst/>
            <a:rect l="l" t="t" r="r" b="b"/>
            <a:pathLst>
              <a:path w="42544" h="40640">
                <a:moveTo>
                  <a:pt x="21149" y="0"/>
                </a:moveTo>
                <a:lnTo>
                  <a:pt x="23264" y="528"/>
                </a:lnTo>
                <a:lnTo>
                  <a:pt x="27494" y="528"/>
                </a:lnTo>
                <a:lnTo>
                  <a:pt x="28551" y="317"/>
                </a:lnTo>
                <a:lnTo>
                  <a:pt x="32781" y="6552"/>
                </a:lnTo>
                <a:lnTo>
                  <a:pt x="42298" y="9406"/>
                </a:lnTo>
                <a:lnTo>
                  <a:pt x="40183" y="19551"/>
                </a:lnTo>
                <a:lnTo>
                  <a:pt x="40183" y="34136"/>
                </a:lnTo>
                <a:lnTo>
                  <a:pt x="34896" y="39420"/>
                </a:lnTo>
                <a:lnTo>
                  <a:pt x="27494" y="39526"/>
                </a:lnTo>
                <a:lnTo>
                  <a:pt x="26436" y="39315"/>
                </a:lnTo>
                <a:lnTo>
                  <a:pt x="24321" y="39315"/>
                </a:lnTo>
                <a:lnTo>
                  <a:pt x="22206" y="39526"/>
                </a:lnTo>
                <a:lnTo>
                  <a:pt x="21149" y="39843"/>
                </a:lnTo>
                <a:lnTo>
                  <a:pt x="20091" y="39949"/>
                </a:lnTo>
                <a:lnTo>
                  <a:pt x="19034" y="39949"/>
                </a:lnTo>
                <a:lnTo>
                  <a:pt x="19034" y="40160"/>
                </a:lnTo>
                <a:lnTo>
                  <a:pt x="13747" y="40160"/>
                </a:lnTo>
                <a:lnTo>
                  <a:pt x="10574" y="35510"/>
                </a:lnTo>
                <a:lnTo>
                  <a:pt x="6344" y="32022"/>
                </a:lnTo>
                <a:lnTo>
                  <a:pt x="0" y="27583"/>
                </a:lnTo>
                <a:lnTo>
                  <a:pt x="2114" y="22194"/>
                </a:lnTo>
                <a:lnTo>
                  <a:pt x="1057" y="16698"/>
                </a:lnTo>
                <a:lnTo>
                  <a:pt x="1057" y="11308"/>
                </a:lnTo>
                <a:lnTo>
                  <a:pt x="3172" y="10145"/>
                </a:lnTo>
                <a:lnTo>
                  <a:pt x="8459" y="9723"/>
                </a:lnTo>
                <a:lnTo>
                  <a:pt x="9517" y="9723"/>
                </a:lnTo>
                <a:lnTo>
                  <a:pt x="10574" y="3910"/>
                </a:lnTo>
                <a:lnTo>
                  <a:pt x="11632" y="2113"/>
                </a:lnTo>
                <a:lnTo>
                  <a:pt x="13747" y="317"/>
                </a:lnTo>
                <a:lnTo>
                  <a:pt x="16919" y="0"/>
                </a:lnTo>
                <a:close/>
              </a:path>
            </a:pathLst>
          </a:custGeom>
          <a:solidFill>
            <a:srgbClr val="000000"/>
          </a:solidFill>
        </p:spPr>
        <p:txBody>
          <a:bodyPr wrap="square" lIns="0" tIns="0" rIns="0" bIns="0" rtlCol="0"/>
          <a:lstStyle/>
          <a:p>
            <a:endParaRPr/>
          </a:p>
        </p:txBody>
      </p:sp>
      <p:sp>
        <p:nvSpPr>
          <p:cNvPr id="279" name="object 279"/>
          <p:cNvSpPr/>
          <p:nvPr/>
        </p:nvSpPr>
        <p:spPr>
          <a:xfrm>
            <a:off x="14389678" y="3650470"/>
            <a:ext cx="40640" cy="40005"/>
          </a:xfrm>
          <a:custGeom>
            <a:avLst/>
            <a:gdLst/>
            <a:ahLst/>
            <a:cxnLst/>
            <a:rect l="l" t="t" r="r" b="b"/>
            <a:pathLst>
              <a:path w="40640" h="40004">
                <a:moveTo>
                  <a:pt x="25379" y="0"/>
                </a:moveTo>
                <a:lnTo>
                  <a:pt x="19034" y="0"/>
                </a:lnTo>
                <a:lnTo>
                  <a:pt x="15861" y="528"/>
                </a:lnTo>
                <a:lnTo>
                  <a:pt x="11632" y="1056"/>
                </a:lnTo>
                <a:lnTo>
                  <a:pt x="11632" y="7926"/>
                </a:lnTo>
                <a:lnTo>
                  <a:pt x="9517" y="9194"/>
                </a:lnTo>
                <a:lnTo>
                  <a:pt x="7402" y="9723"/>
                </a:lnTo>
                <a:lnTo>
                  <a:pt x="5287" y="9934"/>
                </a:lnTo>
                <a:lnTo>
                  <a:pt x="3172" y="9934"/>
                </a:lnTo>
                <a:lnTo>
                  <a:pt x="3172" y="10779"/>
                </a:lnTo>
                <a:lnTo>
                  <a:pt x="0" y="14373"/>
                </a:lnTo>
                <a:lnTo>
                  <a:pt x="1057" y="25998"/>
                </a:lnTo>
                <a:lnTo>
                  <a:pt x="3172" y="28852"/>
                </a:lnTo>
                <a:lnTo>
                  <a:pt x="8459" y="33502"/>
                </a:lnTo>
                <a:lnTo>
                  <a:pt x="12689" y="39737"/>
                </a:lnTo>
                <a:lnTo>
                  <a:pt x="19034" y="39737"/>
                </a:lnTo>
                <a:lnTo>
                  <a:pt x="20091" y="39843"/>
                </a:lnTo>
                <a:lnTo>
                  <a:pt x="21149" y="39632"/>
                </a:lnTo>
                <a:lnTo>
                  <a:pt x="22206" y="39209"/>
                </a:lnTo>
                <a:lnTo>
                  <a:pt x="32781" y="39209"/>
                </a:lnTo>
                <a:lnTo>
                  <a:pt x="40183" y="33608"/>
                </a:lnTo>
                <a:lnTo>
                  <a:pt x="40365" y="24611"/>
                </a:lnTo>
                <a:lnTo>
                  <a:pt x="40051" y="17226"/>
                </a:lnTo>
                <a:lnTo>
                  <a:pt x="37952" y="10238"/>
                </a:lnTo>
                <a:lnTo>
                  <a:pt x="32781" y="3804"/>
                </a:lnTo>
                <a:lnTo>
                  <a:pt x="28551" y="845"/>
                </a:lnTo>
                <a:close/>
              </a:path>
            </a:pathLst>
          </a:custGeom>
          <a:solidFill>
            <a:srgbClr val="000000"/>
          </a:solidFill>
        </p:spPr>
        <p:txBody>
          <a:bodyPr wrap="square" lIns="0" tIns="0" rIns="0" bIns="0" rtlCol="0"/>
          <a:lstStyle/>
          <a:p>
            <a:endParaRPr/>
          </a:p>
        </p:txBody>
      </p:sp>
      <p:sp>
        <p:nvSpPr>
          <p:cNvPr id="280" name="object 280"/>
          <p:cNvSpPr/>
          <p:nvPr/>
        </p:nvSpPr>
        <p:spPr>
          <a:xfrm>
            <a:off x="17265974" y="6541399"/>
            <a:ext cx="48895" cy="39370"/>
          </a:xfrm>
          <a:custGeom>
            <a:avLst/>
            <a:gdLst/>
            <a:ahLst/>
            <a:cxnLst/>
            <a:rect l="l" t="t" r="r" b="b"/>
            <a:pathLst>
              <a:path w="48894" h="39370">
                <a:moveTo>
                  <a:pt x="25379" y="29169"/>
                </a:moveTo>
                <a:lnTo>
                  <a:pt x="13747" y="29169"/>
                </a:lnTo>
                <a:lnTo>
                  <a:pt x="14131" y="29592"/>
                </a:lnTo>
                <a:lnTo>
                  <a:pt x="14804" y="30437"/>
                </a:lnTo>
                <a:lnTo>
                  <a:pt x="14804" y="38258"/>
                </a:lnTo>
                <a:lnTo>
                  <a:pt x="19638" y="39103"/>
                </a:lnTo>
                <a:lnTo>
                  <a:pt x="33838" y="39103"/>
                </a:lnTo>
                <a:lnTo>
                  <a:pt x="35953" y="37095"/>
                </a:lnTo>
                <a:lnTo>
                  <a:pt x="35953" y="31705"/>
                </a:lnTo>
                <a:lnTo>
                  <a:pt x="37011" y="30437"/>
                </a:lnTo>
                <a:lnTo>
                  <a:pt x="43355" y="29592"/>
                </a:lnTo>
                <a:lnTo>
                  <a:pt x="0" y="29592"/>
                </a:lnTo>
                <a:lnTo>
                  <a:pt x="25379" y="29169"/>
                </a:lnTo>
                <a:close/>
              </a:path>
              <a:path w="48894" h="39370">
                <a:moveTo>
                  <a:pt x="30666" y="0"/>
                </a:moveTo>
                <a:lnTo>
                  <a:pt x="16919" y="0"/>
                </a:lnTo>
                <a:lnTo>
                  <a:pt x="15861" y="2430"/>
                </a:lnTo>
                <a:lnTo>
                  <a:pt x="15861" y="7820"/>
                </a:lnTo>
                <a:lnTo>
                  <a:pt x="14804" y="9406"/>
                </a:lnTo>
                <a:lnTo>
                  <a:pt x="8459" y="9406"/>
                </a:lnTo>
                <a:lnTo>
                  <a:pt x="6344" y="10779"/>
                </a:lnTo>
                <a:lnTo>
                  <a:pt x="6344" y="13105"/>
                </a:lnTo>
                <a:lnTo>
                  <a:pt x="5287" y="15430"/>
                </a:lnTo>
                <a:lnTo>
                  <a:pt x="6344" y="17966"/>
                </a:lnTo>
                <a:lnTo>
                  <a:pt x="6344" y="20503"/>
                </a:lnTo>
                <a:lnTo>
                  <a:pt x="5287" y="25153"/>
                </a:lnTo>
                <a:lnTo>
                  <a:pt x="6267" y="29169"/>
                </a:lnTo>
                <a:lnTo>
                  <a:pt x="6370" y="29592"/>
                </a:lnTo>
                <a:lnTo>
                  <a:pt x="11632" y="29592"/>
                </a:lnTo>
                <a:lnTo>
                  <a:pt x="13747" y="29169"/>
                </a:lnTo>
                <a:lnTo>
                  <a:pt x="43809" y="29169"/>
                </a:lnTo>
                <a:lnTo>
                  <a:pt x="46528" y="26632"/>
                </a:lnTo>
                <a:lnTo>
                  <a:pt x="45470" y="18389"/>
                </a:lnTo>
                <a:lnTo>
                  <a:pt x="48643" y="11625"/>
                </a:lnTo>
                <a:lnTo>
                  <a:pt x="43355" y="9723"/>
                </a:lnTo>
                <a:lnTo>
                  <a:pt x="37011" y="8666"/>
                </a:lnTo>
                <a:lnTo>
                  <a:pt x="35953" y="8666"/>
                </a:lnTo>
                <a:lnTo>
                  <a:pt x="35953" y="4650"/>
                </a:lnTo>
                <a:lnTo>
                  <a:pt x="34896" y="3064"/>
                </a:lnTo>
                <a:lnTo>
                  <a:pt x="34896" y="528"/>
                </a:lnTo>
                <a:lnTo>
                  <a:pt x="33838" y="528"/>
                </a:lnTo>
                <a:lnTo>
                  <a:pt x="30666" y="0"/>
                </a:lnTo>
                <a:close/>
              </a:path>
            </a:pathLst>
          </a:custGeom>
          <a:solidFill>
            <a:srgbClr val="000000"/>
          </a:solidFill>
        </p:spPr>
        <p:txBody>
          <a:bodyPr wrap="square" lIns="0" tIns="0" rIns="0" bIns="0" rtlCol="0"/>
          <a:lstStyle/>
          <a:p>
            <a:endParaRPr/>
          </a:p>
        </p:txBody>
      </p:sp>
      <p:sp>
        <p:nvSpPr>
          <p:cNvPr id="281" name="object 281"/>
          <p:cNvSpPr/>
          <p:nvPr/>
        </p:nvSpPr>
        <p:spPr>
          <a:xfrm>
            <a:off x="14679421" y="480108"/>
            <a:ext cx="40640" cy="34925"/>
          </a:xfrm>
          <a:custGeom>
            <a:avLst/>
            <a:gdLst/>
            <a:ahLst/>
            <a:cxnLst/>
            <a:rect l="l" t="t" r="r" b="b"/>
            <a:pathLst>
              <a:path w="40640" h="34925">
                <a:moveTo>
                  <a:pt x="34896" y="24519"/>
                </a:moveTo>
                <a:lnTo>
                  <a:pt x="8459" y="24519"/>
                </a:lnTo>
                <a:lnTo>
                  <a:pt x="10574" y="25575"/>
                </a:lnTo>
                <a:lnTo>
                  <a:pt x="10574" y="32551"/>
                </a:lnTo>
                <a:lnTo>
                  <a:pt x="11632" y="34559"/>
                </a:lnTo>
                <a:lnTo>
                  <a:pt x="26436" y="34559"/>
                </a:lnTo>
                <a:lnTo>
                  <a:pt x="28551" y="24941"/>
                </a:lnTo>
                <a:lnTo>
                  <a:pt x="34896" y="24519"/>
                </a:lnTo>
                <a:close/>
              </a:path>
              <a:path w="40640" h="34925">
                <a:moveTo>
                  <a:pt x="20091" y="0"/>
                </a:moveTo>
                <a:lnTo>
                  <a:pt x="13747" y="0"/>
                </a:lnTo>
                <a:lnTo>
                  <a:pt x="11523" y="2113"/>
                </a:lnTo>
                <a:lnTo>
                  <a:pt x="7402" y="6129"/>
                </a:lnTo>
                <a:lnTo>
                  <a:pt x="5287" y="8349"/>
                </a:lnTo>
                <a:lnTo>
                  <a:pt x="2114" y="10462"/>
                </a:lnTo>
                <a:lnTo>
                  <a:pt x="1016" y="13422"/>
                </a:lnTo>
                <a:lnTo>
                  <a:pt x="0" y="16064"/>
                </a:lnTo>
                <a:lnTo>
                  <a:pt x="1057" y="19763"/>
                </a:lnTo>
                <a:lnTo>
                  <a:pt x="1057" y="23673"/>
                </a:lnTo>
                <a:lnTo>
                  <a:pt x="1409" y="23673"/>
                </a:lnTo>
                <a:lnTo>
                  <a:pt x="4229" y="24519"/>
                </a:lnTo>
                <a:lnTo>
                  <a:pt x="37011" y="24519"/>
                </a:lnTo>
                <a:lnTo>
                  <a:pt x="39126" y="23673"/>
                </a:lnTo>
                <a:lnTo>
                  <a:pt x="39126" y="22828"/>
                </a:lnTo>
                <a:lnTo>
                  <a:pt x="40183" y="19763"/>
                </a:lnTo>
                <a:lnTo>
                  <a:pt x="40183" y="13422"/>
                </a:lnTo>
                <a:lnTo>
                  <a:pt x="39126" y="10991"/>
                </a:lnTo>
                <a:lnTo>
                  <a:pt x="37011" y="10145"/>
                </a:lnTo>
                <a:lnTo>
                  <a:pt x="34896" y="9828"/>
                </a:lnTo>
                <a:lnTo>
                  <a:pt x="32892" y="9828"/>
                </a:lnTo>
                <a:lnTo>
                  <a:pt x="30666" y="7715"/>
                </a:lnTo>
                <a:lnTo>
                  <a:pt x="28551" y="6341"/>
                </a:lnTo>
                <a:lnTo>
                  <a:pt x="24321" y="2113"/>
                </a:lnTo>
                <a:lnTo>
                  <a:pt x="20091" y="0"/>
                </a:lnTo>
                <a:close/>
              </a:path>
            </a:pathLst>
          </a:custGeom>
          <a:solidFill>
            <a:srgbClr val="000000"/>
          </a:solidFill>
        </p:spPr>
        <p:txBody>
          <a:bodyPr wrap="square" lIns="0" tIns="0" rIns="0" bIns="0" rtlCol="0"/>
          <a:lstStyle/>
          <a:p>
            <a:endParaRPr/>
          </a:p>
        </p:txBody>
      </p:sp>
      <p:sp>
        <p:nvSpPr>
          <p:cNvPr id="282" name="object 282"/>
          <p:cNvSpPr/>
          <p:nvPr/>
        </p:nvSpPr>
        <p:spPr>
          <a:xfrm>
            <a:off x="14679421" y="4522377"/>
            <a:ext cx="34925" cy="34925"/>
          </a:xfrm>
          <a:custGeom>
            <a:avLst/>
            <a:gdLst/>
            <a:ahLst/>
            <a:cxnLst/>
            <a:rect l="l" t="t" r="r" b="b"/>
            <a:pathLst>
              <a:path w="34925" h="34925">
                <a:moveTo>
                  <a:pt x="16919" y="0"/>
                </a:moveTo>
                <a:lnTo>
                  <a:pt x="12689" y="0"/>
                </a:lnTo>
                <a:lnTo>
                  <a:pt x="10574" y="1479"/>
                </a:lnTo>
                <a:lnTo>
                  <a:pt x="9517" y="3699"/>
                </a:lnTo>
                <a:lnTo>
                  <a:pt x="6344" y="7926"/>
                </a:lnTo>
                <a:lnTo>
                  <a:pt x="0" y="10040"/>
                </a:lnTo>
                <a:lnTo>
                  <a:pt x="0" y="17015"/>
                </a:lnTo>
                <a:lnTo>
                  <a:pt x="1057" y="21242"/>
                </a:lnTo>
                <a:lnTo>
                  <a:pt x="1057" y="24624"/>
                </a:lnTo>
                <a:lnTo>
                  <a:pt x="8459" y="24624"/>
                </a:lnTo>
                <a:lnTo>
                  <a:pt x="10574" y="26315"/>
                </a:lnTo>
                <a:lnTo>
                  <a:pt x="10574" y="31705"/>
                </a:lnTo>
                <a:lnTo>
                  <a:pt x="11632" y="34559"/>
                </a:lnTo>
                <a:lnTo>
                  <a:pt x="21149" y="34559"/>
                </a:lnTo>
                <a:lnTo>
                  <a:pt x="24321" y="33502"/>
                </a:lnTo>
                <a:lnTo>
                  <a:pt x="27494" y="30120"/>
                </a:lnTo>
                <a:lnTo>
                  <a:pt x="29608" y="27583"/>
                </a:lnTo>
                <a:lnTo>
                  <a:pt x="31723" y="25787"/>
                </a:lnTo>
                <a:lnTo>
                  <a:pt x="33838" y="23145"/>
                </a:lnTo>
                <a:lnTo>
                  <a:pt x="34896" y="21454"/>
                </a:lnTo>
                <a:lnTo>
                  <a:pt x="34896" y="12999"/>
                </a:lnTo>
                <a:lnTo>
                  <a:pt x="33838" y="12048"/>
                </a:lnTo>
                <a:lnTo>
                  <a:pt x="30666" y="7926"/>
                </a:lnTo>
                <a:lnTo>
                  <a:pt x="26436" y="4016"/>
                </a:lnTo>
                <a:lnTo>
                  <a:pt x="22206" y="317"/>
                </a:lnTo>
                <a:lnTo>
                  <a:pt x="16919" y="317"/>
                </a:lnTo>
                <a:lnTo>
                  <a:pt x="16919" y="0"/>
                </a:lnTo>
                <a:close/>
              </a:path>
              <a:path w="34925" h="34925">
                <a:moveTo>
                  <a:pt x="22206" y="0"/>
                </a:moveTo>
                <a:lnTo>
                  <a:pt x="19739" y="0"/>
                </a:lnTo>
                <a:lnTo>
                  <a:pt x="18681" y="317"/>
                </a:lnTo>
                <a:lnTo>
                  <a:pt x="22206" y="317"/>
                </a:lnTo>
                <a:lnTo>
                  <a:pt x="22206" y="0"/>
                </a:lnTo>
                <a:close/>
              </a:path>
            </a:pathLst>
          </a:custGeom>
          <a:solidFill>
            <a:srgbClr val="000000"/>
          </a:solidFill>
        </p:spPr>
        <p:txBody>
          <a:bodyPr wrap="square" lIns="0" tIns="0" rIns="0" bIns="0" rtlCol="0"/>
          <a:lstStyle/>
          <a:p>
            <a:endParaRPr/>
          </a:p>
        </p:txBody>
      </p:sp>
      <p:sp>
        <p:nvSpPr>
          <p:cNvPr id="283" name="object 283"/>
          <p:cNvSpPr/>
          <p:nvPr/>
        </p:nvSpPr>
        <p:spPr>
          <a:xfrm>
            <a:off x="15257854" y="5384773"/>
            <a:ext cx="25400" cy="24765"/>
          </a:xfrm>
          <a:custGeom>
            <a:avLst/>
            <a:gdLst/>
            <a:ahLst/>
            <a:cxnLst/>
            <a:rect l="l" t="t" r="r" b="b"/>
            <a:pathLst>
              <a:path w="25400" h="24764">
                <a:moveTo>
                  <a:pt x="23314" y="317"/>
                </a:moveTo>
                <a:lnTo>
                  <a:pt x="2114" y="317"/>
                </a:lnTo>
                <a:lnTo>
                  <a:pt x="1057" y="2430"/>
                </a:lnTo>
                <a:lnTo>
                  <a:pt x="1057" y="3699"/>
                </a:lnTo>
                <a:lnTo>
                  <a:pt x="0" y="6024"/>
                </a:lnTo>
                <a:lnTo>
                  <a:pt x="0" y="22828"/>
                </a:lnTo>
                <a:lnTo>
                  <a:pt x="2247" y="24624"/>
                </a:lnTo>
                <a:lnTo>
                  <a:pt x="17737" y="24624"/>
                </a:lnTo>
                <a:lnTo>
                  <a:pt x="24321" y="18812"/>
                </a:lnTo>
                <a:lnTo>
                  <a:pt x="24321" y="15747"/>
                </a:lnTo>
                <a:lnTo>
                  <a:pt x="25379" y="11836"/>
                </a:lnTo>
                <a:lnTo>
                  <a:pt x="25379" y="7609"/>
                </a:lnTo>
                <a:lnTo>
                  <a:pt x="24321" y="3699"/>
                </a:lnTo>
                <a:lnTo>
                  <a:pt x="24321" y="2430"/>
                </a:lnTo>
                <a:lnTo>
                  <a:pt x="23314" y="317"/>
                </a:lnTo>
                <a:close/>
              </a:path>
              <a:path w="25400" h="24764">
                <a:moveTo>
                  <a:pt x="19034" y="0"/>
                </a:moveTo>
                <a:lnTo>
                  <a:pt x="6344" y="0"/>
                </a:lnTo>
                <a:lnTo>
                  <a:pt x="1586" y="317"/>
                </a:lnTo>
                <a:lnTo>
                  <a:pt x="23792" y="317"/>
                </a:lnTo>
                <a:lnTo>
                  <a:pt x="19034" y="0"/>
                </a:lnTo>
                <a:close/>
              </a:path>
            </a:pathLst>
          </a:custGeom>
          <a:solidFill>
            <a:srgbClr val="000000"/>
          </a:solidFill>
        </p:spPr>
        <p:txBody>
          <a:bodyPr wrap="square" lIns="0" tIns="0" rIns="0" bIns="0" rtlCol="0"/>
          <a:lstStyle/>
          <a:p>
            <a:endParaRPr/>
          </a:p>
        </p:txBody>
      </p:sp>
      <p:sp>
        <p:nvSpPr>
          <p:cNvPr id="284" name="object 284"/>
          <p:cNvSpPr/>
          <p:nvPr/>
        </p:nvSpPr>
        <p:spPr>
          <a:xfrm>
            <a:off x="14400252" y="3944065"/>
            <a:ext cx="25400" cy="25400"/>
          </a:xfrm>
          <a:custGeom>
            <a:avLst/>
            <a:gdLst/>
            <a:ahLst/>
            <a:cxnLst/>
            <a:rect l="l" t="t" r="r" b="b"/>
            <a:pathLst>
              <a:path w="25400" h="25400">
                <a:moveTo>
                  <a:pt x="8459" y="0"/>
                </a:moveTo>
                <a:lnTo>
                  <a:pt x="9517" y="211"/>
                </a:lnTo>
                <a:lnTo>
                  <a:pt x="11632" y="211"/>
                </a:lnTo>
                <a:lnTo>
                  <a:pt x="21149" y="422"/>
                </a:lnTo>
                <a:lnTo>
                  <a:pt x="25379" y="4755"/>
                </a:lnTo>
                <a:lnTo>
                  <a:pt x="25379" y="22511"/>
                </a:lnTo>
                <a:lnTo>
                  <a:pt x="24321" y="24307"/>
                </a:lnTo>
                <a:lnTo>
                  <a:pt x="21149" y="24519"/>
                </a:lnTo>
                <a:lnTo>
                  <a:pt x="20091" y="24624"/>
                </a:lnTo>
                <a:lnTo>
                  <a:pt x="15861" y="24624"/>
                </a:lnTo>
                <a:lnTo>
                  <a:pt x="13747" y="24519"/>
                </a:lnTo>
                <a:lnTo>
                  <a:pt x="11632" y="24519"/>
                </a:lnTo>
                <a:lnTo>
                  <a:pt x="10574" y="24624"/>
                </a:lnTo>
                <a:lnTo>
                  <a:pt x="8459" y="24730"/>
                </a:lnTo>
                <a:lnTo>
                  <a:pt x="7402" y="24730"/>
                </a:lnTo>
                <a:lnTo>
                  <a:pt x="7402" y="24941"/>
                </a:lnTo>
                <a:lnTo>
                  <a:pt x="5287" y="24941"/>
                </a:lnTo>
                <a:lnTo>
                  <a:pt x="4229" y="24730"/>
                </a:lnTo>
                <a:lnTo>
                  <a:pt x="2114" y="24519"/>
                </a:lnTo>
                <a:lnTo>
                  <a:pt x="0" y="23145"/>
                </a:lnTo>
                <a:lnTo>
                  <a:pt x="1057" y="20080"/>
                </a:lnTo>
                <a:lnTo>
                  <a:pt x="1057" y="14478"/>
                </a:lnTo>
                <a:lnTo>
                  <a:pt x="0" y="8771"/>
                </a:lnTo>
                <a:lnTo>
                  <a:pt x="1057" y="3064"/>
                </a:lnTo>
                <a:lnTo>
                  <a:pt x="1057" y="2113"/>
                </a:lnTo>
                <a:lnTo>
                  <a:pt x="3172" y="528"/>
                </a:lnTo>
                <a:lnTo>
                  <a:pt x="4229" y="317"/>
                </a:lnTo>
                <a:lnTo>
                  <a:pt x="5287" y="211"/>
                </a:lnTo>
                <a:lnTo>
                  <a:pt x="6344" y="0"/>
                </a:lnTo>
                <a:close/>
              </a:path>
            </a:pathLst>
          </a:custGeom>
          <a:solidFill>
            <a:srgbClr val="000000"/>
          </a:solidFill>
        </p:spPr>
        <p:txBody>
          <a:bodyPr wrap="square" lIns="0" tIns="0" rIns="0" bIns="0" rtlCol="0"/>
          <a:lstStyle/>
          <a:p>
            <a:endParaRPr/>
          </a:p>
        </p:txBody>
      </p:sp>
      <p:sp>
        <p:nvSpPr>
          <p:cNvPr id="285" name="object 285"/>
          <p:cNvSpPr/>
          <p:nvPr/>
        </p:nvSpPr>
        <p:spPr>
          <a:xfrm>
            <a:off x="16417889" y="6252136"/>
            <a:ext cx="26670" cy="24765"/>
          </a:xfrm>
          <a:custGeom>
            <a:avLst/>
            <a:gdLst/>
            <a:ahLst/>
            <a:cxnLst/>
            <a:rect l="l" t="t" r="r" b="b"/>
            <a:pathLst>
              <a:path w="26669" h="24764">
                <a:moveTo>
                  <a:pt x="16919" y="0"/>
                </a:moveTo>
                <a:lnTo>
                  <a:pt x="19034" y="105"/>
                </a:lnTo>
                <a:lnTo>
                  <a:pt x="24321" y="105"/>
                </a:lnTo>
                <a:lnTo>
                  <a:pt x="25379" y="1690"/>
                </a:lnTo>
                <a:lnTo>
                  <a:pt x="26436" y="4121"/>
                </a:lnTo>
                <a:lnTo>
                  <a:pt x="26436" y="13739"/>
                </a:lnTo>
                <a:lnTo>
                  <a:pt x="26436" y="20714"/>
                </a:lnTo>
                <a:lnTo>
                  <a:pt x="25379" y="21982"/>
                </a:lnTo>
                <a:lnTo>
                  <a:pt x="24321" y="24096"/>
                </a:lnTo>
                <a:lnTo>
                  <a:pt x="23264" y="24202"/>
                </a:lnTo>
                <a:lnTo>
                  <a:pt x="21149" y="24519"/>
                </a:lnTo>
                <a:lnTo>
                  <a:pt x="17976" y="24624"/>
                </a:lnTo>
                <a:lnTo>
                  <a:pt x="15861" y="24624"/>
                </a:lnTo>
                <a:lnTo>
                  <a:pt x="13747" y="24730"/>
                </a:lnTo>
                <a:lnTo>
                  <a:pt x="11632" y="24624"/>
                </a:lnTo>
                <a:lnTo>
                  <a:pt x="9517" y="24413"/>
                </a:lnTo>
                <a:lnTo>
                  <a:pt x="7402" y="23990"/>
                </a:lnTo>
                <a:lnTo>
                  <a:pt x="6344" y="21031"/>
                </a:lnTo>
                <a:lnTo>
                  <a:pt x="4229" y="19657"/>
                </a:lnTo>
                <a:lnTo>
                  <a:pt x="0" y="16592"/>
                </a:lnTo>
                <a:lnTo>
                  <a:pt x="2114" y="12365"/>
                </a:lnTo>
                <a:lnTo>
                  <a:pt x="2114" y="5389"/>
                </a:lnTo>
                <a:lnTo>
                  <a:pt x="8459" y="422"/>
                </a:lnTo>
                <a:lnTo>
                  <a:pt x="12689" y="0"/>
                </a:lnTo>
                <a:close/>
              </a:path>
            </a:pathLst>
          </a:custGeom>
          <a:solidFill>
            <a:srgbClr val="000000"/>
          </a:solidFill>
        </p:spPr>
        <p:txBody>
          <a:bodyPr wrap="square" lIns="0" tIns="0" rIns="0" bIns="0" rtlCol="0"/>
          <a:lstStyle/>
          <a:p>
            <a:endParaRPr/>
          </a:p>
        </p:txBody>
      </p:sp>
      <p:sp>
        <p:nvSpPr>
          <p:cNvPr id="286" name="object 286"/>
          <p:cNvSpPr/>
          <p:nvPr/>
        </p:nvSpPr>
        <p:spPr>
          <a:xfrm>
            <a:off x="14400252" y="1058420"/>
            <a:ext cx="25400" cy="24765"/>
          </a:xfrm>
          <a:custGeom>
            <a:avLst/>
            <a:gdLst/>
            <a:ahLst/>
            <a:cxnLst/>
            <a:rect l="l" t="t" r="r" b="b"/>
            <a:pathLst>
              <a:path w="25400" h="24765">
                <a:moveTo>
                  <a:pt x="21149" y="0"/>
                </a:moveTo>
                <a:lnTo>
                  <a:pt x="22206" y="211"/>
                </a:lnTo>
                <a:lnTo>
                  <a:pt x="23264" y="317"/>
                </a:lnTo>
                <a:lnTo>
                  <a:pt x="24321" y="2325"/>
                </a:lnTo>
                <a:lnTo>
                  <a:pt x="24321" y="3593"/>
                </a:lnTo>
                <a:lnTo>
                  <a:pt x="25379" y="6763"/>
                </a:lnTo>
                <a:lnTo>
                  <a:pt x="25379" y="10145"/>
                </a:lnTo>
                <a:lnTo>
                  <a:pt x="24321" y="13316"/>
                </a:lnTo>
                <a:lnTo>
                  <a:pt x="24321" y="19657"/>
                </a:lnTo>
                <a:lnTo>
                  <a:pt x="19034" y="24519"/>
                </a:lnTo>
                <a:lnTo>
                  <a:pt x="12689" y="24519"/>
                </a:lnTo>
                <a:lnTo>
                  <a:pt x="12689" y="24730"/>
                </a:lnTo>
                <a:lnTo>
                  <a:pt x="6344" y="24730"/>
                </a:lnTo>
                <a:lnTo>
                  <a:pt x="1057" y="19763"/>
                </a:lnTo>
                <a:lnTo>
                  <a:pt x="0" y="13422"/>
                </a:lnTo>
                <a:lnTo>
                  <a:pt x="0" y="2853"/>
                </a:lnTo>
                <a:lnTo>
                  <a:pt x="1057" y="105"/>
                </a:lnTo>
                <a:lnTo>
                  <a:pt x="14804" y="105"/>
                </a:lnTo>
                <a:lnTo>
                  <a:pt x="15861" y="0"/>
                </a:lnTo>
                <a:close/>
              </a:path>
            </a:pathLst>
          </a:custGeom>
          <a:solidFill>
            <a:srgbClr val="000000"/>
          </a:solidFill>
        </p:spPr>
        <p:txBody>
          <a:bodyPr wrap="square" lIns="0" tIns="0" rIns="0" bIns="0" rtlCol="0"/>
          <a:lstStyle/>
          <a:p>
            <a:endParaRPr/>
          </a:p>
        </p:txBody>
      </p:sp>
      <p:sp>
        <p:nvSpPr>
          <p:cNvPr id="287" name="object 287"/>
          <p:cNvSpPr/>
          <p:nvPr/>
        </p:nvSpPr>
        <p:spPr>
          <a:xfrm>
            <a:off x="16993148" y="6550910"/>
            <a:ext cx="24765" cy="20320"/>
          </a:xfrm>
          <a:custGeom>
            <a:avLst/>
            <a:gdLst/>
            <a:ahLst/>
            <a:cxnLst/>
            <a:rect l="l" t="t" r="r" b="b"/>
            <a:pathLst>
              <a:path w="24765" h="20320">
                <a:moveTo>
                  <a:pt x="22206" y="317"/>
                </a:moveTo>
                <a:lnTo>
                  <a:pt x="1057" y="317"/>
                </a:lnTo>
                <a:lnTo>
                  <a:pt x="0" y="2325"/>
                </a:lnTo>
                <a:lnTo>
                  <a:pt x="0" y="18283"/>
                </a:lnTo>
                <a:lnTo>
                  <a:pt x="1057" y="19868"/>
                </a:lnTo>
                <a:lnTo>
                  <a:pt x="4229" y="19868"/>
                </a:lnTo>
                <a:lnTo>
                  <a:pt x="5287" y="19657"/>
                </a:lnTo>
                <a:lnTo>
                  <a:pt x="23342" y="19657"/>
                </a:lnTo>
                <a:lnTo>
                  <a:pt x="24321" y="17015"/>
                </a:lnTo>
                <a:lnTo>
                  <a:pt x="24321" y="2747"/>
                </a:lnTo>
                <a:lnTo>
                  <a:pt x="22206" y="317"/>
                </a:lnTo>
                <a:close/>
              </a:path>
              <a:path w="24765" h="20320">
                <a:moveTo>
                  <a:pt x="23342" y="19657"/>
                </a:moveTo>
                <a:lnTo>
                  <a:pt x="8459" y="19657"/>
                </a:lnTo>
                <a:lnTo>
                  <a:pt x="10574" y="19868"/>
                </a:lnTo>
                <a:lnTo>
                  <a:pt x="23264" y="19868"/>
                </a:lnTo>
                <a:lnTo>
                  <a:pt x="23342" y="19657"/>
                </a:lnTo>
                <a:close/>
              </a:path>
              <a:path w="24765" h="20320">
                <a:moveTo>
                  <a:pt x="14804" y="0"/>
                </a:moveTo>
                <a:lnTo>
                  <a:pt x="8459" y="0"/>
                </a:lnTo>
                <a:lnTo>
                  <a:pt x="3701" y="317"/>
                </a:lnTo>
                <a:lnTo>
                  <a:pt x="19563" y="317"/>
                </a:lnTo>
                <a:lnTo>
                  <a:pt x="14804" y="0"/>
                </a:lnTo>
                <a:close/>
              </a:path>
            </a:pathLst>
          </a:custGeom>
          <a:solidFill>
            <a:srgbClr val="000000"/>
          </a:solidFill>
        </p:spPr>
        <p:txBody>
          <a:bodyPr wrap="square" lIns="0" tIns="0" rIns="0" bIns="0" rtlCol="0"/>
          <a:lstStyle/>
          <a:p>
            <a:endParaRPr/>
          </a:p>
        </p:txBody>
      </p:sp>
      <p:sp>
        <p:nvSpPr>
          <p:cNvPr id="288" name="object 288"/>
          <p:cNvSpPr/>
          <p:nvPr/>
        </p:nvSpPr>
        <p:spPr>
          <a:xfrm>
            <a:off x="15557115" y="5683758"/>
            <a:ext cx="20320" cy="20320"/>
          </a:xfrm>
          <a:custGeom>
            <a:avLst/>
            <a:gdLst/>
            <a:ahLst/>
            <a:cxnLst/>
            <a:rect l="l" t="t" r="r" b="b"/>
            <a:pathLst>
              <a:path w="20319" h="20320">
                <a:moveTo>
                  <a:pt x="9517" y="0"/>
                </a:moveTo>
                <a:lnTo>
                  <a:pt x="5287" y="0"/>
                </a:lnTo>
                <a:lnTo>
                  <a:pt x="4229" y="105"/>
                </a:lnTo>
                <a:lnTo>
                  <a:pt x="1057" y="528"/>
                </a:lnTo>
                <a:lnTo>
                  <a:pt x="0" y="1902"/>
                </a:lnTo>
                <a:lnTo>
                  <a:pt x="0" y="18600"/>
                </a:lnTo>
                <a:lnTo>
                  <a:pt x="1057" y="19340"/>
                </a:lnTo>
                <a:lnTo>
                  <a:pt x="6344" y="19551"/>
                </a:lnTo>
                <a:lnTo>
                  <a:pt x="8459" y="19551"/>
                </a:lnTo>
                <a:lnTo>
                  <a:pt x="9517" y="19657"/>
                </a:lnTo>
                <a:lnTo>
                  <a:pt x="11632" y="19657"/>
                </a:lnTo>
                <a:lnTo>
                  <a:pt x="14804" y="19763"/>
                </a:lnTo>
                <a:lnTo>
                  <a:pt x="19034" y="19340"/>
                </a:lnTo>
                <a:lnTo>
                  <a:pt x="20091" y="17860"/>
                </a:lnTo>
                <a:lnTo>
                  <a:pt x="20091" y="14796"/>
                </a:lnTo>
                <a:lnTo>
                  <a:pt x="19034" y="13316"/>
                </a:lnTo>
                <a:lnTo>
                  <a:pt x="20091" y="11625"/>
                </a:lnTo>
                <a:lnTo>
                  <a:pt x="20091" y="951"/>
                </a:lnTo>
                <a:lnTo>
                  <a:pt x="19034" y="211"/>
                </a:lnTo>
                <a:lnTo>
                  <a:pt x="13747" y="105"/>
                </a:lnTo>
                <a:lnTo>
                  <a:pt x="11632" y="105"/>
                </a:lnTo>
                <a:close/>
              </a:path>
            </a:pathLst>
          </a:custGeom>
          <a:solidFill>
            <a:srgbClr val="000000"/>
          </a:solidFill>
        </p:spPr>
        <p:txBody>
          <a:bodyPr wrap="square" lIns="0" tIns="0" rIns="0" bIns="0" rtlCol="0"/>
          <a:lstStyle/>
          <a:p>
            <a:endParaRPr/>
          </a:p>
        </p:txBody>
      </p:sp>
      <p:sp>
        <p:nvSpPr>
          <p:cNvPr id="289" name="object 289"/>
          <p:cNvSpPr/>
          <p:nvPr/>
        </p:nvSpPr>
        <p:spPr>
          <a:xfrm>
            <a:off x="14116853" y="2210290"/>
            <a:ext cx="10795" cy="24130"/>
          </a:xfrm>
          <a:custGeom>
            <a:avLst/>
            <a:gdLst/>
            <a:ahLst/>
            <a:cxnLst/>
            <a:rect l="l" t="t" r="r" b="b"/>
            <a:pathLst>
              <a:path w="10794" h="24130">
                <a:moveTo>
                  <a:pt x="7564" y="0"/>
                </a:moveTo>
                <a:lnTo>
                  <a:pt x="4229" y="0"/>
                </a:lnTo>
                <a:lnTo>
                  <a:pt x="0" y="1268"/>
                </a:lnTo>
                <a:lnTo>
                  <a:pt x="0" y="22616"/>
                </a:lnTo>
                <a:lnTo>
                  <a:pt x="2277" y="24096"/>
                </a:lnTo>
                <a:lnTo>
                  <a:pt x="5710" y="24096"/>
                </a:lnTo>
                <a:lnTo>
                  <a:pt x="9517" y="22828"/>
                </a:lnTo>
                <a:lnTo>
                  <a:pt x="9517" y="21559"/>
                </a:lnTo>
                <a:lnTo>
                  <a:pt x="10574" y="18495"/>
                </a:lnTo>
                <a:lnTo>
                  <a:pt x="9517" y="15113"/>
                </a:lnTo>
                <a:lnTo>
                  <a:pt x="9517" y="8771"/>
                </a:lnTo>
                <a:lnTo>
                  <a:pt x="10574" y="5495"/>
                </a:lnTo>
                <a:lnTo>
                  <a:pt x="9517" y="2325"/>
                </a:lnTo>
                <a:lnTo>
                  <a:pt x="9517" y="1268"/>
                </a:lnTo>
                <a:lnTo>
                  <a:pt x="7564" y="0"/>
                </a:lnTo>
                <a:close/>
              </a:path>
            </a:pathLst>
          </a:custGeom>
          <a:solidFill>
            <a:srgbClr val="000000"/>
          </a:solidFill>
        </p:spPr>
        <p:txBody>
          <a:bodyPr wrap="square" lIns="0" tIns="0" rIns="0" bIns="0" rtlCol="0"/>
          <a:lstStyle/>
          <a:p>
            <a:endParaRPr/>
          </a:p>
        </p:txBody>
      </p:sp>
      <p:sp>
        <p:nvSpPr>
          <p:cNvPr id="290" name="object 290"/>
          <p:cNvSpPr/>
          <p:nvPr/>
        </p:nvSpPr>
        <p:spPr>
          <a:xfrm>
            <a:off x="14116853" y="2508746"/>
            <a:ext cx="10795" cy="19685"/>
          </a:xfrm>
          <a:custGeom>
            <a:avLst/>
            <a:gdLst/>
            <a:ahLst/>
            <a:cxnLst/>
            <a:rect l="l" t="t" r="r" b="b"/>
            <a:pathLst>
              <a:path w="10794" h="19685">
                <a:moveTo>
                  <a:pt x="7402" y="0"/>
                </a:moveTo>
                <a:lnTo>
                  <a:pt x="2114" y="0"/>
                </a:lnTo>
                <a:lnTo>
                  <a:pt x="0" y="1479"/>
                </a:lnTo>
                <a:lnTo>
                  <a:pt x="0" y="13316"/>
                </a:lnTo>
                <a:lnTo>
                  <a:pt x="1057" y="17966"/>
                </a:lnTo>
                <a:lnTo>
                  <a:pt x="1057" y="18706"/>
                </a:lnTo>
                <a:lnTo>
                  <a:pt x="3172" y="19551"/>
                </a:lnTo>
                <a:lnTo>
                  <a:pt x="4229" y="19551"/>
                </a:lnTo>
                <a:lnTo>
                  <a:pt x="5287" y="19657"/>
                </a:lnTo>
                <a:lnTo>
                  <a:pt x="6344" y="19657"/>
                </a:lnTo>
                <a:lnTo>
                  <a:pt x="8459" y="19023"/>
                </a:lnTo>
                <a:lnTo>
                  <a:pt x="8459" y="17966"/>
                </a:lnTo>
                <a:lnTo>
                  <a:pt x="9517" y="15958"/>
                </a:lnTo>
                <a:lnTo>
                  <a:pt x="9517" y="8771"/>
                </a:lnTo>
                <a:lnTo>
                  <a:pt x="10574" y="6341"/>
                </a:lnTo>
                <a:lnTo>
                  <a:pt x="9517" y="3910"/>
                </a:lnTo>
                <a:lnTo>
                  <a:pt x="9517" y="1268"/>
                </a:lnTo>
                <a:close/>
              </a:path>
            </a:pathLst>
          </a:custGeom>
          <a:solidFill>
            <a:srgbClr val="000000"/>
          </a:solidFill>
        </p:spPr>
        <p:txBody>
          <a:bodyPr wrap="square" lIns="0" tIns="0" rIns="0" bIns="0" rtlCol="0"/>
          <a:lstStyle/>
          <a:p>
            <a:endParaRPr/>
          </a:p>
        </p:txBody>
      </p:sp>
      <p:grpSp>
        <p:nvGrpSpPr>
          <p:cNvPr id="291" name="object 291"/>
          <p:cNvGrpSpPr/>
          <p:nvPr/>
        </p:nvGrpSpPr>
        <p:grpSpPr>
          <a:xfrm>
            <a:off x="47855" y="6532415"/>
            <a:ext cx="18240375" cy="3651250"/>
            <a:chOff x="47855" y="6532415"/>
            <a:chExt cx="18240375" cy="3651250"/>
          </a:xfrm>
        </p:grpSpPr>
        <p:sp>
          <p:nvSpPr>
            <p:cNvPr id="292" name="object 292"/>
            <p:cNvSpPr/>
            <p:nvPr/>
          </p:nvSpPr>
          <p:spPr>
            <a:xfrm>
              <a:off x="48107" y="6725297"/>
              <a:ext cx="18240375" cy="3458845"/>
            </a:xfrm>
            <a:custGeom>
              <a:avLst/>
              <a:gdLst/>
              <a:ahLst/>
              <a:cxnLst/>
              <a:rect l="l" t="t" r="r" b="b"/>
              <a:pathLst>
                <a:path w="18240375" h="3458845">
                  <a:moveTo>
                    <a:pt x="18239893" y="0"/>
                  </a:moveTo>
                  <a:lnTo>
                    <a:pt x="0" y="0"/>
                  </a:lnTo>
                  <a:lnTo>
                    <a:pt x="0" y="1943303"/>
                  </a:lnTo>
                  <a:lnTo>
                    <a:pt x="0" y="3458362"/>
                  </a:lnTo>
                  <a:lnTo>
                    <a:pt x="18239893" y="3458362"/>
                  </a:lnTo>
                  <a:lnTo>
                    <a:pt x="18239893" y="1943354"/>
                  </a:lnTo>
                  <a:lnTo>
                    <a:pt x="18239893" y="0"/>
                  </a:lnTo>
                  <a:close/>
                </a:path>
              </a:pathLst>
            </a:custGeom>
            <a:solidFill>
              <a:srgbClr val="000000">
                <a:alpha val="59606"/>
              </a:srgbClr>
            </a:solidFill>
          </p:spPr>
          <p:txBody>
            <a:bodyPr wrap="square" lIns="0" tIns="0" rIns="0" bIns="0" rtlCol="0"/>
            <a:lstStyle/>
            <a:p>
              <a:endParaRPr/>
            </a:p>
          </p:txBody>
        </p:sp>
        <p:sp>
          <p:nvSpPr>
            <p:cNvPr id="293" name="object 293"/>
            <p:cNvSpPr/>
            <p:nvPr/>
          </p:nvSpPr>
          <p:spPr>
            <a:xfrm>
              <a:off x="47855" y="8808347"/>
              <a:ext cx="18240375" cy="67310"/>
            </a:xfrm>
            <a:custGeom>
              <a:avLst/>
              <a:gdLst/>
              <a:ahLst/>
              <a:cxnLst/>
              <a:rect l="l" t="t" r="r" b="b"/>
              <a:pathLst>
                <a:path w="18240375" h="67309">
                  <a:moveTo>
                    <a:pt x="11887374" y="0"/>
                  </a:moveTo>
                  <a:lnTo>
                    <a:pt x="1053562" y="0"/>
                  </a:lnTo>
                  <a:lnTo>
                    <a:pt x="0" y="1763"/>
                  </a:lnTo>
                  <a:lnTo>
                    <a:pt x="0" y="65589"/>
                  </a:lnTo>
                  <a:lnTo>
                    <a:pt x="1053562" y="67256"/>
                  </a:lnTo>
                  <a:lnTo>
                    <a:pt x="11887374" y="67256"/>
                  </a:lnTo>
                  <a:lnTo>
                    <a:pt x="18240145" y="44963"/>
                  </a:lnTo>
                  <a:lnTo>
                    <a:pt x="18240145" y="22314"/>
                  </a:lnTo>
                  <a:lnTo>
                    <a:pt x="11887374" y="0"/>
                  </a:lnTo>
                  <a:close/>
                </a:path>
              </a:pathLst>
            </a:custGeom>
            <a:solidFill>
              <a:srgbClr val="000000">
                <a:alpha val="49803"/>
              </a:srgbClr>
            </a:solidFill>
          </p:spPr>
          <p:txBody>
            <a:bodyPr wrap="square" lIns="0" tIns="0" rIns="0" bIns="0" rtlCol="0"/>
            <a:lstStyle/>
            <a:p>
              <a:endParaRPr/>
            </a:p>
          </p:txBody>
        </p:sp>
        <p:pic>
          <p:nvPicPr>
            <p:cNvPr id="294" name="object 294"/>
            <p:cNvPicPr/>
            <p:nvPr/>
          </p:nvPicPr>
          <p:blipFill>
            <a:blip r:embed="rId252" cstate="print"/>
            <a:stretch>
              <a:fillRect/>
            </a:stretch>
          </p:blipFill>
          <p:spPr>
            <a:xfrm>
              <a:off x="47855" y="7389843"/>
              <a:ext cx="136539" cy="226801"/>
            </a:xfrm>
            <a:prstGeom prst="rect">
              <a:avLst/>
            </a:prstGeom>
          </p:spPr>
        </p:pic>
        <p:pic>
          <p:nvPicPr>
            <p:cNvPr id="295" name="object 295"/>
            <p:cNvPicPr/>
            <p:nvPr/>
          </p:nvPicPr>
          <p:blipFill>
            <a:blip r:embed="rId253" cstate="print"/>
            <a:stretch>
              <a:fillRect/>
            </a:stretch>
          </p:blipFill>
          <p:spPr>
            <a:xfrm>
              <a:off x="47855" y="7096565"/>
              <a:ext cx="131209" cy="220988"/>
            </a:xfrm>
            <a:prstGeom prst="rect">
              <a:avLst/>
            </a:prstGeom>
          </p:spPr>
        </p:pic>
        <p:pic>
          <p:nvPicPr>
            <p:cNvPr id="296" name="object 296"/>
            <p:cNvPicPr/>
            <p:nvPr/>
          </p:nvPicPr>
          <p:blipFill>
            <a:blip r:embed="rId254" cstate="print"/>
            <a:stretch>
              <a:fillRect/>
            </a:stretch>
          </p:blipFill>
          <p:spPr>
            <a:xfrm>
              <a:off x="47855" y="7679317"/>
              <a:ext cx="130462" cy="221306"/>
            </a:xfrm>
            <a:prstGeom prst="rect">
              <a:avLst/>
            </a:prstGeom>
          </p:spPr>
        </p:pic>
        <p:pic>
          <p:nvPicPr>
            <p:cNvPr id="297" name="object 297"/>
            <p:cNvPicPr/>
            <p:nvPr/>
          </p:nvPicPr>
          <p:blipFill>
            <a:blip r:embed="rId255" cstate="print"/>
            <a:stretch>
              <a:fillRect/>
            </a:stretch>
          </p:blipFill>
          <p:spPr>
            <a:xfrm>
              <a:off x="251141" y="7395445"/>
              <a:ext cx="211788" cy="211477"/>
            </a:xfrm>
            <a:prstGeom prst="rect">
              <a:avLst/>
            </a:prstGeom>
          </p:spPr>
        </p:pic>
        <p:pic>
          <p:nvPicPr>
            <p:cNvPr id="298" name="object 298"/>
            <p:cNvPicPr/>
            <p:nvPr/>
          </p:nvPicPr>
          <p:blipFill>
            <a:blip r:embed="rId256" cstate="print"/>
            <a:stretch>
              <a:fillRect/>
            </a:stretch>
          </p:blipFill>
          <p:spPr>
            <a:xfrm>
              <a:off x="250916" y="7100687"/>
              <a:ext cx="205795" cy="212005"/>
            </a:xfrm>
            <a:prstGeom prst="rect">
              <a:avLst/>
            </a:prstGeom>
          </p:spPr>
        </p:pic>
        <p:pic>
          <p:nvPicPr>
            <p:cNvPr id="299" name="object 299"/>
            <p:cNvPicPr/>
            <p:nvPr/>
          </p:nvPicPr>
          <p:blipFill>
            <a:blip r:embed="rId257" cstate="print"/>
            <a:stretch>
              <a:fillRect/>
            </a:stretch>
          </p:blipFill>
          <p:spPr>
            <a:xfrm>
              <a:off x="251141" y="7683861"/>
              <a:ext cx="206445" cy="206827"/>
            </a:xfrm>
            <a:prstGeom prst="rect">
              <a:avLst/>
            </a:prstGeom>
          </p:spPr>
        </p:pic>
        <p:pic>
          <p:nvPicPr>
            <p:cNvPr id="300" name="object 300"/>
            <p:cNvPicPr/>
            <p:nvPr/>
          </p:nvPicPr>
          <p:blipFill>
            <a:blip r:embed="rId258" cstate="print"/>
            <a:stretch>
              <a:fillRect/>
            </a:stretch>
          </p:blipFill>
          <p:spPr>
            <a:xfrm>
              <a:off x="47855" y="6817449"/>
              <a:ext cx="125372" cy="206298"/>
            </a:xfrm>
            <a:prstGeom prst="rect">
              <a:avLst/>
            </a:prstGeom>
          </p:spPr>
        </p:pic>
        <p:pic>
          <p:nvPicPr>
            <p:cNvPr id="301" name="object 301"/>
            <p:cNvPicPr/>
            <p:nvPr/>
          </p:nvPicPr>
          <p:blipFill>
            <a:blip r:embed="rId259" cstate="print"/>
            <a:stretch>
              <a:fillRect/>
            </a:stretch>
          </p:blipFill>
          <p:spPr>
            <a:xfrm>
              <a:off x="47855" y="7974058"/>
              <a:ext cx="126514" cy="207054"/>
            </a:xfrm>
            <a:prstGeom prst="rect">
              <a:avLst/>
            </a:prstGeom>
          </p:spPr>
        </p:pic>
        <p:pic>
          <p:nvPicPr>
            <p:cNvPr id="302" name="object 302"/>
            <p:cNvPicPr/>
            <p:nvPr/>
          </p:nvPicPr>
          <p:blipFill>
            <a:blip r:embed="rId260" cstate="print"/>
            <a:stretch>
              <a:fillRect/>
            </a:stretch>
          </p:blipFill>
          <p:spPr>
            <a:xfrm>
              <a:off x="251645" y="6816815"/>
              <a:ext cx="206589" cy="206827"/>
            </a:xfrm>
            <a:prstGeom prst="rect">
              <a:avLst/>
            </a:prstGeom>
          </p:spPr>
        </p:pic>
        <p:pic>
          <p:nvPicPr>
            <p:cNvPr id="303" name="object 303"/>
            <p:cNvPicPr/>
            <p:nvPr/>
          </p:nvPicPr>
          <p:blipFill>
            <a:blip r:embed="rId261" cstate="print"/>
            <a:stretch>
              <a:fillRect/>
            </a:stretch>
          </p:blipFill>
          <p:spPr>
            <a:xfrm>
              <a:off x="532595" y="7399989"/>
              <a:ext cx="209504" cy="206509"/>
            </a:xfrm>
            <a:prstGeom prst="rect">
              <a:avLst/>
            </a:prstGeom>
          </p:spPr>
        </p:pic>
        <p:pic>
          <p:nvPicPr>
            <p:cNvPr id="304" name="object 304"/>
            <p:cNvPicPr/>
            <p:nvPr/>
          </p:nvPicPr>
          <p:blipFill>
            <a:blip r:embed="rId262" cstate="print"/>
            <a:stretch>
              <a:fillRect/>
            </a:stretch>
          </p:blipFill>
          <p:spPr>
            <a:xfrm>
              <a:off x="251395" y="7973229"/>
              <a:ext cx="205824" cy="207038"/>
            </a:xfrm>
            <a:prstGeom prst="rect">
              <a:avLst/>
            </a:prstGeom>
          </p:spPr>
        </p:pic>
        <p:pic>
          <p:nvPicPr>
            <p:cNvPr id="305" name="object 305"/>
            <p:cNvPicPr/>
            <p:nvPr/>
          </p:nvPicPr>
          <p:blipFill>
            <a:blip r:embed="rId263" cstate="print"/>
            <a:stretch>
              <a:fillRect/>
            </a:stretch>
          </p:blipFill>
          <p:spPr>
            <a:xfrm>
              <a:off x="533230" y="7107240"/>
              <a:ext cx="210265" cy="201120"/>
            </a:xfrm>
            <a:prstGeom prst="rect">
              <a:avLst/>
            </a:prstGeom>
          </p:spPr>
        </p:pic>
        <p:pic>
          <p:nvPicPr>
            <p:cNvPr id="306" name="object 306"/>
            <p:cNvPicPr/>
            <p:nvPr/>
          </p:nvPicPr>
          <p:blipFill>
            <a:blip r:embed="rId264" cstate="print"/>
            <a:stretch>
              <a:fillRect/>
            </a:stretch>
          </p:blipFill>
          <p:spPr>
            <a:xfrm>
              <a:off x="533103" y="7684073"/>
              <a:ext cx="209504" cy="206404"/>
            </a:xfrm>
            <a:prstGeom prst="rect">
              <a:avLst/>
            </a:prstGeom>
          </p:spPr>
        </p:pic>
        <p:pic>
          <p:nvPicPr>
            <p:cNvPr id="307" name="object 307"/>
            <p:cNvPicPr/>
            <p:nvPr/>
          </p:nvPicPr>
          <p:blipFill>
            <a:blip r:embed="rId265" cstate="print"/>
            <a:stretch>
              <a:fillRect/>
            </a:stretch>
          </p:blipFill>
          <p:spPr>
            <a:xfrm>
              <a:off x="47855" y="6533366"/>
              <a:ext cx="122454" cy="206404"/>
            </a:xfrm>
            <a:prstGeom prst="rect">
              <a:avLst/>
            </a:prstGeom>
          </p:spPr>
        </p:pic>
        <p:pic>
          <p:nvPicPr>
            <p:cNvPr id="308" name="object 308"/>
            <p:cNvPicPr/>
            <p:nvPr/>
          </p:nvPicPr>
          <p:blipFill>
            <a:blip r:embed="rId266" cstate="print"/>
            <a:stretch>
              <a:fillRect/>
            </a:stretch>
          </p:blipFill>
          <p:spPr>
            <a:xfrm>
              <a:off x="47855" y="8258158"/>
              <a:ext cx="123088" cy="206298"/>
            </a:xfrm>
            <a:prstGeom prst="rect">
              <a:avLst/>
            </a:prstGeom>
          </p:spPr>
        </p:pic>
        <p:pic>
          <p:nvPicPr>
            <p:cNvPr id="309" name="object 309"/>
            <p:cNvPicPr/>
            <p:nvPr/>
          </p:nvPicPr>
          <p:blipFill>
            <a:blip r:embed="rId267" cstate="print"/>
            <a:stretch>
              <a:fillRect/>
            </a:stretch>
          </p:blipFill>
          <p:spPr>
            <a:xfrm>
              <a:off x="540209" y="6817238"/>
              <a:ext cx="202271" cy="206510"/>
            </a:xfrm>
            <a:prstGeom prst="rect">
              <a:avLst/>
            </a:prstGeom>
          </p:spPr>
        </p:pic>
        <p:pic>
          <p:nvPicPr>
            <p:cNvPr id="310" name="object 310"/>
            <p:cNvPicPr/>
            <p:nvPr/>
          </p:nvPicPr>
          <p:blipFill>
            <a:blip r:embed="rId268" cstate="print"/>
            <a:stretch>
              <a:fillRect/>
            </a:stretch>
          </p:blipFill>
          <p:spPr>
            <a:xfrm>
              <a:off x="251760" y="6532415"/>
              <a:ext cx="206474" cy="206615"/>
            </a:xfrm>
            <a:prstGeom prst="rect">
              <a:avLst/>
            </a:prstGeom>
          </p:spPr>
        </p:pic>
        <p:pic>
          <p:nvPicPr>
            <p:cNvPr id="311" name="object 311"/>
            <p:cNvPicPr/>
            <p:nvPr/>
          </p:nvPicPr>
          <p:blipFill>
            <a:blip r:embed="rId269" cstate="print"/>
            <a:stretch>
              <a:fillRect/>
            </a:stretch>
          </p:blipFill>
          <p:spPr>
            <a:xfrm>
              <a:off x="539955" y="7973017"/>
              <a:ext cx="203540" cy="202388"/>
            </a:xfrm>
            <a:prstGeom prst="rect">
              <a:avLst/>
            </a:prstGeom>
          </p:spPr>
        </p:pic>
        <p:pic>
          <p:nvPicPr>
            <p:cNvPr id="312" name="object 312"/>
            <p:cNvPicPr/>
            <p:nvPr/>
          </p:nvPicPr>
          <p:blipFill>
            <a:blip r:embed="rId270" cstate="print"/>
            <a:stretch>
              <a:fillRect/>
            </a:stretch>
          </p:blipFill>
          <p:spPr>
            <a:xfrm>
              <a:off x="250634" y="8257735"/>
              <a:ext cx="206585" cy="205558"/>
            </a:xfrm>
            <a:prstGeom prst="rect">
              <a:avLst/>
            </a:prstGeom>
          </p:spPr>
        </p:pic>
        <p:pic>
          <p:nvPicPr>
            <p:cNvPr id="313" name="object 313"/>
            <p:cNvPicPr/>
            <p:nvPr/>
          </p:nvPicPr>
          <p:blipFill>
            <a:blip r:embed="rId271" cstate="print"/>
            <a:stretch>
              <a:fillRect/>
            </a:stretch>
          </p:blipFill>
          <p:spPr>
            <a:xfrm>
              <a:off x="834828" y="7399989"/>
              <a:ext cx="201753" cy="201965"/>
            </a:xfrm>
            <a:prstGeom prst="rect">
              <a:avLst/>
            </a:prstGeom>
          </p:spPr>
        </p:pic>
        <p:pic>
          <p:nvPicPr>
            <p:cNvPr id="314" name="object 314"/>
            <p:cNvPicPr/>
            <p:nvPr/>
          </p:nvPicPr>
          <p:blipFill>
            <a:blip r:embed="rId272" cstate="print"/>
            <a:stretch>
              <a:fillRect/>
            </a:stretch>
          </p:blipFill>
          <p:spPr>
            <a:xfrm>
              <a:off x="833718" y="7106183"/>
              <a:ext cx="202546" cy="201542"/>
            </a:xfrm>
            <a:prstGeom prst="rect">
              <a:avLst/>
            </a:prstGeom>
          </p:spPr>
        </p:pic>
        <p:pic>
          <p:nvPicPr>
            <p:cNvPr id="315" name="object 315"/>
            <p:cNvPicPr/>
            <p:nvPr/>
          </p:nvPicPr>
          <p:blipFill>
            <a:blip r:embed="rId273" cstate="print"/>
            <a:stretch>
              <a:fillRect/>
            </a:stretch>
          </p:blipFill>
          <p:spPr>
            <a:xfrm>
              <a:off x="833972" y="7689145"/>
              <a:ext cx="202926" cy="196892"/>
            </a:xfrm>
            <a:prstGeom prst="rect">
              <a:avLst/>
            </a:prstGeom>
          </p:spPr>
        </p:pic>
        <p:pic>
          <p:nvPicPr>
            <p:cNvPr id="316" name="object 316"/>
            <p:cNvPicPr/>
            <p:nvPr/>
          </p:nvPicPr>
          <p:blipFill>
            <a:blip r:embed="rId274" cstate="print"/>
            <a:stretch>
              <a:fillRect/>
            </a:stretch>
          </p:blipFill>
          <p:spPr>
            <a:xfrm>
              <a:off x="541351" y="6537488"/>
              <a:ext cx="201382" cy="196998"/>
            </a:xfrm>
            <a:prstGeom prst="rect">
              <a:avLst/>
            </a:prstGeom>
          </p:spPr>
        </p:pic>
        <p:pic>
          <p:nvPicPr>
            <p:cNvPr id="317" name="object 317"/>
            <p:cNvPicPr/>
            <p:nvPr/>
          </p:nvPicPr>
          <p:blipFill>
            <a:blip r:embed="rId275" cstate="print"/>
            <a:stretch>
              <a:fillRect/>
            </a:stretch>
          </p:blipFill>
          <p:spPr>
            <a:xfrm>
              <a:off x="538940" y="8262385"/>
              <a:ext cx="203739" cy="196469"/>
            </a:xfrm>
            <a:prstGeom prst="rect">
              <a:avLst/>
            </a:prstGeom>
          </p:spPr>
        </p:pic>
      </p:grpSp>
      <p:pic>
        <p:nvPicPr>
          <p:cNvPr id="318" name="object 318"/>
          <p:cNvPicPr/>
          <p:nvPr/>
        </p:nvPicPr>
        <p:blipFill>
          <a:blip r:embed="rId276" cstate="print"/>
          <a:stretch>
            <a:fillRect/>
          </a:stretch>
        </p:blipFill>
        <p:spPr>
          <a:xfrm>
            <a:off x="47855" y="6238608"/>
            <a:ext cx="122200" cy="202176"/>
          </a:xfrm>
          <a:prstGeom prst="rect">
            <a:avLst/>
          </a:prstGeom>
        </p:spPr>
      </p:pic>
      <p:pic>
        <p:nvPicPr>
          <p:cNvPr id="319" name="object 319"/>
          <p:cNvPicPr/>
          <p:nvPr/>
        </p:nvPicPr>
        <p:blipFill>
          <a:blip r:embed="rId277" cstate="print"/>
          <a:stretch>
            <a:fillRect/>
          </a:stretch>
        </p:blipFill>
        <p:spPr>
          <a:xfrm>
            <a:off x="837905" y="6826327"/>
            <a:ext cx="195080" cy="191925"/>
          </a:xfrm>
          <a:prstGeom prst="rect">
            <a:avLst/>
          </a:prstGeom>
        </p:spPr>
      </p:pic>
      <p:pic>
        <p:nvPicPr>
          <p:cNvPr id="320" name="object 320"/>
          <p:cNvPicPr/>
          <p:nvPr/>
        </p:nvPicPr>
        <p:blipFill>
          <a:blip r:embed="rId278" cstate="print"/>
          <a:stretch>
            <a:fillRect/>
          </a:stretch>
        </p:blipFill>
        <p:spPr>
          <a:xfrm>
            <a:off x="24633" y="8561673"/>
            <a:ext cx="138569" cy="191094"/>
          </a:xfrm>
          <a:prstGeom prst="rect">
            <a:avLst/>
          </a:prstGeom>
        </p:spPr>
      </p:pic>
      <p:pic>
        <p:nvPicPr>
          <p:cNvPr id="321" name="object 321"/>
          <p:cNvPicPr/>
          <p:nvPr/>
        </p:nvPicPr>
        <p:blipFill>
          <a:blip r:embed="rId279" cstate="print"/>
          <a:stretch>
            <a:fillRect/>
          </a:stretch>
        </p:blipFill>
        <p:spPr>
          <a:xfrm>
            <a:off x="838540" y="7978725"/>
            <a:ext cx="192246" cy="191396"/>
          </a:xfrm>
          <a:prstGeom prst="rect">
            <a:avLst/>
          </a:prstGeom>
        </p:spPr>
      </p:pic>
      <p:pic>
        <p:nvPicPr>
          <p:cNvPr id="322" name="object 322"/>
          <p:cNvPicPr/>
          <p:nvPr/>
        </p:nvPicPr>
        <p:blipFill>
          <a:blip r:embed="rId280" cstate="print"/>
          <a:stretch>
            <a:fillRect/>
          </a:stretch>
        </p:blipFill>
        <p:spPr>
          <a:xfrm>
            <a:off x="260912" y="8561476"/>
            <a:ext cx="187170" cy="186958"/>
          </a:xfrm>
          <a:prstGeom prst="rect">
            <a:avLst/>
          </a:prstGeom>
        </p:spPr>
      </p:pic>
      <p:pic>
        <p:nvPicPr>
          <p:cNvPr id="323" name="object 323"/>
          <p:cNvPicPr/>
          <p:nvPr/>
        </p:nvPicPr>
        <p:blipFill>
          <a:blip r:embed="rId281" cstate="print"/>
          <a:stretch>
            <a:fillRect/>
          </a:stretch>
        </p:blipFill>
        <p:spPr>
          <a:xfrm>
            <a:off x="260785" y="6244421"/>
            <a:ext cx="187297" cy="190762"/>
          </a:xfrm>
          <a:prstGeom prst="rect">
            <a:avLst/>
          </a:prstGeom>
        </p:spPr>
      </p:pic>
      <p:pic>
        <p:nvPicPr>
          <p:cNvPr id="324" name="object 324"/>
          <p:cNvPicPr/>
          <p:nvPr/>
        </p:nvPicPr>
        <p:blipFill>
          <a:blip r:embed="rId282" cstate="print"/>
          <a:stretch>
            <a:fillRect/>
          </a:stretch>
        </p:blipFill>
        <p:spPr>
          <a:xfrm>
            <a:off x="1126254" y="7409819"/>
            <a:ext cx="189708" cy="186746"/>
          </a:xfrm>
          <a:prstGeom prst="rect">
            <a:avLst/>
          </a:prstGeom>
        </p:spPr>
      </p:pic>
      <p:pic>
        <p:nvPicPr>
          <p:cNvPr id="325" name="object 325"/>
          <p:cNvPicPr/>
          <p:nvPr/>
        </p:nvPicPr>
        <p:blipFill>
          <a:blip r:embed="rId283" cstate="print"/>
          <a:stretch>
            <a:fillRect/>
          </a:stretch>
        </p:blipFill>
        <p:spPr>
          <a:xfrm>
            <a:off x="1128263" y="7693796"/>
            <a:ext cx="186853" cy="187697"/>
          </a:xfrm>
          <a:prstGeom prst="rect">
            <a:avLst/>
          </a:prstGeom>
        </p:spPr>
      </p:pic>
      <p:pic>
        <p:nvPicPr>
          <p:cNvPr id="326" name="object 326"/>
          <p:cNvPicPr/>
          <p:nvPr/>
        </p:nvPicPr>
        <p:blipFill>
          <a:blip r:embed="rId284" cstate="print"/>
          <a:stretch>
            <a:fillRect/>
          </a:stretch>
        </p:blipFill>
        <p:spPr>
          <a:xfrm>
            <a:off x="842728" y="6542667"/>
            <a:ext cx="190575" cy="186958"/>
          </a:xfrm>
          <a:prstGeom prst="rect">
            <a:avLst/>
          </a:prstGeom>
        </p:spPr>
      </p:pic>
      <p:pic>
        <p:nvPicPr>
          <p:cNvPr id="327" name="object 327"/>
          <p:cNvPicPr/>
          <p:nvPr/>
        </p:nvPicPr>
        <p:blipFill>
          <a:blip r:embed="rId285" cstate="print"/>
          <a:stretch>
            <a:fillRect/>
          </a:stretch>
        </p:blipFill>
        <p:spPr>
          <a:xfrm>
            <a:off x="844250" y="8267353"/>
            <a:ext cx="189475" cy="186852"/>
          </a:xfrm>
          <a:prstGeom prst="rect">
            <a:avLst/>
          </a:prstGeom>
        </p:spPr>
      </p:pic>
      <p:pic>
        <p:nvPicPr>
          <p:cNvPr id="328" name="object 328"/>
          <p:cNvPicPr/>
          <p:nvPr/>
        </p:nvPicPr>
        <p:blipFill>
          <a:blip r:embed="rId286" cstate="print"/>
          <a:stretch>
            <a:fillRect/>
          </a:stretch>
        </p:blipFill>
        <p:spPr>
          <a:xfrm>
            <a:off x="47855" y="5959915"/>
            <a:ext cx="115744" cy="186324"/>
          </a:xfrm>
          <a:prstGeom prst="rect">
            <a:avLst/>
          </a:prstGeom>
        </p:spPr>
      </p:pic>
      <p:pic>
        <p:nvPicPr>
          <p:cNvPr id="329" name="object 329"/>
          <p:cNvPicPr/>
          <p:nvPr/>
        </p:nvPicPr>
        <p:blipFill>
          <a:blip r:embed="rId287" cstate="print"/>
          <a:stretch>
            <a:fillRect/>
          </a:stretch>
        </p:blipFill>
        <p:spPr>
          <a:xfrm>
            <a:off x="549980" y="8562110"/>
            <a:ext cx="182983" cy="186006"/>
          </a:xfrm>
          <a:prstGeom prst="rect">
            <a:avLst/>
          </a:prstGeom>
        </p:spPr>
      </p:pic>
      <p:pic>
        <p:nvPicPr>
          <p:cNvPr id="330" name="object 330"/>
          <p:cNvPicPr/>
          <p:nvPr/>
        </p:nvPicPr>
        <p:blipFill>
          <a:blip r:embed="rId288" cstate="print"/>
          <a:stretch>
            <a:fillRect/>
          </a:stretch>
        </p:blipFill>
        <p:spPr>
          <a:xfrm>
            <a:off x="1127735" y="7116329"/>
            <a:ext cx="187593" cy="181779"/>
          </a:xfrm>
          <a:prstGeom prst="rect">
            <a:avLst/>
          </a:prstGeom>
        </p:spPr>
      </p:pic>
      <p:pic>
        <p:nvPicPr>
          <p:cNvPr id="331" name="object 331"/>
          <p:cNvPicPr/>
          <p:nvPr/>
        </p:nvPicPr>
        <p:blipFill>
          <a:blip r:embed="rId289" cstate="print"/>
          <a:stretch>
            <a:fillRect/>
          </a:stretch>
        </p:blipFill>
        <p:spPr>
          <a:xfrm>
            <a:off x="1127629" y="6827067"/>
            <a:ext cx="188122" cy="186641"/>
          </a:xfrm>
          <a:prstGeom prst="rect">
            <a:avLst/>
          </a:prstGeom>
        </p:spPr>
      </p:pic>
      <p:pic>
        <p:nvPicPr>
          <p:cNvPr id="332" name="object 332"/>
          <p:cNvPicPr/>
          <p:nvPr/>
        </p:nvPicPr>
        <p:blipFill>
          <a:blip r:embed="rId290" cstate="print"/>
          <a:stretch>
            <a:fillRect/>
          </a:stretch>
        </p:blipFill>
        <p:spPr>
          <a:xfrm>
            <a:off x="549739" y="6248437"/>
            <a:ext cx="182843" cy="182202"/>
          </a:xfrm>
          <a:prstGeom prst="rect">
            <a:avLst/>
          </a:prstGeom>
        </p:spPr>
      </p:pic>
      <p:pic>
        <p:nvPicPr>
          <p:cNvPr id="333" name="object 333"/>
          <p:cNvPicPr/>
          <p:nvPr/>
        </p:nvPicPr>
        <p:blipFill>
          <a:blip r:embed="rId291" cstate="print"/>
          <a:stretch>
            <a:fillRect/>
          </a:stretch>
        </p:blipFill>
        <p:spPr>
          <a:xfrm>
            <a:off x="47855" y="8850626"/>
            <a:ext cx="116109" cy="186964"/>
          </a:xfrm>
          <a:prstGeom prst="rect">
            <a:avLst/>
          </a:prstGeom>
        </p:spPr>
      </p:pic>
      <p:pic>
        <p:nvPicPr>
          <p:cNvPr id="334" name="object 334"/>
          <p:cNvPicPr/>
          <p:nvPr/>
        </p:nvPicPr>
        <p:blipFill>
          <a:blip r:embed="rId292" cstate="print"/>
          <a:stretch>
            <a:fillRect/>
          </a:stretch>
        </p:blipFill>
        <p:spPr>
          <a:xfrm>
            <a:off x="1126677" y="7983163"/>
            <a:ext cx="188228" cy="181990"/>
          </a:xfrm>
          <a:prstGeom prst="rect">
            <a:avLst/>
          </a:prstGeom>
        </p:spPr>
      </p:pic>
      <p:pic>
        <p:nvPicPr>
          <p:cNvPr id="335" name="object 335"/>
          <p:cNvPicPr/>
          <p:nvPr/>
        </p:nvPicPr>
        <p:blipFill>
          <a:blip r:embed="rId293" cstate="print"/>
          <a:stretch>
            <a:fillRect/>
          </a:stretch>
        </p:blipFill>
        <p:spPr>
          <a:xfrm>
            <a:off x="259643" y="5959915"/>
            <a:ext cx="188947" cy="186746"/>
          </a:xfrm>
          <a:prstGeom prst="rect">
            <a:avLst/>
          </a:prstGeom>
        </p:spPr>
      </p:pic>
      <p:pic>
        <p:nvPicPr>
          <p:cNvPr id="336" name="object 336"/>
          <p:cNvPicPr/>
          <p:nvPr/>
        </p:nvPicPr>
        <p:blipFill>
          <a:blip r:embed="rId294" cstate="print"/>
          <a:stretch>
            <a:fillRect/>
          </a:stretch>
        </p:blipFill>
        <p:spPr>
          <a:xfrm>
            <a:off x="260785" y="8850632"/>
            <a:ext cx="187678" cy="182202"/>
          </a:xfrm>
          <a:prstGeom prst="rect">
            <a:avLst/>
          </a:prstGeom>
        </p:spPr>
      </p:pic>
      <p:pic>
        <p:nvPicPr>
          <p:cNvPr id="337" name="object 337"/>
          <p:cNvPicPr/>
          <p:nvPr/>
        </p:nvPicPr>
        <p:blipFill>
          <a:blip r:embed="rId295" cstate="print"/>
          <a:stretch>
            <a:fillRect/>
          </a:stretch>
        </p:blipFill>
        <p:spPr>
          <a:xfrm>
            <a:off x="843743" y="6249072"/>
            <a:ext cx="183110" cy="181673"/>
          </a:xfrm>
          <a:prstGeom prst="rect">
            <a:avLst/>
          </a:prstGeom>
        </p:spPr>
      </p:pic>
      <p:pic>
        <p:nvPicPr>
          <p:cNvPr id="338" name="object 338"/>
          <p:cNvPicPr/>
          <p:nvPr/>
        </p:nvPicPr>
        <p:blipFill>
          <a:blip r:embed="rId296" cstate="print"/>
          <a:stretch>
            <a:fillRect/>
          </a:stretch>
        </p:blipFill>
        <p:spPr>
          <a:xfrm>
            <a:off x="1133445" y="8267775"/>
            <a:ext cx="185373" cy="186746"/>
          </a:xfrm>
          <a:prstGeom prst="rect">
            <a:avLst/>
          </a:prstGeom>
        </p:spPr>
      </p:pic>
      <p:pic>
        <p:nvPicPr>
          <p:cNvPr id="339" name="object 339"/>
          <p:cNvPicPr/>
          <p:nvPr/>
        </p:nvPicPr>
        <p:blipFill>
          <a:blip r:embed="rId297" cstate="print"/>
          <a:stretch>
            <a:fillRect/>
          </a:stretch>
        </p:blipFill>
        <p:spPr>
          <a:xfrm>
            <a:off x="1131013" y="6542878"/>
            <a:ext cx="184527" cy="182096"/>
          </a:xfrm>
          <a:prstGeom prst="rect">
            <a:avLst/>
          </a:prstGeom>
        </p:spPr>
      </p:pic>
      <p:pic>
        <p:nvPicPr>
          <p:cNvPr id="340" name="object 340"/>
          <p:cNvPicPr/>
          <p:nvPr/>
        </p:nvPicPr>
        <p:blipFill>
          <a:blip r:embed="rId298" cstate="print"/>
          <a:stretch>
            <a:fillRect/>
          </a:stretch>
        </p:blipFill>
        <p:spPr>
          <a:xfrm>
            <a:off x="844377" y="8566338"/>
            <a:ext cx="184505" cy="181462"/>
          </a:xfrm>
          <a:prstGeom prst="rect">
            <a:avLst/>
          </a:prstGeom>
        </p:spPr>
      </p:pic>
      <p:pic>
        <p:nvPicPr>
          <p:cNvPr id="341" name="object 341"/>
          <p:cNvPicPr/>
          <p:nvPr/>
        </p:nvPicPr>
        <p:blipFill>
          <a:blip r:embed="rId299" cstate="print"/>
          <a:stretch>
            <a:fillRect/>
          </a:stretch>
        </p:blipFill>
        <p:spPr>
          <a:xfrm>
            <a:off x="1415893" y="7410136"/>
            <a:ext cx="185584" cy="186429"/>
          </a:xfrm>
          <a:prstGeom prst="rect">
            <a:avLst/>
          </a:prstGeom>
        </p:spPr>
      </p:pic>
      <p:pic>
        <p:nvPicPr>
          <p:cNvPr id="342" name="object 342"/>
          <p:cNvPicPr/>
          <p:nvPr/>
        </p:nvPicPr>
        <p:blipFill>
          <a:blip r:embed="rId300" cstate="print"/>
          <a:stretch>
            <a:fillRect/>
          </a:stretch>
        </p:blipFill>
        <p:spPr>
          <a:xfrm>
            <a:off x="550487" y="5959915"/>
            <a:ext cx="182094" cy="186429"/>
          </a:xfrm>
          <a:prstGeom prst="rect">
            <a:avLst/>
          </a:prstGeom>
        </p:spPr>
      </p:pic>
      <p:pic>
        <p:nvPicPr>
          <p:cNvPr id="343" name="object 343"/>
          <p:cNvPicPr/>
          <p:nvPr/>
        </p:nvPicPr>
        <p:blipFill>
          <a:blip r:embed="rId301" cstate="print"/>
          <a:stretch>
            <a:fillRect/>
          </a:stretch>
        </p:blipFill>
        <p:spPr>
          <a:xfrm>
            <a:off x="1416845" y="7115906"/>
            <a:ext cx="183046" cy="181885"/>
          </a:xfrm>
          <a:prstGeom prst="rect">
            <a:avLst/>
          </a:prstGeom>
        </p:spPr>
      </p:pic>
      <p:pic>
        <p:nvPicPr>
          <p:cNvPr id="344" name="object 344"/>
          <p:cNvPicPr/>
          <p:nvPr/>
        </p:nvPicPr>
        <p:blipFill>
          <a:blip r:embed="rId302" cstate="print"/>
          <a:stretch>
            <a:fillRect/>
          </a:stretch>
        </p:blipFill>
        <p:spPr>
          <a:xfrm>
            <a:off x="1416316" y="7698975"/>
            <a:ext cx="184104" cy="182096"/>
          </a:xfrm>
          <a:prstGeom prst="rect">
            <a:avLst/>
          </a:prstGeom>
        </p:spPr>
      </p:pic>
      <p:pic>
        <p:nvPicPr>
          <p:cNvPr id="345" name="object 345"/>
          <p:cNvPicPr/>
          <p:nvPr/>
        </p:nvPicPr>
        <p:blipFill>
          <a:blip r:embed="rId303" cstate="print"/>
          <a:stretch>
            <a:fillRect/>
          </a:stretch>
        </p:blipFill>
        <p:spPr>
          <a:xfrm>
            <a:off x="550487" y="8850527"/>
            <a:ext cx="182221" cy="181568"/>
          </a:xfrm>
          <a:prstGeom prst="rect">
            <a:avLst/>
          </a:prstGeom>
        </p:spPr>
      </p:pic>
      <p:pic>
        <p:nvPicPr>
          <p:cNvPr id="346" name="object 346"/>
          <p:cNvPicPr/>
          <p:nvPr/>
        </p:nvPicPr>
        <p:blipFill>
          <a:blip r:embed="rId304" cstate="print"/>
          <a:stretch>
            <a:fillRect/>
          </a:stretch>
        </p:blipFill>
        <p:spPr>
          <a:xfrm>
            <a:off x="47855" y="5676043"/>
            <a:ext cx="113063" cy="182836"/>
          </a:xfrm>
          <a:prstGeom prst="rect">
            <a:avLst/>
          </a:prstGeom>
        </p:spPr>
      </p:pic>
      <p:pic>
        <p:nvPicPr>
          <p:cNvPr id="347" name="object 347"/>
          <p:cNvPicPr/>
          <p:nvPr/>
        </p:nvPicPr>
        <p:blipFill>
          <a:blip r:embed="rId305" cstate="print"/>
          <a:stretch>
            <a:fillRect/>
          </a:stretch>
        </p:blipFill>
        <p:spPr>
          <a:xfrm>
            <a:off x="1416845" y="6832034"/>
            <a:ext cx="183786" cy="181990"/>
          </a:xfrm>
          <a:prstGeom prst="rect">
            <a:avLst/>
          </a:prstGeom>
        </p:spPr>
      </p:pic>
      <p:pic>
        <p:nvPicPr>
          <p:cNvPr id="348" name="object 348"/>
          <p:cNvPicPr/>
          <p:nvPr/>
        </p:nvPicPr>
        <p:blipFill>
          <a:blip r:embed="rId306" cstate="print"/>
          <a:stretch>
            <a:fillRect/>
          </a:stretch>
        </p:blipFill>
        <p:spPr>
          <a:xfrm>
            <a:off x="1415047" y="7983163"/>
            <a:ext cx="184632" cy="181885"/>
          </a:xfrm>
          <a:prstGeom prst="rect">
            <a:avLst/>
          </a:prstGeom>
        </p:spPr>
      </p:pic>
      <p:pic>
        <p:nvPicPr>
          <p:cNvPr id="349" name="object 349"/>
          <p:cNvPicPr/>
          <p:nvPr/>
        </p:nvPicPr>
        <p:blipFill>
          <a:blip r:embed="rId307" cstate="print"/>
          <a:stretch>
            <a:fillRect/>
          </a:stretch>
        </p:blipFill>
        <p:spPr>
          <a:xfrm>
            <a:off x="47855" y="9139683"/>
            <a:ext cx="110779" cy="176252"/>
          </a:xfrm>
          <a:prstGeom prst="rect">
            <a:avLst/>
          </a:prstGeom>
        </p:spPr>
      </p:pic>
      <p:pic>
        <p:nvPicPr>
          <p:cNvPr id="350" name="object 350"/>
          <p:cNvPicPr/>
          <p:nvPr/>
        </p:nvPicPr>
        <p:blipFill>
          <a:blip r:embed="rId308" cstate="print"/>
          <a:stretch>
            <a:fillRect/>
          </a:stretch>
        </p:blipFill>
        <p:spPr>
          <a:xfrm>
            <a:off x="1131753" y="6248649"/>
            <a:ext cx="179133" cy="182625"/>
          </a:xfrm>
          <a:prstGeom prst="rect">
            <a:avLst/>
          </a:prstGeom>
        </p:spPr>
      </p:pic>
      <p:pic>
        <p:nvPicPr>
          <p:cNvPr id="351" name="object 351"/>
          <p:cNvPicPr/>
          <p:nvPr/>
        </p:nvPicPr>
        <p:blipFill>
          <a:blip r:embed="rId309" cstate="print"/>
          <a:stretch>
            <a:fillRect/>
          </a:stretch>
        </p:blipFill>
        <p:spPr>
          <a:xfrm>
            <a:off x="847803" y="5964354"/>
            <a:ext cx="180572" cy="177235"/>
          </a:xfrm>
          <a:prstGeom prst="rect">
            <a:avLst/>
          </a:prstGeom>
        </p:spPr>
      </p:pic>
      <p:pic>
        <p:nvPicPr>
          <p:cNvPr id="352" name="object 352"/>
          <p:cNvPicPr/>
          <p:nvPr/>
        </p:nvPicPr>
        <p:blipFill>
          <a:blip r:embed="rId310" cstate="print"/>
          <a:stretch>
            <a:fillRect/>
          </a:stretch>
        </p:blipFill>
        <p:spPr>
          <a:xfrm>
            <a:off x="264846" y="5679954"/>
            <a:ext cx="179810" cy="177446"/>
          </a:xfrm>
          <a:prstGeom prst="rect">
            <a:avLst/>
          </a:prstGeom>
        </p:spPr>
      </p:pic>
      <p:pic>
        <p:nvPicPr>
          <p:cNvPr id="353" name="object 353"/>
          <p:cNvPicPr/>
          <p:nvPr/>
        </p:nvPicPr>
        <p:blipFill>
          <a:blip r:embed="rId311" cstate="print"/>
          <a:stretch>
            <a:fillRect/>
          </a:stretch>
        </p:blipFill>
        <p:spPr>
          <a:xfrm>
            <a:off x="269287" y="9144651"/>
            <a:ext cx="171943" cy="166719"/>
          </a:xfrm>
          <a:prstGeom prst="rect">
            <a:avLst/>
          </a:prstGeom>
        </p:spPr>
      </p:pic>
      <p:pic>
        <p:nvPicPr>
          <p:cNvPr id="354" name="object 354"/>
          <p:cNvPicPr/>
          <p:nvPr/>
        </p:nvPicPr>
        <p:blipFill>
          <a:blip r:embed="rId312" cstate="print"/>
          <a:stretch>
            <a:fillRect/>
          </a:stretch>
        </p:blipFill>
        <p:spPr>
          <a:xfrm>
            <a:off x="854402" y="8855600"/>
            <a:ext cx="166613" cy="171739"/>
          </a:xfrm>
          <a:prstGeom prst="rect">
            <a:avLst/>
          </a:prstGeom>
        </p:spPr>
      </p:pic>
      <p:pic>
        <p:nvPicPr>
          <p:cNvPr id="355" name="object 355"/>
          <p:cNvPicPr/>
          <p:nvPr/>
        </p:nvPicPr>
        <p:blipFill>
          <a:blip r:embed="rId313" cstate="print"/>
          <a:stretch>
            <a:fillRect/>
          </a:stretch>
        </p:blipFill>
        <p:spPr>
          <a:xfrm>
            <a:off x="1137252" y="8571727"/>
            <a:ext cx="168770" cy="171316"/>
          </a:xfrm>
          <a:prstGeom prst="rect">
            <a:avLst/>
          </a:prstGeom>
        </p:spPr>
      </p:pic>
      <p:pic>
        <p:nvPicPr>
          <p:cNvPr id="356" name="object 356"/>
          <p:cNvPicPr/>
          <p:nvPr/>
        </p:nvPicPr>
        <p:blipFill>
          <a:blip r:embed="rId314" cstate="print"/>
          <a:stretch>
            <a:fillRect/>
          </a:stretch>
        </p:blipFill>
        <p:spPr>
          <a:xfrm>
            <a:off x="1421920" y="6552179"/>
            <a:ext cx="172154" cy="167829"/>
          </a:xfrm>
          <a:prstGeom prst="rect">
            <a:avLst/>
          </a:prstGeom>
        </p:spPr>
      </p:pic>
      <p:pic>
        <p:nvPicPr>
          <p:cNvPr id="357" name="object 357"/>
          <p:cNvPicPr/>
          <p:nvPr/>
        </p:nvPicPr>
        <p:blipFill>
          <a:blip r:embed="rId315" cstate="print"/>
          <a:stretch>
            <a:fillRect/>
          </a:stretch>
        </p:blipFill>
        <p:spPr>
          <a:xfrm>
            <a:off x="1421603" y="8277287"/>
            <a:ext cx="175221" cy="167406"/>
          </a:xfrm>
          <a:prstGeom prst="rect">
            <a:avLst/>
          </a:prstGeom>
        </p:spPr>
      </p:pic>
      <p:pic>
        <p:nvPicPr>
          <p:cNvPr id="358" name="object 358"/>
          <p:cNvPicPr/>
          <p:nvPr/>
        </p:nvPicPr>
        <p:blipFill>
          <a:blip r:embed="rId316" cstate="print"/>
          <a:stretch>
            <a:fillRect/>
          </a:stretch>
        </p:blipFill>
        <p:spPr>
          <a:xfrm>
            <a:off x="553787" y="5685132"/>
            <a:ext cx="168517" cy="167829"/>
          </a:xfrm>
          <a:prstGeom prst="rect">
            <a:avLst/>
          </a:prstGeom>
        </p:spPr>
      </p:pic>
      <p:pic>
        <p:nvPicPr>
          <p:cNvPr id="359" name="object 359"/>
          <p:cNvPicPr/>
          <p:nvPr/>
        </p:nvPicPr>
        <p:blipFill>
          <a:blip r:embed="rId317" cstate="print"/>
          <a:stretch>
            <a:fillRect/>
          </a:stretch>
        </p:blipFill>
        <p:spPr>
          <a:xfrm>
            <a:off x="560258" y="9145285"/>
            <a:ext cx="161918" cy="166465"/>
          </a:xfrm>
          <a:prstGeom prst="rect">
            <a:avLst/>
          </a:prstGeom>
        </p:spPr>
      </p:pic>
      <p:pic>
        <p:nvPicPr>
          <p:cNvPr id="360" name="object 360"/>
          <p:cNvPicPr/>
          <p:nvPr/>
        </p:nvPicPr>
        <p:blipFill>
          <a:blip r:embed="rId318" cstate="print"/>
          <a:stretch>
            <a:fillRect/>
          </a:stretch>
        </p:blipFill>
        <p:spPr>
          <a:xfrm>
            <a:off x="1720759" y="7419647"/>
            <a:ext cx="167501" cy="167406"/>
          </a:xfrm>
          <a:prstGeom prst="rect">
            <a:avLst/>
          </a:prstGeom>
        </p:spPr>
      </p:pic>
      <p:pic>
        <p:nvPicPr>
          <p:cNvPr id="361" name="object 361"/>
          <p:cNvPicPr/>
          <p:nvPr/>
        </p:nvPicPr>
        <p:blipFill>
          <a:blip r:embed="rId319" cstate="print"/>
          <a:stretch>
            <a:fillRect/>
          </a:stretch>
        </p:blipFill>
        <p:spPr>
          <a:xfrm>
            <a:off x="1138431" y="5969321"/>
            <a:ext cx="166956" cy="167194"/>
          </a:xfrm>
          <a:prstGeom prst="rect">
            <a:avLst/>
          </a:prstGeom>
        </p:spPr>
      </p:pic>
      <p:pic>
        <p:nvPicPr>
          <p:cNvPr id="362" name="object 362"/>
          <p:cNvPicPr/>
          <p:nvPr/>
        </p:nvPicPr>
        <p:blipFill>
          <a:blip r:embed="rId320" cstate="print"/>
          <a:stretch>
            <a:fillRect/>
          </a:stretch>
        </p:blipFill>
        <p:spPr>
          <a:xfrm>
            <a:off x="1720971" y="7704259"/>
            <a:ext cx="167713" cy="166772"/>
          </a:xfrm>
          <a:prstGeom prst="rect">
            <a:avLst/>
          </a:prstGeom>
        </p:spPr>
      </p:pic>
      <p:pic>
        <p:nvPicPr>
          <p:cNvPr id="363" name="object 363"/>
          <p:cNvPicPr/>
          <p:nvPr/>
        </p:nvPicPr>
        <p:blipFill>
          <a:blip r:embed="rId321" cstate="print"/>
          <a:stretch>
            <a:fillRect/>
          </a:stretch>
        </p:blipFill>
        <p:spPr>
          <a:xfrm>
            <a:off x="854021" y="5685661"/>
            <a:ext cx="169024" cy="167300"/>
          </a:xfrm>
          <a:prstGeom prst="rect">
            <a:avLst/>
          </a:prstGeom>
        </p:spPr>
      </p:pic>
      <p:pic>
        <p:nvPicPr>
          <p:cNvPr id="364" name="object 364"/>
          <p:cNvPicPr/>
          <p:nvPr/>
        </p:nvPicPr>
        <p:blipFill>
          <a:blip r:embed="rId322" cstate="print"/>
          <a:stretch>
            <a:fillRect/>
          </a:stretch>
        </p:blipFill>
        <p:spPr>
          <a:xfrm>
            <a:off x="1721076" y="6836896"/>
            <a:ext cx="169828" cy="166772"/>
          </a:xfrm>
          <a:prstGeom prst="rect">
            <a:avLst/>
          </a:prstGeom>
        </p:spPr>
      </p:pic>
      <p:pic>
        <p:nvPicPr>
          <p:cNvPr id="365" name="object 365"/>
          <p:cNvPicPr/>
          <p:nvPr/>
        </p:nvPicPr>
        <p:blipFill>
          <a:blip r:embed="rId323" cstate="print"/>
          <a:stretch>
            <a:fillRect/>
          </a:stretch>
        </p:blipFill>
        <p:spPr>
          <a:xfrm>
            <a:off x="1721499" y="7125418"/>
            <a:ext cx="167607" cy="162650"/>
          </a:xfrm>
          <a:prstGeom prst="rect">
            <a:avLst/>
          </a:prstGeom>
        </p:spPr>
      </p:pic>
      <p:pic>
        <p:nvPicPr>
          <p:cNvPr id="366" name="object 366"/>
          <p:cNvPicPr/>
          <p:nvPr/>
        </p:nvPicPr>
        <p:blipFill>
          <a:blip r:embed="rId324" cstate="print"/>
          <a:stretch>
            <a:fillRect/>
          </a:stretch>
        </p:blipFill>
        <p:spPr>
          <a:xfrm>
            <a:off x="1137780" y="8860567"/>
            <a:ext cx="169088" cy="162016"/>
          </a:xfrm>
          <a:prstGeom prst="rect">
            <a:avLst/>
          </a:prstGeom>
        </p:spPr>
      </p:pic>
      <p:pic>
        <p:nvPicPr>
          <p:cNvPr id="367" name="object 367"/>
          <p:cNvPicPr/>
          <p:nvPr/>
        </p:nvPicPr>
        <p:blipFill>
          <a:blip r:embed="rId325" cstate="print"/>
          <a:stretch>
            <a:fillRect/>
          </a:stretch>
        </p:blipFill>
        <p:spPr>
          <a:xfrm>
            <a:off x="47855" y="5401049"/>
            <a:ext cx="107353" cy="161804"/>
          </a:xfrm>
          <a:prstGeom prst="rect">
            <a:avLst/>
          </a:prstGeom>
        </p:spPr>
      </p:pic>
      <p:pic>
        <p:nvPicPr>
          <p:cNvPr id="368" name="object 368"/>
          <p:cNvPicPr/>
          <p:nvPr/>
        </p:nvPicPr>
        <p:blipFill>
          <a:blip r:embed="rId326" cstate="print"/>
          <a:stretch>
            <a:fillRect/>
          </a:stretch>
        </p:blipFill>
        <p:spPr>
          <a:xfrm>
            <a:off x="1427419" y="8575638"/>
            <a:ext cx="162426" cy="162227"/>
          </a:xfrm>
          <a:prstGeom prst="rect">
            <a:avLst/>
          </a:prstGeom>
        </p:spPr>
      </p:pic>
      <p:pic>
        <p:nvPicPr>
          <p:cNvPr id="369" name="object 369"/>
          <p:cNvPicPr/>
          <p:nvPr/>
        </p:nvPicPr>
        <p:blipFill>
          <a:blip r:embed="rId327" cstate="print"/>
          <a:stretch>
            <a:fillRect/>
          </a:stretch>
        </p:blipFill>
        <p:spPr>
          <a:xfrm>
            <a:off x="1427419" y="6258372"/>
            <a:ext cx="161685" cy="162756"/>
          </a:xfrm>
          <a:prstGeom prst="rect">
            <a:avLst/>
          </a:prstGeom>
        </p:spPr>
      </p:pic>
      <p:pic>
        <p:nvPicPr>
          <p:cNvPr id="370" name="object 370"/>
          <p:cNvPicPr/>
          <p:nvPr/>
        </p:nvPicPr>
        <p:blipFill>
          <a:blip r:embed="rId328" cstate="print"/>
          <a:stretch>
            <a:fillRect/>
          </a:stretch>
        </p:blipFill>
        <p:spPr>
          <a:xfrm>
            <a:off x="47855" y="9443011"/>
            <a:ext cx="106449" cy="162587"/>
          </a:xfrm>
          <a:prstGeom prst="rect">
            <a:avLst/>
          </a:prstGeom>
        </p:spPr>
      </p:pic>
      <p:pic>
        <p:nvPicPr>
          <p:cNvPr id="371" name="object 371"/>
          <p:cNvPicPr/>
          <p:nvPr/>
        </p:nvPicPr>
        <p:blipFill>
          <a:blip r:embed="rId329" cstate="print"/>
          <a:stretch>
            <a:fillRect/>
          </a:stretch>
        </p:blipFill>
        <p:spPr>
          <a:xfrm>
            <a:off x="853641" y="9144334"/>
            <a:ext cx="168263" cy="167290"/>
          </a:xfrm>
          <a:prstGeom prst="rect">
            <a:avLst/>
          </a:prstGeom>
        </p:spPr>
      </p:pic>
      <p:pic>
        <p:nvPicPr>
          <p:cNvPr id="372" name="object 372"/>
          <p:cNvPicPr/>
          <p:nvPr/>
        </p:nvPicPr>
        <p:blipFill>
          <a:blip r:embed="rId330" cstate="print"/>
          <a:stretch>
            <a:fillRect/>
          </a:stretch>
        </p:blipFill>
        <p:spPr>
          <a:xfrm>
            <a:off x="269287" y="5400943"/>
            <a:ext cx="170293" cy="162333"/>
          </a:xfrm>
          <a:prstGeom prst="rect">
            <a:avLst/>
          </a:prstGeom>
        </p:spPr>
      </p:pic>
      <p:pic>
        <p:nvPicPr>
          <p:cNvPr id="373" name="object 373"/>
          <p:cNvPicPr/>
          <p:nvPr/>
        </p:nvPicPr>
        <p:blipFill>
          <a:blip r:embed="rId331" cstate="print"/>
          <a:stretch>
            <a:fillRect/>
          </a:stretch>
        </p:blipFill>
        <p:spPr>
          <a:xfrm>
            <a:off x="1721816" y="7993309"/>
            <a:ext cx="167184" cy="162121"/>
          </a:xfrm>
          <a:prstGeom prst="rect">
            <a:avLst/>
          </a:prstGeom>
        </p:spPr>
      </p:pic>
      <p:pic>
        <p:nvPicPr>
          <p:cNvPr id="374" name="object 374"/>
          <p:cNvPicPr/>
          <p:nvPr/>
        </p:nvPicPr>
        <p:blipFill>
          <a:blip r:embed="rId332" cstate="print"/>
          <a:stretch>
            <a:fillRect/>
          </a:stretch>
        </p:blipFill>
        <p:spPr>
          <a:xfrm>
            <a:off x="269922" y="9443646"/>
            <a:ext cx="168136" cy="161952"/>
          </a:xfrm>
          <a:prstGeom prst="rect">
            <a:avLst/>
          </a:prstGeom>
        </p:spPr>
      </p:pic>
      <p:pic>
        <p:nvPicPr>
          <p:cNvPr id="375" name="object 375"/>
          <p:cNvPicPr/>
          <p:nvPr/>
        </p:nvPicPr>
        <p:blipFill>
          <a:blip r:embed="rId333" cstate="print"/>
          <a:stretch>
            <a:fillRect/>
          </a:stretch>
        </p:blipFill>
        <p:spPr>
          <a:xfrm>
            <a:off x="1720125" y="6553130"/>
            <a:ext cx="163272" cy="161593"/>
          </a:xfrm>
          <a:prstGeom prst="rect">
            <a:avLst/>
          </a:prstGeom>
        </p:spPr>
      </p:pic>
      <p:pic>
        <p:nvPicPr>
          <p:cNvPr id="376" name="object 376"/>
          <p:cNvPicPr/>
          <p:nvPr/>
        </p:nvPicPr>
        <p:blipFill>
          <a:blip r:embed="rId334" cstate="print"/>
          <a:stretch>
            <a:fillRect/>
          </a:stretch>
        </p:blipFill>
        <p:spPr>
          <a:xfrm>
            <a:off x="1721393" y="8277499"/>
            <a:ext cx="164012" cy="162016"/>
          </a:xfrm>
          <a:prstGeom prst="rect">
            <a:avLst/>
          </a:prstGeom>
        </p:spPr>
      </p:pic>
      <p:pic>
        <p:nvPicPr>
          <p:cNvPr id="377" name="object 377"/>
          <p:cNvPicPr/>
          <p:nvPr/>
        </p:nvPicPr>
        <p:blipFill>
          <a:blip r:embed="rId335" cstate="print"/>
          <a:stretch>
            <a:fillRect/>
          </a:stretch>
        </p:blipFill>
        <p:spPr>
          <a:xfrm>
            <a:off x="559537" y="5401260"/>
            <a:ext cx="163401" cy="162121"/>
          </a:xfrm>
          <a:prstGeom prst="rect">
            <a:avLst/>
          </a:prstGeom>
        </p:spPr>
      </p:pic>
      <p:pic>
        <p:nvPicPr>
          <p:cNvPr id="378" name="object 378"/>
          <p:cNvPicPr/>
          <p:nvPr/>
        </p:nvPicPr>
        <p:blipFill>
          <a:blip r:embed="rId336" cstate="print"/>
          <a:stretch>
            <a:fillRect/>
          </a:stretch>
        </p:blipFill>
        <p:spPr>
          <a:xfrm>
            <a:off x="1141799" y="5685555"/>
            <a:ext cx="165492" cy="162756"/>
          </a:xfrm>
          <a:prstGeom prst="rect">
            <a:avLst/>
          </a:prstGeom>
        </p:spPr>
      </p:pic>
      <p:pic>
        <p:nvPicPr>
          <p:cNvPr id="379" name="object 379"/>
          <p:cNvPicPr/>
          <p:nvPr/>
        </p:nvPicPr>
        <p:blipFill>
          <a:blip r:embed="rId337" cstate="print"/>
          <a:stretch>
            <a:fillRect/>
          </a:stretch>
        </p:blipFill>
        <p:spPr>
          <a:xfrm>
            <a:off x="559497" y="9443519"/>
            <a:ext cx="162679" cy="161445"/>
          </a:xfrm>
          <a:prstGeom prst="rect">
            <a:avLst/>
          </a:prstGeom>
        </p:spPr>
      </p:pic>
      <p:pic>
        <p:nvPicPr>
          <p:cNvPr id="380" name="object 380"/>
          <p:cNvPicPr/>
          <p:nvPr/>
        </p:nvPicPr>
        <p:blipFill>
          <a:blip r:embed="rId338" cstate="print"/>
          <a:stretch>
            <a:fillRect/>
          </a:stretch>
        </p:blipFill>
        <p:spPr>
          <a:xfrm>
            <a:off x="1427631" y="5974394"/>
            <a:ext cx="162743" cy="162756"/>
          </a:xfrm>
          <a:prstGeom prst="rect">
            <a:avLst/>
          </a:prstGeom>
        </p:spPr>
      </p:pic>
      <p:pic>
        <p:nvPicPr>
          <p:cNvPr id="381" name="object 381"/>
          <p:cNvPicPr/>
          <p:nvPr/>
        </p:nvPicPr>
        <p:blipFill>
          <a:blip r:embed="rId339" cstate="print"/>
          <a:stretch>
            <a:fillRect/>
          </a:stretch>
        </p:blipFill>
        <p:spPr>
          <a:xfrm>
            <a:off x="1427419" y="8860250"/>
            <a:ext cx="161580" cy="162121"/>
          </a:xfrm>
          <a:prstGeom prst="rect">
            <a:avLst/>
          </a:prstGeom>
        </p:spPr>
      </p:pic>
      <p:pic>
        <p:nvPicPr>
          <p:cNvPr id="382" name="object 382"/>
          <p:cNvPicPr/>
          <p:nvPr/>
        </p:nvPicPr>
        <p:blipFill>
          <a:blip r:embed="rId340" cstate="print"/>
          <a:stretch>
            <a:fillRect/>
          </a:stretch>
        </p:blipFill>
        <p:spPr>
          <a:xfrm>
            <a:off x="1141482" y="9144439"/>
            <a:ext cx="163761" cy="167311"/>
          </a:xfrm>
          <a:prstGeom prst="rect">
            <a:avLst/>
          </a:prstGeom>
        </p:spPr>
      </p:pic>
      <p:pic>
        <p:nvPicPr>
          <p:cNvPr id="383" name="object 383"/>
          <p:cNvPicPr/>
          <p:nvPr/>
        </p:nvPicPr>
        <p:blipFill>
          <a:blip r:embed="rId341" cstate="print"/>
          <a:stretch>
            <a:fillRect/>
          </a:stretch>
        </p:blipFill>
        <p:spPr>
          <a:xfrm>
            <a:off x="2009446" y="7419330"/>
            <a:ext cx="164541" cy="162544"/>
          </a:xfrm>
          <a:prstGeom prst="rect">
            <a:avLst/>
          </a:prstGeom>
        </p:spPr>
      </p:pic>
      <p:pic>
        <p:nvPicPr>
          <p:cNvPr id="384" name="object 384"/>
          <p:cNvPicPr/>
          <p:nvPr/>
        </p:nvPicPr>
        <p:blipFill>
          <a:blip r:embed="rId342" cstate="print"/>
          <a:stretch>
            <a:fillRect/>
          </a:stretch>
        </p:blipFill>
        <p:spPr>
          <a:xfrm>
            <a:off x="1724354" y="6258795"/>
            <a:ext cx="160099" cy="162333"/>
          </a:xfrm>
          <a:prstGeom prst="rect">
            <a:avLst/>
          </a:prstGeom>
        </p:spPr>
      </p:pic>
      <p:pic>
        <p:nvPicPr>
          <p:cNvPr id="385" name="object 385"/>
          <p:cNvPicPr/>
          <p:nvPr/>
        </p:nvPicPr>
        <p:blipFill>
          <a:blip r:embed="rId343" cstate="print"/>
          <a:stretch>
            <a:fillRect/>
          </a:stretch>
        </p:blipFill>
        <p:spPr>
          <a:xfrm>
            <a:off x="2010080" y="7708486"/>
            <a:ext cx="162743" cy="162544"/>
          </a:xfrm>
          <a:prstGeom prst="rect">
            <a:avLst/>
          </a:prstGeom>
        </p:spPr>
      </p:pic>
      <p:pic>
        <p:nvPicPr>
          <p:cNvPr id="386" name="object 386"/>
          <p:cNvPicPr/>
          <p:nvPr/>
        </p:nvPicPr>
        <p:blipFill>
          <a:blip r:embed="rId344" cstate="print"/>
          <a:stretch>
            <a:fillRect/>
          </a:stretch>
        </p:blipFill>
        <p:spPr>
          <a:xfrm>
            <a:off x="2010504" y="7126356"/>
            <a:ext cx="162108" cy="162240"/>
          </a:xfrm>
          <a:prstGeom prst="rect">
            <a:avLst/>
          </a:prstGeom>
        </p:spPr>
      </p:pic>
      <p:pic>
        <p:nvPicPr>
          <p:cNvPr id="387" name="object 387"/>
          <p:cNvPicPr/>
          <p:nvPr/>
        </p:nvPicPr>
        <p:blipFill>
          <a:blip r:embed="rId345" cstate="print"/>
          <a:stretch>
            <a:fillRect/>
          </a:stretch>
        </p:blipFill>
        <p:spPr>
          <a:xfrm>
            <a:off x="857321" y="5401049"/>
            <a:ext cx="158111" cy="161804"/>
          </a:xfrm>
          <a:prstGeom prst="rect">
            <a:avLst/>
          </a:prstGeom>
        </p:spPr>
      </p:pic>
      <p:pic>
        <p:nvPicPr>
          <p:cNvPr id="388" name="object 388"/>
          <p:cNvPicPr/>
          <p:nvPr/>
        </p:nvPicPr>
        <p:blipFill>
          <a:blip r:embed="rId346" cstate="print"/>
          <a:stretch>
            <a:fillRect/>
          </a:stretch>
        </p:blipFill>
        <p:spPr>
          <a:xfrm>
            <a:off x="1726258" y="8576167"/>
            <a:ext cx="158936" cy="162967"/>
          </a:xfrm>
          <a:prstGeom prst="rect">
            <a:avLst/>
          </a:prstGeom>
        </p:spPr>
      </p:pic>
      <p:pic>
        <p:nvPicPr>
          <p:cNvPr id="389" name="object 389"/>
          <p:cNvPicPr/>
          <p:nvPr/>
        </p:nvPicPr>
        <p:blipFill>
          <a:blip r:embed="rId347" cstate="print"/>
          <a:stretch>
            <a:fillRect/>
          </a:stretch>
        </p:blipFill>
        <p:spPr>
          <a:xfrm>
            <a:off x="857574" y="9443773"/>
            <a:ext cx="158365" cy="157133"/>
          </a:xfrm>
          <a:prstGeom prst="rect">
            <a:avLst/>
          </a:prstGeom>
        </p:spPr>
      </p:pic>
      <p:pic>
        <p:nvPicPr>
          <p:cNvPr id="390" name="object 390"/>
          <p:cNvPicPr/>
          <p:nvPr/>
        </p:nvPicPr>
        <p:blipFill>
          <a:blip r:embed="rId348" cstate="print"/>
          <a:stretch>
            <a:fillRect/>
          </a:stretch>
        </p:blipFill>
        <p:spPr>
          <a:xfrm>
            <a:off x="274490" y="5107348"/>
            <a:ext cx="158492" cy="157260"/>
          </a:xfrm>
          <a:prstGeom prst="rect">
            <a:avLst/>
          </a:prstGeom>
        </p:spPr>
      </p:pic>
      <p:pic>
        <p:nvPicPr>
          <p:cNvPr id="391" name="object 391"/>
          <p:cNvPicPr/>
          <p:nvPr/>
        </p:nvPicPr>
        <p:blipFill>
          <a:blip r:embed="rId349" cstate="print"/>
          <a:stretch>
            <a:fillRect/>
          </a:stretch>
        </p:blipFill>
        <p:spPr>
          <a:xfrm>
            <a:off x="2008600" y="7997114"/>
            <a:ext cx="160945" cy="158951"/>
          </a:xfrm>
          <a:prstGeom prst="rect">
            <a:avLst/>
          </a:prstGeom>
        </p:spPr>
      </p:pic>
      <p:pic>
        <p:nvPicPr>
          <p:cNvPr id="392" name="object 392"/>
          <p:cNvPicPr/>
          <p:nvPr/>
        </p:nvPicPr>
        <p:blipFill>
          <a:blip r:embed="rId350" cstate="print"/>
          <a:stretch>
            <a:fillRect/>
          </a:stretch>
        </p:blipFill>
        <p:spPr>
          <a:xfrm>
            <a:off x="47855" y="5107031"/>
            <a:ext cx="100310" cy="157471"/>
          </a:xfrm>
          <a:prstGeom prst="rect">
            <a:avLst/>
          </a:prstGeom>
        </p:spPr>
      </p:pic>
      <p:pic>
        <p:nvPicPr>
          <p:cNvPr id="393" name="object 393"/>
          <p:cNvPicPr/>
          <p:nvPr/>
        </p:nvPicPr>
        <p:blipFill>
          <a:blip r:embed="rId351" cstate="print"/>
          <a:stretch>
            <a:fillRect/>
          </a:stretch>
        </p:blipFill>
        <p:spPr>
          <a:xfrm>
            <a:off x="2008917" y="6841546"/>
            <a:ext cx="159993" cy="157049"/>
          </a:xfrm>
          <a:prstGeom prst="rect">
            <a:avLst/>
          </a:prstGeom>
        </p:spPr>
      </p:pic>
      <p:pic>
        <p:nvPicPr>
          <p:cNvPr id="394" name="object 394"/>
          <p:cNvPicPr/>
          <p:nvPr/>
        </p:nvPicPr>
        <p:blipFill>
          <a:blip r:embed="rId352" cstate="print"/>
          <a:stretch>
            <a:fillRect/>
          </a:stretch>
        </p:blipFill>
        <p:spPr>
          <a:xfrm>
            <a:off x="41383" y="9732295"/>
            <a:ext cx="107480" cy="157640"/>
          </a:xfrm>
          <a:prstGeom prst="rect">
            <a:avLst/>
          </a:prstGeom>
        </p:spPr>
      </p:pic>
      <p:pic>
        <p:nvPicPr>
          <p:cNvPr id="395" name="object 395"/>
          <p:cNvPicPr/>
          <p:nvPr/>
        </p:nvPicPr>
        <p:blipFill>
          <a:blip r:embed="rId353" cstate="print"/>
          <a:stretch>
            <a:fillRect/>
          </a:stretch>
        </p:blipFill>
        <p:spPr>
          <a:xfrm>
            <a:off x="279946" y="9737495"/>
            <a:ext cx="149736" cy="147748"/>
          </a:xfrm>
          <a:prstGeom prst="rect">
            <a:avLst/>
          </a:prstGeom>
        </p:spPr>
      </p:pic>
      <p:pic>
        <p:nvPicPr>
          <p:cNvPr id="396" name="object 396"/>
          <p:cNvPicPr/>
          <p:nvPr/>
        </p:nvPicPr>
        <p:blipFill>
          <a:blip r:embed="rId354" cstate="print"/>
          <a:stretch>
            <a:fillRect/>
          </a:stretch>
        </p:blipFill>
        <p:spPr>
          <a:xfrm>
            <a:off x="2014628" y="6562747"/>
            <a:ext cx="147938" cy="147960"/>
          </a:xfrm>
          <a:prstGeom prst="rect">
            <a:avLst/>
          </a:prstGeom>
        </p:spPr>
      </p:pic>
      <p:pic>
        <p:nvPicPr>
          <p:cNvPr id="397" name="object 397"/>
          <p:cNvPicPr/>
          <p:nvPr/>
        </p:nvPicPr>
        <p:blipFill>
          <a:blip r:embed="rId355" cstate="print"/>
          <a:stretch>
            <a:fillRect/>
          </a:stretch>
        </p:blipFill>
        <p:spPr>
          <a:xfrm>
            <a:off x="1429534" y="5694644"/>
            <a:ext cx="155235" cy="147854"/>
          </a:xfrm>
          <a:prstGeom prst="rect">
            <a:avLst/>
          </a:prstGeom>
        </p:spPr>
      </p:pic>
      <p:pic>
        <p:nvPicPr>
          <p:cNvPr id="398" name="object 398"/>
          <p:cNvPicPr/>
          <p:nvPr/>
        </p:nvPicPr>
        <p:blipFill>
          <a:blip r:embed="rId356" cstate="print"/>
          <a:stretch>
            <a:fillRect/>
          </a:stretch>
        </p:blipFill>
        <p:spPr>
          <a:xfrm>
            <a:off x="2013887" y="8286799"/>
            <a:ext cx="150688" cy="147748"/>
          </a:xfrm>
          <a:prstGeom prst="rect">
            <a:avLst/>
          </a:prstGeom>
        </p:spPr>
      </p:pic>
      <p:pic>
        <p:nvPicPr>
          <p:cNvPr id="399" name="object 399"/>
          <p:cNvPicPr/>
          <p:nvPr/>
        </p:nvPicPr>
        <p:blipFill>
          <a:blip r:embed="rId357" cstate="print"/>
          <a:stretch>
            <a:fillRect/>
          </a:stretch>
        </p:blipFill>
        <p:spPr>
          <a:xfrm>
            <a:off x="1148461" y="5406228"/>
            <a:ext cx="148256" cy="148065"/>
          </a:xfrm>
          <a:prstGeom prst="rect">
            <a:avLst/>
          </a:prstGeom>
        </p:spPr>
      </p:pic>
      <p:pic>
        <p:nvPicPr>
          <p:cNvPr id="400" name="object 400"/>
          <p:cNvPicPr/>
          <p:nvPr/>
        </p:nvPicPr>
        <p:blipFill>
          <a:blip r:embed="rId358" cstate="print"/>
          <a:stretch>
            <a:fillRect/>
          </a:stretch>
        </p:blipFill>
        <p:spPr>
          <a:xfrm>
            <a:off x="1437148" y="9154585"/>
            <a:ext cx="141911" cy="147273"/>
          </a:xfrm>
          <a:prstGeom prst="rect">
            <a:avLst/>
          </a:prstGeom>
        </p:spPr>
      </p:pic>
      <p:pic>
        <p:nvPicPr>
          <p:cNvPr id="401" name="object 401"/>
          <p:cNvPicPr/>
          <p:nvPr/>
        </p:nvPicPr>
        <p:blipFill>
          <a:blip r:embed="rId359" cstate="print"/>
          <a:stretch>
            <a:fillRect/>
          </a:stretch>
        </p:blipFill>
        <p:spPr>
          <a:xfrm>
            <a:off x="1730488" y="5979256"/>
            <a:ext cx="148018" cy="147643"/>
          </a:xfrm>
          <a:prstGeom prst="rect">
            <a:avLst/>
          </a:prstGeom>
        </p:spPr>
      </p:pic>
      <p:pic>
        <p:nvPicPr>
          <p:cNvPr id="402" name="object 402"/>
          <p:cNvPicPr/>
          <p:nvPr/>
        </p:nvPicPr>
        <p:blipFill>
          <a:blip r:embed="rId360" cstate="print"/>
          <a:stretch>
            <a:fillRect/>
          </a:stretch>
        </p:blipFill>
        <p:spPr>
          <a:xfrm>
            <a:off x="563431" y="5111893"/>
            <a:ext cx="149429" cy="147537"/>
          </a:xfrm>
          <a:prstGeom prst="rect">
            <a:avLst/>
          </a:prstGeom>
        </p:spPr>
      </p:pic>
      <p:pic>
        <p:nvPicPr>
          <p:cNvPr id="403" name="object 403"/>
          <p:cNvPicPr/>
          <p:nvPr/>
        </p:nvPicPr>
        <p:blipFill>
          <a:blip r:embed="rId361" cstate="print"/>
          <a:stretch>
            <a:fillRect/>
          </a:stretch>
        </p:blipFill>
        <p:spPr>
          <a:xfrm>
            <a:off x="1730911" y="8869867"/>
            <a:ext cx="149948" cy="147748"/>
          </a:xfrm>
          <a:prstGeom prst="rect">
            <a:avLst/>
          </a:prstGeom>
        </p:spPr>
      </p:pic>
      <p:pic>
        <p:nvPicPr>
          <p:cNvPr id="404" name="object 404"/>
          <p:cNvPicPr/>
          <p:nvPr/>
        </p:nvPicPr>
        <p:blipFill>
          <a:blip r:embed="rId362" cstate="print"/>
          <a:stretch>
            <a:fillRect/>
          </a:stretch>
        </p:blipFill>
        <p:spPr>
          <a:xfrm>
            <a:off x="1146029" y="9453538"/>
            <a:ext cx="149736" cy="142548"/>
          </a:xfrm>
          <a:prstGeom prst="rect">
            <a:avLst/>
          </a:prstGeom>
        </p:spPr>
      </p:pic>
      <p:pic>
        <p:nvPicPr>
          <p:cNvPr id="405" name="object 405"/>
          <p:cNvPicPr/>
          <p:nvPr/>
        </p:nvPicPr>
        <p:blipFill>
          <a:blip r:embed="rId363" cstate="print"/>
          <a:stretch>
            <a:fillRect/>
          </a:stretch>
        </p:blipFill>
        <p:spPr>
          <a:xfrm>
            <a:off x="569178" y="9737621"/>
            <a:ext cx="144115" cy="142422"/>
          </a:xfrm>
          <a:prstGeom prst="rect">
            <a:avLst/>
          </a:prstGeom>
        </p:spPr>
      </p:pic>
      <p:pic>
        <p:nvPicPr>
          <p:cNvPr id="406" name="object 406"/>
          <p:cNvPicPr/>
          <p:nvPr/>
        </p:nvPicPr>
        <p:blipFill>
          <a:blip r:embed="rId364" cstate="print"/>
          <a:stretch>
            <a:fillRect/>
          </a:stretch>
        </p:blipFill>
        <p:spPr>
          <a:xfrm>
            <a:off x="863792" y="5112527"/>
            <a:ext cx="149990" cy="148277"/>
          </a:xfrm>
          <a:prstGeom prst="rect">
            <a:avLst/>
          </a:prstGeom>
        </p:spPr>
      </p:pic>
      <p:pic>
        <p:nvPicPr>
          <p:cNvPr id="407" name="object 407"/>
          <p:cNvPicPr/>
          <p:nvPr/>
        </p:nvPicPr>
        <p:blipFill>
          <a:blip r:embed="rId365" cstate="print"/>
          <a:stretch>
            <a:fillRect/>
          </a:stretch>
        </p:blipFill>
        <p:spPr>
          <a:xfrm>
            <a:off x="2304795" y="7429687"/>
            <a:ext cx="144766" cy="147220"/>
          </a:xfrm>
          <a:prstGeom prst="rect">
            <a:avLst/>
          </a:prstGeom>
        </p:spPr>
      </p:pic>
      <p:pic>
        <p:nvPicPr>
          <p:cNvPr id="408" name="object 408"/>
          <p:cNvPicPr/>
          <p:nvPr/>
        </p:nvPicPr>
        <p:blipFill>
          <a:blip r:embed="rId366" cstate="print"/>
          <a:stretch>
            <a:fillRect/>
          </a:stretch>
        </p:blipFill>
        <p:spPr>
          <a:xfrm>
            <a:off x="2020444" y="6268729"/>
            <a:ext cx="142241" cy="142041"/>
          </a:xfrm>
          <a:prstGeom prst="rect">
            <a:avLst/>
          </a:prstGeom>
        </p:spPr>
      </p:pic>
      <p:pic>
        <p:nvPicPr>
          <p:cNvPr id="409" name="object 409"/>
          <p:cNvPicPr/>
          <p:nvPr/>
        </p:nvPicPr>
        <p:blipFill>
          <a:blip r:embed="rId367" cstate="print"/>
          <a:stretch>
            <a:fillRect/>
          </a:stretch>
        </p:blipFill>
        <p:spPr>
          <a:xfrm>
            <a:off x="2020021" y="8585996"/>
            <a:ext cx="143603" cy="142358"/>
          </a:xfrm>
          <a:prstGeom prst="rect">
            <a:avLst/>
          </a:prstGeom>
        </p:spPr>
      </p:pic>
      <p:pic>
        <p:nvPicPr>
          <p:cNvPr id="410" name="object 410"/>
          <p:cNvPicPr/>
          <p:nvPr/>
        </p:nvPicPr>
        <p:blipFill>
          <a:blip r:embed="rId368" cstate="print"/>
          <a:stretch>
            <a:fillRect/>
          </a:stretch>
        </p:blipFill>
        <p:spPr>
          <a:xfrm>
            <a:off x="863411" y="9736987"/>
            <a:ext cx="148086" cy="142675"/>
          </a:xfrm>
          <a:prstGeom prst="rect">
            <a:avLst/>
          </a:prstGeom>
        </p:spPr>
      </p:pic>
      <p:pic>
        <p:nvPicPr>
          <p:cNvPr id="411" name="object 411"/>
          <p:cNvPicPr/>
          <p:nvPr/>
        </p:nvPicPr>
        <p:blipFill>
          <a:blip r:embed="rId369" cstate="print"/>
          <a:stretch>
            <a:fillRect/>
          </a:stretch>
        </p:blipFill>
        <p:spPr>
          <a:xfrm>
            <a:off x="2301728" y="7718844"/>
            <a:ext cx="145506" cy="142464"/>
          </a:xfrm>
          <a:prstGeom prst="rect">
            <a:avLst/>
          </a:prstGeom>
        </p:spPr>
      </p:pic>
      <p:pic>
        <p:nvPicPr>
          <p:cNvPr id="412" name="object 412"/>
          <p:cNvPicPr/>
          <p:nvPr/>
        </p:nvPicPr>
        <p:blipFill>
          <a:blip r:embed="rId370" cstate="print"/>
          <a:stretch>
            <a:fillRect/>
          </a:stretch>
        </p:blipFill>
        <p:spPr>
          <a:xfrm>
            <a:off x="2303949" y="7135458"/>
            <a:ext cx="142863" cy="142570"/>
          </a:xfrm>
          <a:prstGeom prst="rect">
            <a:avLst/>
          </a:prstGeom>
        </p:spPr>
      </p:pic>
      <p:pic>
        <p:nvPicPr>
          <p:cNvPr id="413" name="object 413"/>
          <p:cNvPicPr/>
          <p:nvPr/>
        </p:nvPicPr>
        <p:blipFill>
          <a:blip r:embed="rId371" cstate="print"/>
          <a:stretch>
            <a:fillRect/>
          </a:stretch>
        </p:blipFill>
        <p:spPr>
          <a:xfrm>
            <a:off x="47855" y="4828337"/>
            <a:ext cx="91237" cy="142041"/>
          </a:xfrm>
          <a:prstGeom prst="rect">
            <a:avLst/>
          </a:prstGeom>
        </p:spPr>
      </p:pic>
      <p:pic>
        <p:nvPicPr>
          <p:cNvPr id="414" name="object 414"/>
          <p:cNvPicPr/>
          <p:nvPr/>
        </p:nvPicPr>
        <p:blipFill>
          <a:blip r:embed="rId372" cstate="print"/>
          <a:stretch>
            <a:fillRect/>
          </a:stretch>
        </p:blipFill>
        <p:spPr>
          <a:xfrm>
            <a:off x="1730593" y="5694855"/>
            <a:ext cx="148784" cy="142675"/>
          </a:xfrm>
          <a:prstGeom prst="rect">
            <a:avLst/>
          </a:prstGeom>
        </p:spPr>
      </p:pic>
      <p:pic>
        <p:nvPicPr>
          <p:cNvPr id="415" name="object 415"/>
          <p:cNvPicPr/>
          <p:nvPr/>
        </p:nvPicPr>
        <p:blipFill>
          <a:blip r:embed="rId373" cstate="print"/>
          <a:stretch>
            <a:fillRect/>
          </a:stretch>
        </p:blipFill>
        <p:spPr>
          <a:xfrm>
            <a:off x="47855" y="10021198"/>
            <a:ext cx="90984" cy="147750"/>
          </a:xfrm>
          <a:prstGeom prst="rect">
            <a:avLst/>
          </a:prstGeom>
        </p:spPr>
      </p:pic>
      <p:pic>
        <p:nvPicPr>
          <p:cNvPr id="416" name="object 416"/>
          <p:cNvPicPr/>
          <p:nvPr/>
        </p:nvPicPr>
        <p:blipFill>
          <a:blip r:embed="rId374" cstate="print"/>
          <a:stretch>
            <a:fillRect/>
          </a:stretch>
        </p:blipFill>
        <p:spPr>
          <a:xfrm>
            <a:off x="2303420" y="6846090"/>
            <a:ext cx="143497" cy="148277"/>
          </a:xfrm>
          <a:prstGeom prst="rect">
            <a:avLst/>
          </a:prstGeom>
        </p:spPr>
      </p:pic>
      <p:pic>
        <p:nvPicPr>
          <p:cNvPr id="417" name="object 417"/>
          <p:cNvPicPr/>
          <p:nvPr/>
        </p:nvPicPr>
        <p:blipFill>
          <a:blip r:embed="rId375" cstate="print"/>
          <a:stretch>
            <a:fillRect/>
          </a:stretch>
        </p:blipFill>
        <p:spPr>
          <a:xfrm>
            <a:off x="2304227" y="8002292"/>
            <a:ext cx="143114" cy="142992"/>
          </a:xfrm>
          <a:prstGeom prst="rect">
            <a:avLst/>
          </a:prstGeom>
        </p:spPr>
      </p:pic>
      <p:pic>
        <p:nvPicPr>
          <p:cNvPr id="418" name="object 418"/>
          <p:cNvPicPr/>
          <p:nvPr/>
        </p:nvPicPr>
        <p:blipFill>
          <a:blip r:embed="rId376" cstate="print"/>
          <a:stretch>
            <a:fillRect/>
          </a:stretch>
        </p:blipFill>
        <p:spPr>
          <a:xfrm>
            <a:off x="1435879" y="5410772"/>
            <a:ext cx="143497" cy="142992"/>
          </a:xfrm>
          <a:prstGeom prst="rect">
            <a:avLst/>
          </a:prstGeom>
        </p:spPr>
      </p:pic>
      <p:pic>
        <p:nvPicPr>
          <p:cNvPr id="419" name="object 419"/>
          <p:cNvPicPr/>
          <p:nvPr/>
        </p:nvPicPr>
        <p:blipFill>
          <a:blip r:embed="rId377" cstate="print"/>
          <a:stretch>
            <a:fillRect/>
          </a:stretch>
        </p:blipFill>
        <p:spPr>
          <a:xfrm>
            <a:off x="285165" y="4828021"/>
            <a:ext cx="142614" cy="142675"/>
          </a:xfrm>
          <a:prstGeom prst="rect">
            <a:avLst/>
          </a:prstGeom>
        </p:spPr>
      </p:pic>
      <p:pic>
        <p:nvPicPr>
          <p:cNvPr id="420" name="object 420"/>
          <p:cNvPicPr/>
          <p:nvPr/>
        </p:nvPicPr>
        <p:blipFill>
          <a:blip r:embed="rId378" cstate="print"/>
          <a:stretch>
            <a:fillRect/>
          </a:stretch>
        </p:blipFill>
        <p:spPr>
          <a:xfrm>
            <a:off x="1436725" y="9453284"/>
            <a:ext cx="143497" cy="142295"/>
          </a:xfrm>
          <a:prstGeom prst="rect">
            <a:avLst/>
          </a:prstGeom>
        </p:spPr>
      </p:pic>
      <p:pic>
        <p:nvPicPr>
          <p:cNvPr id="421" name="object 421"/>
          <p:cNvPicPr/>
          <p:nvPr/>
        </p:nvPicPr>
        <p:blipFill>
          <a:blip r:embed="rId379" cstate="print"/>
          <a:stretch>
            <a:fillRect/>
          </a:stretch>
        </p:blipFill>
        <p:spPr>
          <a:xfrm>
            <a:off x="1730065" y="9159023"/>
            <a:ext cx="143180" cy="137761"/>
          </a:xfrm>
          <a:prstGeom prst="rect">
            <a:avLst/>
          </a:prstGeom>
        </p:spPr>
      </p:pic>
      <p:pic>
        <p:nvPicPr>
          <p:cNvPr id="422" name="object 422"/>
          <p:cNvPicPr/>
          <p:nvPr/>
        </p:nvPicPr>
        <p:blipFill>
          <a:blip r:embed="rId380" cstate="print"/>
          <a:stretch>
            <a:fillRect/>
          </a:stretch>
        </p:blipFill>
        <p:spPr>
          <a:xfrm>
            <a:off x="2020232" y="8869867"/>
            <a:ext cx="142757" cy="142675"/>
          </a:xfrm>
          <a:prstGeom prst="rect">
            <a:avLst/>
          </a:prstGeom>
        </p:spPr>
      </p:pic>
      <p:pic>
        <p:nvPicPr>
          <p:cNvPr id="423" name="object 423"/>
          <p:cNvPicPr/>
          <p:nvPr/>
        </p:nvPicPr>
        <p:blipFill>
          <a:blip r:embed="rId381" cstate="print"/>
          <a:stretch>
            <a:fillRect/>
          </a:stretch>
        </p:blipFill>
        <p:spPr>
          <a:xfrm>
            <a:off x="284261" y="10026017"/>
            <a:ext cx="144406" cy="143057"/>
          </a:xfrm>
          <a:prstGeom prst="rect">
            <a:avLst/>
          </a:prstGeom>
        </p:spPr>
      </p:pic>
      <p:pic>
        <p:nvPicPr>
          <p:cNvPr id="424" name="object 424"/>
          <p:cNvPicPr/>
          <p:nvPr/>
        </p:nvPicPr>
        <p:blipFill>
          <a:blip r:embed="rId382" cstate="print"/>
          <a:stretch>
            <a:fillRect/>
          </a:stretch>
        </p:blipFill>
        <p:spPr>
          <a:xfrm>
            <a:off x="2303526" y="6562642"/>
            <a:ext cx="143497" cy="142570"/>
          </a:xfrm>
          <a:prstGeom prst="rect">
            <a:avLst/>
          </a:prstGeom>
        </p:spPr>
      </p:pic>
      <p:pic>
        <p:nvPicPr>
          <p:cNvPr id="425" name="object 425"/>
          <p:cNvPicPr/>
          <p:nvPr/>
        </p:nvPicPr>
        <p:blipFill>
          <a:blip r:embed="rId383" cstate="print"/>
          <a:stretch>
            <a:fillRect/>
          </a:stretch>
        </p:blipFill>
        <p:spPr>
          <a:xfrm>
            <a:off x="2019386" y="5984329"/>
            <a:ext cx="143369" cy="142781"/>
          </a:xfrm>
          <a:prstGeom prst="rect">
            <a:avLst/>
          </a:prstGeom>
        </p:spPr>
      </p:pic>
      <p:pic>
        <p:nvPicPr>
          <p:cNvPr id="426" name="object 426"/>
          <p:cNvPicPr/>
          <p:nvPr/>
        </p:nvPicPr>
        <p:blipFill>
          <a:blip r:embed="rId384" cstate="print"/>
          <a:stretch>
            <a:fillRect/>
          </a:stretch>
        </p:blipFill>
        <p:spPr>
          <a:xfrm>
            <a:off x="569141" y="4828338"/>
            <a:ext cx="143439" cy="142358"/>
          </a:xfrm>
          <a:prstGeom prst="rect">
            <a:avLst/>
          </a:prstGeom>
        </p:spPr>
      </p:pic>
      <p:pic>
        <p:nvPicPr>
          <p:cNvPr id="427" name="object 427"/>
          <p:cNvPicPr/>
          <p:nvPr/>
        </p:nvPicPr>
        <p:blipFill>
          <a:blip r:embed="rId385" cstate="print"/>
          <a:stretch>
            <a:fillRect/>
          </a:stretch>
        </p:blipFill>
        <p:spPr>
          <a:xfrm>
            <a:off x="2303843" y="8287116"/>
            <a:ext cx="143180" cy="143098"/>
          </a:xfrm>
          <a:prstGeom prst="rect">
            <a:avLst/>
          </a:prstGeom>
        </p:spPr>
      </p:pic>
      <p:pic>
        <p:nvPicPr>
          <p:cNvPr id="428" name="object 428"/>
          <p:cNvPicPr/>
          <p:nvPr/>
        </p:nvPicPr>
        <p:blipFill>
          <a:blip r:embed="rId386" cstate="print"/>
          <a:stretch>
            <a:fillRect/>
          </a:stretch>
        </p:blipFill>
        <p:spPr>
          <a:xfrm>
            <a:off x="1152373" y="5116860"/>
            <a:ext cx="145929" cy="138236"/>
          </a:xfrm>
          <a:prstGeom prst="rect">
            <a:avLst/>
          </a:prstGeom>
        </p:spPr>
      </p:pic>
      <p:pic>
        <p:nvPicPr>
          <p:cNvPr id="429" name="object 429"/>
          <p:cNvPicPr/>
          <p:nvPr/>
        </p:nvPicPr>
        <p:blipFill>
          <a:blip r:embed="rId387" cstate="print"/>
          <a:stretch>
            <a:fillRect/>
          </a:stretch>
        </p:blipFill>
        <p:spPr>
          <a:xfrm>
            <a:off x="1151316" y="9737749"/>
            <a:ext cx="144555" cy="142422"/>
          </a:xfrm>
          <a:prstGeom prst="rect">
            <a:avLst/>
          </a:prstGeom>
        </p:spPr>
      </p:pic>
      <p:pic>
        <p:nvPicPr>
          <p:cNvPr id="430" name="object 430"/>
          <p:cNvPicPr/>
          <p:nvPr/>
        </p:nvPicPr>
        <p:blipFill>
          <a:blip r:embed="rId388" cstate="print"/>
          <a:stretch>
            <a:fillRect/>
          </a:stretch>
        </p:blipFill>
        <p:spPr>
          <a:xfrm>
            <a:off x="569902" y="10026270"/>
            <a:ext cx="142582" cy="142677"/>
          </a:xfrm>
          <a:prstGeom prst="rect">
            <a:avLst/>
          </a:prstGeom>
        </p:spPr>
      </p:pic>
      <p:pic>
        <p:nvPicPr>
          <p:cNvPr id="431" name="object 431"/>
          <p:cNvPicPr/>
          <p:nvPr/>
        </p:nvPicPr>
        <p:blipFill>
          <a:blip r:embed="rId389" cstate="print"/>
          <a:stretch>
            <a:fillRect/>
          </a:stretch>
        </p:blipFill>
        <p:spPr>
          <a:xfrm>
            <a:off x="2302786" y="6267250"/>
            <a:ext cx="146458" cy="143838"/>
          </a:xfrm>
          <a:prstGeom prst="rect">
            <a:avLst/>
          </a:prstGeom>
        </p:spPr>
      </p:pic>
      <p:pic>
        <p:nvPicPr>
          <p:cNvPr id="432" name="object 432"/>
          <p:cNvPicPr/>
          <p:nvPr/>
        </p:nvPicPr>
        <p:blipFill>
          <a:blip r:embed="rId390" cstate="print"/>
          <a:stretch>
            <a:fillRect/>
          </a:stretch>
        </p:blipFill>
        <p:spPr>
          <a:xfrm>
            <a:off x="1735775" y="5411195"/>
            <a:ext cx="137575" cy="138976"/>
          </a:xfrm>
          <a:prstGeom prst="rect">
            <a:avLst/>
          </a:prstGeom>
        </p:spPr>
      </p:pic>
      <p:pic>
        <p:nvPicPr>
          <p:cNvPr id="433" name="object 433"/>
          <p:cNvPicPr/>
          <p:nvPr/>
        </p:nvPicPr>
        <p:blipFill>
          <a:blip r:embed="rId391" cstate="print"/>
          <a:stretch>
            <a:fillRect/>
          </a:stretch>
        </p:blipFill>
        <p:spPr>
          <a:xfrm>
            <a:off x="866457" y="4832671"/>
            <a:ext cx="139362" cy="137814"/>
          </a:xfrm>
          <a:prstGeom prst="rect">
            <a:avLst/>
          </a:prstGeom>
        </p:spPr>
      </p:pic>
      <p:pic>
        <p:nvPicPr>
          <p:cNvPr id="434" name="object 434"/>
          <p:cNvPicPr/>
          <p:nvPr/>
        </p:nvPicPr>
        <p:blipFill>
          <a:blip r:embed="rId392" cstate="print"/>
          <a:stretch>
            <a:fillRect/>
          </a:stretch>
        </p:blipFill>
        <p:spPr>
          <a:xfrm>
            <a:off x="2307016" y="8586630"/>
            <a:ext cx="142228" cy="137074"/>
          </a:xfrm>
          <a:prstGeom prst="rect">
            <a:avLst/>
          </a:prstGeom>
        </p:spPr>
      </p:pic>
      <p:pic>
        <p:nvPicPr>
          <p:cNvPr id="435" name="object 435"/>
          <p:cNvPicPr/>
          <p:nvPr/>
        </p:nvPicPr>
        <p:blipFill>
          <a:blip r:embed="rId393" cstate="print"/>
          <a:stretch>
            <a:fillRect/>
          </a:stretch>
        </p:blipFill>
        <p:spPr>
          <a:xfrm>
            <a:off x="2592107" y="7434232"/>
            <a:ext cx="139690" cy="137497"/>
          </a:xfrm>
          <a:prstGeom prst="rect">
            <a:avLst/>
          </a:prstGeom>
        </p:spPr>
      </p:pic>
      <p:pic>
        <p:nvPicPr>
          <p:cNvPr id="436" name="object 436"/>
          <p:cNvPicPr/>
          <p:nvPr/>
        </p:nvPicPr>
        <p:blipFill>
          <a:blip r:embed="rId394" cstate="print"/>
          <a:stretch>
            <a:fillRect/>
          </a:stretch>
        </p:blipFill>
        <p:spPr>
          <a:xfrm>
            <a:off x="1440955" y="5116226"/>
            <a:ext cx="135778" cy="138554"/>
          </a:xfrm>
          <a:prstGeom prst="rect">
            <a:avLst/>
          </a:prstGeom>
        </p:spPr>
      </p:pic>
      <p:pic>
        <p:nvPicPr>
          <p:cNvPr id="437" name="object 437"/>
          <p:cNvPicPr/>
          <p:nvPr/>
        </p:nvPicPr>
        <p:blipFill>
          <a:blip r:embed="rId395" cstate="print"/>
          <a:stretch>
            <a:fillRect/>
          </a:stretch>
        </p:blipFill>
        <p:spPr>
          <a:xfrm>
            <a:off x="2018752" y="5699188"/>
            <a:ext cx="138950" cy="138342"/>
          </a:xfrm>
          <a:prstGeom prst="rect">
            <a:avLst/>
          </a:prstGeom>
        </p:spPr>
      </p:pic>
      <p:pic>
        <p:nvPicPr>
          <p:cNvPr id="438" name="object 438"/>
          <p:cNvPicPr/>
          <p:nvPr/>
        </p:nvPicPr>
        <p:blipFill>
          <a:blip r:embed="rId396" cstate="print"/>
          <a:stretch>
            <a:fillRect/>
          </a:stretch>
        </p:blipFill>
        <p:spPr>
          <a:xfrm>
            <a:off x="867853" y="10026777"/>
            <a:ext cx="138950" cy="137097"/>
          </a:xfrm>
          <a:prstGeom prst="rect">
            <a:avLst/>
          </a:prstGeom>
        </p:spPr>
      </p:pic>
      <p:pic>
        <p:nvPicPr>
          <p:cNvPr id="439" name="object 439"/>
          <p:cNvPicPr/>
          <p:nvPr/>
        </p:nvPicPr>
        <p:blipFill>
          <a:blip r:embed="rId397" cstate="print"/>
          <a:stretch>
            <a:fillRect/>
          </a:stretch>
        </p:blipFill>
        <p:spPr>
          <a:xfrm>
            <a:off x="1734400" y="9453031"/>
            <a:ext cx="140219" cy="137983"/>
          </a:xfrm>
          <a:prstGeom prst="rect">
            <a:avLst/>
          </a:prstGeom>
        </p:spPr>
      </p:pic>
      <p:pic>
        <p:nvPicPr>
          <p:cNvPr id="440" name="object 440"/>
          <p:cNvPicPr/>
          <p:nvPr/>
        </p:nvPicPr>
        <p:blipFill>
          <a:blip r:embed="rId398" cstate="print"/>
          <a:stretch>
            <a:fillRect/>
          </a:stretch>
        </p:blipFill>
        <p:spPr>
          <a:xfrm>
            <a:off x="2597606" y="7723705"/>
            <a:ext cx="128904" cy="127668"/>
          </a:xfrm>
          <a:prstGeom prst="rect">
            <a:avLst/>
          </a:prstGeom>
        </p:spPr>
      </p:pic>
      <p:pic>
        <p:nvPicPr>
          <p:cNvPr id="441" name="object 441"/>
          <p:cNvPicPr/>
          <p:nvPr/>
        </p:nvPicPr>
        <p:blipFill>
          <a:blip r:embed="rId399" cstate="print"/>
          <a:stretch>
            <a:fillRect/>
          </a:stretch>
        </p:blipFill>
        <p:spPr>
          <a:xfrm>
            <a:off x="2023828" y="9164097"/>
            <a:ext cx="128693" cy="127869"/>
          </a:xfrm>
          <a:prstGeom prst="rect">
            <a:avLst/>
          </a:prstGeom>
        </p:spPr>
      </p:pic>
      <p:pic>
        <p:nvPicPr>
          <p:cNvPr id="442" name="object 442"/>
          <p:cNvPicPr/>
          <p:nvPr/>
        </p:nvPicPr>
        <p:blipFill>
          <a:blip r:embed="rId400" cstate="print"/>
          <a:stretch>
            <a:fillRect/>
          </a:stretch>
        </p:blipFill>
        <p:spPr>
          <a:xfrm>
            <a:off x="2598620" y="7139897"/>
            <a:ext cx="129159" cy="133481"/>
          </a:xfrm>
          <a:prstGeom prst="rect">
            <a:avLst/>
          </a:prstGeom>
        </p:spPr>
      </p:pic>
      <p:pic>
        <p:nvPicPr>
          <p:cNvPr id="443" name="object 443"/>
          <p:cNvPicPr/>
          <p:nvPr/>
        </p:nvPicPr>
        <p:blipFill>
          <a:blip r:embed="rId401" cstate="print"/>
          <a:stretch>
            <a:fillRect/>
          </a:stretch>
        </p:blipFill>
        <p:spPr>
          <a:xfrm>
            <a:off x="1441060" y="9747260"/>
            <a:ext cx="135249" cy="127837"/>
          </a:xfrm>
          <a:prstGeom prst="rect">
            <a:avLst/>
          </a:prstGeom>
        </p:spPr>
      </p:pic>
      <p:pic>
        <p:nvPicPr>
          <p:cNvPr id="444" name="object 444"/>
          <p:cNvPicPr/>
          <p:nvPr/>
        </p:nvPicPr>
        <p:blipFill>
          <a:blip r:embed="rId402" cstate="print"/>
          <a:stretch>
            <a:fillRect/>
          </a:stretch>
        </p:blipFill>
        <p:spPr>
          <a:xfrm>
            <a:off x="47855" y="4548270"/>
            <a:ext cx="88826" cy="127774"/>
          </a:xfrm>
          <a:prstGeom prst="rect">
            <a:avLst/>
          </a:prstGeom>
        </p:spPr>
      </p:pic>
      <p:pic>
        <p:nvPicPr>
          <p:cNvPr id="445" name="object 445"/>
          <p:cNvPicPr/>
          <p:nvPr/>
        </p:nvPicPr>
        <p:blipFill>
          <a:blip r:embed="rId403" cstate="print"/>
          <a:stretch>
            <a:fillRect/>
          </a:stretch>
        </p:blipFill>
        <p:spPr>
          <a:xfrm>
            <a:off x="2595068" y="6856342"/>
            <a:ext cx="130702" cy="127985"/>
          </a:xfrm>
          <a:prstGeom prst="rect">
            <a:avLst/>
          </a:prstGeom>
        </p:spPr>
      </p:pic>
      <p:pic>
        <p:nvPicPr>
          <p:cNvPr id="446" name="object 446"/>
          <p:cNvPicPr/>
          <p:nvPr/>
        </p:nvPicPr>
        <p:blipFill>
          <a:blip r:embed="rId404" cstate="print"/>
          <a:stretch>
            <a:fillRect/>
          </a:stretch>
        </p:blipFill>
        <p:spPr>
          <a:xfrm>
            <a:off x="289844" y="4548270"/>
            <a:ext cx="128652" cy="127985"/>
          </a:xfrm>
          <a:prstGeom prst="rect">
            <a:avLst/>
          </a:prstGeom>
        </p:spPr>
      </p:pic>
      <p:pic>
        <p:nvPicPr>
          <p:cNvPr id="447" name="object 447"/>
          <p:cNvPicPr/>
          <p:nvPr/>
        </p:nvPicPr>
        <p:blipFill>
          <a:blip r:embed="rId405" cstate="print"/>
          <a:stretch>
            <a:fillRect/>
          </a:stretch>
        </p:blipFill>
        <p:spPr>
          <a:xfrm>
            <a:off x="2596655" y="8012862"/>
            <a:ext cx="128904" cy="123018"/>
          </a:xfrm>
          <a:prstGeom prst="rect">
            <a:avLst/>
          </a:prstGeom>
        </p:spPr>
      </p:pic>
      <p:pic>
        <p:nvPicPr>
          <p:cNvPr id="448" name="object 448"/>
          <p:cNvPicPr/>
          <p:nvPr/>
        </p:nvPicPr>
        <p:blipFill>
          <a:blip r:embed="rId406" cstate="print"/>
          <a:stretch>
            <a:fillRect/>
          </a:stretch>
        </p:blipFill>
        <p:spPr>
          <a:xfrm>
            <a:off x="2311563" y="5988979"/>
            <a:ext cx="125626" cy="127879"/>
          </a:xfrm>
          <a:prstGeom prst="rect">
            <a:avLst/>
          </a:prstGeom>
        </p:spPr>
      </p:pic>
      <p:pic>
        <p:nvPicPr>
          <p:cNvPr id="449" name="object 449"/>
          <p:cNvPicPr/>
          <p:nvPr/>
        </p:nvPicPr>
        <p:blipFill>
          <a:blip r:embed="rId407" cstate="print"/>
          <a:stretch>
            <a:fillRect/>
          </a:stretch>
        </p:blipFill>
        <p:spPr>
          <a:xfrm>
            <a:off x="1162842" y="4837850"/>
            <a:ext cx="124040" cy="122595"/>
          </a:xfrm>
          <a:prstGeom prst="rect">
            <a:avLst/>
          </a:prstGeom>
        </p:spPr>
      </p:pic>
      <p:pic>
        <p:nvPicPr>
          <p:cNvPr id="450" name="object 450"/>
          <p:cNvPicPr/>
          <p:nvPr/>
        </p:nvPicPr>
        <p:blipFill>
          <a:blip r:embed="rId408" cstate="print"/>
          <a:stretch>
            <a:fillRect/>
          </a:stretch>
        </p:blipFill>
        <p:spPr>
          <a:xfrm>
            <a:off x="1161150" y="10030963"/>
            <a:ext cx="125414" cy="128220"/>
          </a:xfrm>
          <a:prstGeom prst="rect">
            <a:avLst/>
          </a:prstGeom>
        </p:spPr>
      </p:pic>
      <p:pic>
        <p:nvPicPr>
          <p:cNvPr id="451" name="object 451"/>
          <p:cNvPicPr/>
          <p:nvPr/>
        </p:nvPicPr>
        <p:blipFill>
          <a:blip r:embed="rId409" cstate="print"/>
          <a:stretch>
            <a:fillRect/>
          </a:stretch>
        </p:blipFill>
        <p:spPr>
          <a:xfrm>
            <a:off x="2314590" y="8880330"/>
            <a:ext cx="123128" cy="123018"/>
          </a:xfrm>
          <a:prstGeom prst="rect">
            <a:avLst/>
          </a:prstGeom>
        </p:spPr>
      </p:pic>
      <p:pic>
        <p:nvPicPr>
          <p:cNvPr id="452" name="object 452"/>
          <p:cNvPicPr/>
          <p:nvPr/>
        </p:nvPicPr>
        <p:blipFill>
          <a:blip r:embed="rId410" cstate="print"/>
          <a:stretch>
            <a:fillRect/>
          </a:stretch>
        </p:blipFill>
        <p:spPr>
          <a:xfrm>
            <a:off x="2596760" y="6572470"/>
            <a:ext cx="129406" cy="122701"/>
          </a:xfrm>
          <a:prstGeom prst="rect">
            <a:avLst/>
          </a:prstGeom>
        </p:spPr>
      </p:pic>
      <p:pic>
        <p:nvPicPr>
          <p:cNvPr id="453" name="object 453"/>
          <p:cNvPicPr/>
          <p:nvPr/>
        </p:nvPicPr>
        <p:blipFill>
          <a:blip r:embed="rId411" cstate="print"/>
          <a:stretch>
            <a:fillRect/>
          </a:stretch>
        </p:blipFill>
        <p:spPr>
          <a:xfrm>
            <a:off x="2596760" y="8297050"/>
            <a:ext cx="131653" cy="128091"/>
          </a:xfrm>
          <a:prstGeom prst="rect">
            <a:avLst/>
          </a:prstGeom>
        </p:spPr>
      </p:pic>
      <p:pic>
        <p:nvPicPr>
          <p:cNvPr id="454" name="object 454"/>
          <p:cNvPicPr/>
          <p:nvPr/>
        </p:nvPicPr>
        <p:blipFill>
          <a:blip r:embed="rId412" cstate="print"/>
          <a:stretch>
            <a:fillRect/>
          </a:stretch>
        </p:blipFill>
        <p:spPr>
          <a:xfrm>
            <a:off x="580054" y="4553872"/>
            <a:ext cx="122707" cy="123018"/>
          </a:xfrm>
          <a:prstGeom prst="rect">
            <a:avLst/>
          </a:prstGeom>
        </p:spPr>
      </p:pic>
      <p:pic>
        <p:nvPicPr>
          <p:cNvPr id="455" name="object 455"/>
          <p:cNvPicPr/>
          <p:nvPr/>
        </p:nvPicPr>
        <p:blipFill>
          <a:blip r:embed="rId413" cstate="print"/>
          <a:stretch>
            <a:fillRect/>
          </a:stretch>
        </p:blipFill>
        <p:spPr>
          <a:xfrm>
            <a:off x="1738524" y="5121827"/>
            <a:ext cx="131019" cy="128091"/>
          </a:xfrm>
          <a:prstGeom prst="rect">
            <a:avLst/>
          </a:prstGeom>
        </p:spPr>
      </p:pic>
      <p:pic>
        <p:nvPicPr>
          <p:cNvPr id="456" name="object 456"/>
          <p:cNvPicPr/>
          <p:nvPr/>
        </p:nvPicPr>
        <p:blipFill>
          <a:blip r:embed="rId414" cstate="print"/>
          <a:stretch>
            <a:fillRect/>
          </a:stretch>
        </p:blipFill>
        <p:spPr>
          <a:xfrm>
            <a:off x="2029855" y="5420707"/>
            <a:ext cx="123405" cy="123123"/>
          </a:xfrm>
          <a:prstGeom prst="rect">
            <a:avLst/>
          </a:prstGeom>
        </p:spPr>
      </p:pic>
      <p:pic>
        <p:nvPicPr>
          <p:cNvPr id="457" name="object 457"/>
          <p:cNvPicPr/>
          <p:nvPr/>
        </p:nvPicPr>
        <p:blipFill>
          <a:blip r:embed="rId415" cstate="print"/>
          <a:stretch>
            <a:fillRect/>
          </a:stretch>
        </p:blipFill>
        <p:spPr>
          <a:xfrm>
            <a:off x="2028692" y="9463430"/>
            <a:ext cx="123962" cy="122312"/>
          </a:xfrm>
          <a:prstGeom prst="rect">
            <a:avLst/>
          </a:prstGeom>
        </p:spPr>
      </p:pic>
      <p:pic>
        <p:nvPicPr>
          <p:cNvPr id="458" name="object 458"/>
          <p:cNvPicPr/>
          <p:nvPr/>
        </p:nvPicPr>
        <p:blipFill>
          <a:blip r:embed="rId416" cstate="print"/>
          <a:stretch>
            <a:fillRect/>
          </a:stretch>
        </p:blipFill>
        <p:spPr>
          <a:xfrm>
            <a:off x="1740534" y="9747260"/>
            <a:ext cx="130913" cy="123145"/>
          </a:xfrm>
          <a:prstGeom prst="rect">
            <a:avLst/>
          </a:prstGeom>
        </p:spPr>
      </p:pic>
      <p:pic>
        <p:nvPicPr>
          <p:cNvPr id="459" name="object 459"/>
          <p:cNvPicPr/>
          <p:nvPr/>
        </p:nvPicPr>
        <p:blipFill>
          <a:blip r:embed="rId417" cstate="print"/>
          <a:stretch>
            <a:fillRect/>
          </a:stretch>
        </p:blipFill>
        <p:spPr>
          <a:xfrm>
            <a:off x="873309" y="4553660"/>
            <a:ext cx="124103" cy="122595"/>
          </a:xfrm>
          <a:prstGeom prst="rect">
            <a:avLst/>
          </a:prstGeom>
        </p:spPr>
      </p:pic>
      <p:pic>
        <p:nvPicPr>
          <p:cNvPr id="460" name="object 460"/>
          <p:cNvPicPr/>
          <p:nvPr/>
        </p:nvPicPr>
        <p:blipFill>
          <a:blip r:embed="rId418" cstate="print"/>
          <a:stretch>
            <a:fillRect/>
          </a:stretch>
        </p:blipFill>
        <p:spPr>
          <a:xfrm>
            <a:off x="2313678" y="5704895"/>
            <a:ext cx="124040" cy="123335"/>
          </a:xfrm>
          <a:prstGeom prst="rect">
            <a:avLst/>
          </a:prstGeom>
        </p:spPr>
      </p:pic>
      <p:pic>
        <p:nvPicPr>
          <p:cNvPr id="461" name="object 461"/>
          <p:cNvPicPr/>
          <p:nvPr/>
        </p:nvPicPr>
        <p:blipFill>
          <a:blip r:embed="rId419" cstate="print"/>
          <a:stretch>
            <a:fillRect/>
          </a:stretch>
        </p:blipFill>
        <p:spPr>
          <a:xfrm>
            <a:off x="1446453" y="4838167"/>
            <a:ext cx="123511" cy="122701"/>
          </a:xfrm>
          <a:prstGeom prst="rect">
            <a:avLst/>
          </a:prstGeom>
        </p:spPr>
      </p:pic>
      <p:pic>
        <p:nvPicPr>
          <p:cNvPr id="462" name="object 462"/>
          <p:cNvPicPr/>
          <p:nvPr/>
        </p:nvPicPr>
        <p:blipFill>
          <a:blip r:embed="rId420" cstate="print"/>
          <a:stretch>
            <a:fillRect/>
          </a:stretch>
        </p:blipFill>
        <p:spPr>
          <a:xfrm>
            <a:off x="2602365" y="6278029"/>
            <a:ext cx="118964" cy="122912"/>
          </a:xfrm>
          <a:prstGeom prst="rect">
            <a:avLst/>
          </a:prstGeom>
        </p:spPr>
      </p:pic>
      <p:pic>
        <p:nvPicPr>
          <p:cNvPr id="463" name="object 463"/>
          <p:cNvPicPr/>
          <p:nvPr/>
        </p:nvPicPr>
        <p:blipFill>
          <a:blip r:embed="rId421" cstate="print"/>
          <a:stretch>
            <a:fillRect/>
          </a:stretch>
        </p:blipFill>
        <p:spPr>
          <a:xfrm>
            <a:off x="2602470" y="8595930"/>
            <a:ext cx="119598" cy="122595"/>
          </a:xfrm>
          <a:prstGeom prst="rect">
            <a:avLst/>
          </a:prstGeom>
        </p:spPr>
      </p:pic>
      <p:pic>
        <p:nvPicPr>
          <p:cNvPr id="464" name="object 464"/>
          <p:cNvPicPr/>
          <p:nvPr/>
        </p:nvPicPr>
        <p:blipFill>
          <a:blip r:embed="rId422" cstate="print"/>
          <a:stretch>
            <a:fillRect/>
          </a:stretch>
        </p:blipFill>
        <p:spPr>
          <a:xfrm>
            <a:off x="2314603" y="9168535"/>
            <a:ext cx="123326" cy="118611"/>
          </a:xfrm>
          <a:prstGeom prst="rect">
            <a:avLst/>
          </a:prstGeom>
        </p:spPr>
      </p:pic>
      <p:pic>
        <p:nvPicPr>
          <p:cNvPr id="465" name="object 465"/>
          <p:cNvPicPr/>
          <p:nvPr/>
        </p:nvPicPr>
        <p:blipFill>
          <a:blip r:embed="rId423" cstate="print"/>
          <a:stretch>
            <a:fillRect/>
          </a:stretch>
        </p:blipFill>
        <p:spPr>
          <a:xfrm>
            <a:off x="1443281" y="10036036"/>
            <a:ext cx="125309" cy="118581"/>
          </a:xfrm>
          <a:prstGeom prst="rect">
            <a:avLst/>
          </a:prstGeom>
        </p:spPr>
      </p:pic>
      <p:pic>
        <p:nvPicPr>
          <p:cNvPr id="466" name="object 466"/>
          <p:cNvPicPr/>
          <p:nvPr/>
        </p:nvPicPr>
        <p:blipFill>
          <a:blip r:embed="rId424" cstate="print"/>
          <a:stretch>
            <a:fillRect/>
          </a:stretch>
        </p:blipFill>
        <p:spPr>
          <a:xfrm>
            <a:off x="2897925" y="7444378"/>
            <a:ext cx="123828" cy="118156"/>
          </a:xfrm>
          <a:prstGeom prst="rect">
            <a:avLst/>
          </a:prstGeom>
        </p:spPr>
      </p:pic>
      <p:pic>
        <p:nvPicPr>
          <p:cNvPr id="467" name="object 467"/>
          <p:cNvPicPr/>
          <p:nvPr/>
        </p:nvPicPr>
        <p:blipFill>
          <a:blip r:embed="rId425" cstate="print"/>
          <a:stretch>
            <a:fillRect/>
          </a:stretch>
        </p:blipFill>
        <p:spPr>
          <a:xfrm>
            <a:off x="47855" y="4259431"/>
            <a:ext cx="81720" cy="118262"/>
          </a:xfrm>
          <a:prstGeom prst="rect">
            <a:avLst/>
          </a:prstGeom>
        </p:spPr>
      </p:pic>
      <p:pic>
        <p:nvPicPr>
          <p:cNvPr id="468" name="object 468"/>
          <p:cNvPicPr/>
          <p:nvPr/>
        </p:nvPicPr>
        <p:blipFill>
          <a:blip r:embed="rId426" cstate="print"/>
          <a:stretch>
            <a:fillRect/>
          </a:stretch>
        </p:blipFill>
        <p:spPr>
          <a:xfrm>
            <a:off x="2897185" y="7728249"/>
            <a:ext cx="123088" cy="123440"/>
          </a:xfrm>
          <a:prstGeom prst="rect">
            <a:avLst/>
          </a:prstGeom>
        </p:spPr>
      </p:pic>
      <p:pic>
        <p:nvPicPr>
          <p:cNvPr id="469" name="object 469"/>
          <p:cNvPicPr/>
          <p:nvPr/>
        </p:nvPicPr>
        <p:blipFill>
          <a:blip r:embed="rId427" cstate="print"/>
          <a:stretch>
            <a:fillRect/>
          </a:stretch>
        </p:blipFill>
        <p:spPr>
          <a:xfrm>
            <a:off x="2896868" y="7145393"/>
            <a:ext cx="123617" cy="123123"/>
          </a:xfrm>
          <a:prstGeom prst="rect">
            <a:avLst/>
          </a:prstGeom>
        </p:spPr>
      </p:pic>
      <p:pic>
        <p:nvPicPr>
          <p:cNvPr id="470" name="object 470"/>
          <p:cNvPicPr/>
          <p:nvPr/>
        </p:nvPicPr>
        <p:blipFill>
          <a:blip r:embed="rId428" cstate="print"/>
          <a:stretch>
            <a:fillRect/>
          </a:stretch>
        </p:blipFill>
        <p:spPr>
          <a:xfrm>
            <a:off x="1161785" y="4553660"/>
            <a:ext cx="120867" cy="118051"/>
          </a:xfrm>
          <a:prstGeom prst="rect">
            <a:avLst/>
          </a:prstGeom>
        </p:spPr>
      </p:pic>
      <p:pic>
        <p:nvPicPr>
          <p:cNvPr id="471" name="object 471"/>
          <p:cNvPicPr/>
          <p:nvPr/>
        </p:nvPicPr>
        <p:blipFill>
          <a:blip r:embed="rId429" cstate="print"/>
          <a:stretch>
            <a:fillRect/>
          </a:stretch>
        </p:blipFill>
        <p:spPr>
          <a:xfrm>
            <a:off x="2897185" y="6860358"/>
            <a:ext cx="118752" cy="119213"/>
          </a:xfrm>
          <a:prstGeom prst="rect">
            <a:avLst/>
          </a:prstGeom>
        </p:spPr>
      </p:pic>
      <p:pic>
        <p:nvPicPr>
          <p:cNvPr id="472" name="object 472"/>
          <p:cNvPicPr/>
          <p:nvPr/>
        </p:nvPicPr>
        <p:blipFill>
          <a:blip r:embed="rId430" cstate="print"/>
          <a:stretch>
            <a:fillRect/>
          </a:stretch>
        </p:blipFill>
        <p:spPr>
          <a:xfrm>
            <a:off x="2600567" y="5994580"/>
            <a:ext cx="122031" cy="118051"/>
          </a:xfrm>
          <a:prstGeom prst="rect">
            <a:avLst/>
          </a:prstGeom>
        </p:spPr>
      </p:pic>
      <p:pic>
        <p:nvPicPr>
          <p:cNvPr id="473" name="object 473"/>
          <p:cNvPicPr/>
          <p:nvPr/>
        </p:nvPicPr>
        <p:blipFill>
          <a:blip r:embed="rId431" cstate="print"/>
          <a:stretch>
            <a:fillRect/>
          </a:stretch>
        </p:blipFill>
        <p:spPr>
          <a:xfrm>
            <a:off x="295174" y="4259009"/>
            <a:ext cx="121946" cy="119847"/>
          </a:xfrm>
          <a:prstGeom prst="rect">
            <a:avLst/>
          </a:prstGeom>
        </p:spPr>
      </p:pic>
      <p:pic>
        <p:nvPicPr>
          <p:cNvPr id="474" name="object 474"/>
          <p:cNvPicPr/>
          <p:nvPr/>
        </p:nvPicPr>
        <p:blipFill>
          <a:blip r:embed="rId432" cstate="print"/>
          <a:stretch>
            <a:fillRect/>
          </a:stretch>
        </p:blipFill>
        <p:spPr>
          <a:xfrm>
            <a:off x="2603634" y="8884875"/>
            <a:ext cx="118184" cy="118051"/>
          </a:xfrm>
          <a:prstGeom prst="rect">
            <a:avLst/>
          </a:prstGeom>
        </p:spPr>
      </p:pic>
      <p:pic>
        <p:nvPicPr>
          <p:cNvPr id="475" name="object 475"/>
          <p:cNvPicPr/>
          <p:nvPr/>
        </p:nvPicPr>
        <p:blipFill>
          <a:blip r:embed="rId433" cstate="print"/>
          <a:stretch>
            <a:fillRect/>
          </a:stretch>
        </p:blipFill>
        <p:spPr>
          <a:xfrm>
            <a:off x="2029326" y="5126477"/>
            <a:ext cx="119704" cy="118473"/>
          </a:xfrm>
          <a:prstGeom prst="rect">
            <a:avLst/>
          </a:prstGeom>
        </p:spPr>
      </p:pic>
      <p:pic>
        <p:nvPicPr>
          <p:cNvPr id="476" name="object 476"/>
          <p:cNvPicPr/>
          <p:nvPr/>
        </p:nvPicPr>
        <p:blipFill>
          <a:blip r:embed="rId434" cstate="print"/>
          <a:stretch>
            <a:fillRect/>
          </a:stretch>
        </p:blipFill>
        <p:spPr>
          <a:xfrm>
            <a:off x="2896762" y="8012967"/>
            <a:ext cx="119281" cy="122806"/>
          </a:xfrm>
          <a:prstGeom prst="rect">
            <a:avLst/>
          </a:prstGeom>
        </p:spPr>
      </p:pic>
      <p:pic>
        <p:nvPicPr>
          <p:cNvPr id="477" name="object 477"/>
          <p:cNvPicPr/>
          <p:nvPr/>
        </p:nvPicPr>
        <p:blipFill>
          <a:blip r:embed="rId435" cstate="print"/>
          <a:stretch>
            <a:fillRect/>
          </a:stretch>
        </p:blipFill>
        <p:spPr>
          <a:xfrm>
            <a:off x="2028480" y="9752586"/>
            <a:ext cx="119704" cy="118198"/>
          </a:xfrm>
          <a:prstGeom prst="rect">
            <a:avLst/>
          </a:prstGeom>
        </p:spPr>
      </p:pic>
      <p:pic>
        <p:nvPicPr>
          <p:cNvPr id="478" name="object 478"/>
          <p:cNvPicPr/>
          <p:nvPr/>
        </p:nvPicPr>
        <p:blipFill>
          <a:blip r:embed="rId436" cstate="print"/>
          <a:stretch>
            <a:fillRect/>
          </a:stretch>
        </p:blipFill>
        <p:spPr>
          <a:xfrm>
            <a:off x="2317379" y="5425040"/>
            <a:ext cx="115897" cy="113189"/>
          </a:xfrm>
          <a:prstGeom prst="rect">
            <a:avLst/>
          </a:prstGeom>
        </p:spPr>
      </p:pic>
      <p:pic>
        <p:nvPicPr>
          <p:cNvPr id="479" name="object 479"/>
          <p:cNvPicPr/>
          <p:nvPr/>
        </p:nvPicPr>
        <p:blipFill>
          <a:blip r:embed="rId437" cstate="print"/>
          <a:stretch>
            <a:fillRect/>
          </a:stretch>
        </p:blipFill>
        <p:spPr>
          <a:xfrm>
            <a:off x="2899829" y="6582298"/>
            <a:ext cx="110821" cy="108116"/>
          </a:xfrm>
          <a:prstGeom prst="rect">
            <a:avLst/>
          </a:prstGeom>
        </p:spPr>
      </p:pic>
      <p:pic>
        <p:nvPicPr>
          <p:cNvPr id="480" name="object 480"/>
          <p:cNvPicPr/>
          <p:nvPr/>
        </p:nvPicPr>
        <p:blipFill>
          <a:blip r:embed="rId438" cstate="print"/>
          <a:stretch>
            <a:fillRect/>
          </a:stretch>
        </p:blipFill>
        <p:spPr>
          <a:xfrm>
            <a:off x="2320763" y="9467488"/>
            <a:ext cx="112619" cy="108687"/>
          </a:xfrm>
          <a:prstGeom prst="rect">
            <a:avLst/>
          </a:prstGeom>
        </p:spPr>
      </p:pic>
      <p:pic>
        <p:nvPicPr>
          <p:cNvPr id="481" name="object 481"/>
          <p:cNvPicPr/>
          <p:nvPr/>
        </p:nvPicPr>
        <p:blipFill>
          <a:blip r:embed="rId439" cstate="print"/>
          <a:stretch>
            <a:fillRect/>
          </a:stretch>
        </p:blipFill>
        <p:spPr>
          <a:xfrm>
            <a:off x="1750368" y="4847767"/>
            <a:ext cx="107385" cy="109401"/>
          </a:xfrm>
          <a:prstGeom prst="rect">
            <a:avLst/>
          </a:prstGeom>
        </p:spPr>
      </p:pic>
      <p:pic>
        <p:nvPicPr>
          <p:cNvPr id="482" name="object 482"/>
          <p:cNvPicPr/>
          <p:nvPr/>
        </p:nvPicPr>
        <p:blipFill>
          <a:blip r:embed="rId440" cstate="print"/>
          <a:stretch>
            <a:fillRect/>
          </a:stretch>
        </p:blipFill>
        <p:spPr>
          <a:xfrm>
            <a:off x="2901203" y="8306351"/>
            <a:ext cx="109130" cy="108856"/>
          </a:xfrm>
          <a:prstGeom prst="rect">
            <a:avLst/>
          </a:prstGeom>
        </p:spPr>
      </p:pic>
      <p:pic>
        <p:nvPicPr>
          <p:cNvPr id="483" name="object 483"/>
          <p:cNvPicPr/>
          <p:nvPr/>
        </p:nvPicPr>
        <p:blipFill>
          <a:blip r:embed="rId441" cstate="print"/>
          <a:stretch>
            <a:fillRect/>
          </a:stretch>
        </p:blipFill>
        <p:spPr>
          <a:xfrm>
            <a:off x="1750584" y="10041109"/>
            <a:ext cx="108166" cy="109450"/>
          </a:xfrm>
          <a:prstGeom prst="rect">
            <a:avLst/>
          </a:prstGeom>
        </p:spPr>
      </p:pic>
      <p:pic>
        <p:nvPicPr>
          <p:cNvPr id="484" name="object 484"/>
          <p:cNvPicPr/>
          <p:nvPr/>
        </p:nvPicPr>
        <p:blipFill>
          <a:blip r:embed="rId442" cstate="print"/>
          <a:stretch>
            <a:fillRect/>
          </a:stretch>
        </p:blipFill>
        <p:spPr>
          <a:xfrm>
            <a:off x="583480" y="4264927"/>
            <a:ext cx="109256" cy="107799"/>
          </a:xfrm>
          <a:prstGeom prst="rect">
            <a:avLst/>
          </a:prstGeom>
        </p:spPr>
      </p:pic>
      <p:pic>
        <p:nvPicPr>
          <p:cNvPr id="485" name="object 485"/>
          <p:cNvPicPr/>
          <p:nvPr/>
        </p:nvPicPr>
        <p:blipFill>
          <a:blip r:embed="rId443" cstate="print"/>
          <a:stretch>
            <a:fillRect/>
          </a:stretch>
        </p:blipFill>
        <p:spPr>
          <a:xfrm>
            <a:off x="1454067" y="4563278"/>
            <a:ext cx="105851" cy="103466"/>
          </a:xfrm>
          <a:prstGeom prst="rect">
            <a:avLst/>
          </a:prstGeom>
        </p:spPr>
      </p:pic>
      <p:pic>
        <p:nvPicPr>
          <p:cNvPr id="486" name="object 486"/>
          <p:cNvPicPr/>
          <p:nvPr/>
        </p:nvPicPr>
        <p:blipFill>
          <a:blip r:embed="rId444" cstate="print"/>
          <a:stretch>
            <a:fillRect/>
          </a:stretch>
        </p:blipFill>
        <p:spPr>
          <a:xfrm>
            <a:off x="2906808" y="6288387"/>
            <a:ext cx="103631" cy="103255"/>
          </a:xfrm>
          <a:prstGeom prst="rect">
            <a:avLst/>
          </a:prstGeom>
        </p:spPr>
      </p:pic>
      <p:pic>
        <p:nvPicPr>
          <p:cNvPr id="487" name="object 487"/>
          <p:cNvPicPr/>
          <p:nvPr/>
        </p:nvPicPr>
        <p:blipFill>
          <a:blip r:embed="rId445" cstate="print"/>
          <a:stretch>
            <a:fillRect/>
          </a:stretch>
        </p:blipFill>
        <p:spPr>
          <a:xfrm>
            <a:off x="2608128" y="5715041"/>
            <a:ext cx="105058" cy="103149"/>
          </a:xfrm>
          <a:prstGeom prst="rect">
            <a:avLst/>
          </a:prstGeom>
        </p:spPr>
      </p:pic>
      <p:pic>
        <p:nvPicPr>
          <p:cNvPr id="488" name="object 488"/>
          <p:cNvPicPr/>
          <p:nvPr/>
        </p:nvPicPr>
        <p:blipFill>
          <a:blip r:embed="rId446" cstate="print"/>
          <a:stretch>
            <a:fillRect/>
          </a:stretch>
        </p:blipFill>
        <p:spPr>
          <a:xfrm>
            <a:off x="2606172" y="9174031"/>
            <a:ext cx="105640" cy="108423"/>
          </a:xfrm>
          <a:prstGeom prst="rect">
            <a:avLst/>
          </a:prstGeom>
        </p:spPr>
      </p:pic>
      <p:pic>
        <p:nvPicPr>
          <p:cNvPr id="489" name="object 489"/>
          <p:cNvPicPr/>
          <p:nvPr/>
        </p:nvPicPr>
        <p:blipFill>
          <a:blip r:embed="rId447" cstate="print"/>
          <a:stretch>
            <a:fillRect/>
          </a:stretch>
        </p:blipFill>
        <p:spPr>
          <a:xfrm>
            <a:off x="2906279" y="8605335"/>
            <a:ext cx="104054" cy="103361"/>
          </a:xfrm>
          <a:prstGeom prst="rect">
            <a:avLst/>
          </a:prstGeom>
        </p:spPr>
      </p:pic>
      <p:pic>
        <p:nvPicPr>
          <p:cNvPr id="490" name="object 490"/>
          <p:cNvPicPr/>
          <p:nvPr/>
        </p:nvPicPr>
        <p:blipFill>
          <a:blip r:embed="rId448" cstate="print"/>
          <a:stretch>
            <a:fillRect/>
          </a:stretch>
        </p:blipFill>
        <p:spPr>
          <a:xfrm>
            <a:off x="3192217" y="7449345"/>
            <a:ext cx="101582" cy="103466"/>
          </a:xfrm>
          <a:prstGeom prst="rect">
            <a:avLst/>
          </a:prstGeom>
        </p:spPr>
      </p:pic>
      <p:pic>
        <p:nvPicPr>
          <p:cNvPr id="491" name="object 491"/>
          <p:cNvPicPr/>
          <p:nvPr/>
        </p:nvPicPr>
        <p:blipFill>
          <a:blip r:embed="rId449" cstate="print"/>
          <a:stretch>
            <a:fillRect/>
          </a:stretch>
        </p:blipFill>
        <p:spPr>
          <a:xfrm>
            <a:off x="882192" y="4264504"/>
            <a:ext cx="104815" cy="103149"/>
          </a:xfrm>
          <a:prstGeom prst="rect">
            <a:avLst/>
          </a:prstGeom>
        </p:spPr>
      </p:pic>
      <p:pic>
        <p:nvPicPr>
          <p:cNvPr id="492" name="object 492"/>
          <p:cNvPicPr/>
          <p:nvPr/>
        </p:nvPicPr>
        <p:blipFill>
          <a:blip r:embed="rId450" cstate="print"/>
          <a:stretch>
            <a:fillRect/>
          </a:stretch>
        </p:blipFill>
        <p:spPr>
          <a:xfrm>
            <a:off x="47855" y="3980209"/>
            <a:ext cx="72330" cy="103360"/>
          </a:xfrm>
          <a:prstGeom prst="rect">
            <a:avLst/>
          </a:prstGeom>
        </p:spPr>
      </p:pic>
      <p:pic>
        <p:nvPicPr>
          <p:cNvPr id="493" name="object 493"/>
          <p:cNvPicPr/>
          <p:nvPr/>
        </p:nvPicPr>
        <p:blipFill>
          <a:blip r:embed="rId451" cstate="print"/>
          <a:stretch>
            <a:fillRect/>
          </a:stretch>
        </p:blipFill>
        <p:spPr>
          <a:xfrm>
            <a:off x="3190948" y="7738501"/>
            <a:ext cx="103419" cy="103149"/>
          </a:xfrm>
          <a:prstGeom prst="rect">
            <a:avLst/>
          </a:prstGeom>
        </p:spPr>
      </p:pic>
      <p:pic>
        <p:nvPicPr>
          <p:cNvPr id="494" name="object 494"/>
          <p:cNvPicPr/>
          <p:nvPr/>
        </p:nvPicPr>
        <p:blipFill>
          <a:blip r:embed="rId452" cstate="print"/>
          <a:stretch>
            <a:fillRect/>
          </a:stretch>
        </p:blipFill>
        <p:spPr>
          <a:xfrm>
            <a:off x="2039478" y="4847678"/>
            <a:ext cx="103419" cy="103043"/>
          </a:xfrm>
          <a:prstGeom prst="rect">
            <a:avLst/>
          </a:prstGeom>
        </p:spPr>
      </p:pic>
      <p:pic>
        <p:nvPicPr>
          <p:cNvPr id="495" name="object 495"/>
          <p:cNvPicPr/>
          <p:nvPr/>
        </p:nvPicPr>
        <p:blipFill>
          <a:blip r:embed="rId453" cstate="print"/>
          <a:stretch>
            <a:fillRect/>
          </a:stretch>
        </p:blipFill>
        <p:spPr>
          <a:xfrm>
            <a:off x="3191404" y="7155222"/>
            <a:ext cx="103598" cy="103572"/>
          </a:xfrm>
          <a:prstGeom prst="rect">
            <a:avLst/>
          </a:prstGeom>
        </p:spPr>
      </p:pic>
      <p:pic>
        <p:nvPicPr>
          <p:cNvPr id="496" name="object 496"/>
          <p:cNvPicPr/>
          <p:nvPr/>
        </p:nvPicPr>
        <p:blipFill>
          <a:blip r:embed="rId454" cstate="print"/>
          <a:stretch>
            <a:fillRect/>
          </a:stretch>
        </p:blipFill>
        <p:spPr>
          <a:xfrm>
            <a:off x="2322560" y="9757026"/>
            <a:ext cx="105217" cy="103233"/>
          </a:xfrm>
          <a:prstGeom prst="rect">
            <a:avLst/>
          </a:prstGeom>
        </p:spPr>
      </p:pic>
      <p:pic>
        <p:nvPicPr>
          <p:cNvPr id="497" name="object 497"/>
          <p:cNvPicPr/>
          <p:nvPr/>
        </p:nvPicPr>
        <p:blipFill>
          <a:blip r:embed="rId455" cstate="print"/>
          <a:stretch>
            <a:fillRect/>
          </a:stretch>
        </p:blipFill>
        <p:spPr>
          <a:xfrm>
            <a:off x="2906808" y="8889419"/>
            <a:ext cx="104054" cy="102620"/>
          </a:xfrm>
          <a:prstGeom prst="rect">
            <a:avLst/>
          </a:prstGeom>
        </p:spPr>
      </p:pic>
      <p:pic>
        <p:nvPicPr>
          <p:cNvPr id="498" name="object 498"/>
          <p:cNvPicPr/>
          <p:nvPr/>
        </p:nvPicPr>
        <p:blipFill>
          <a:blip r:embed="rId456" cstate="print"/>
          <a:stretch>
            <a:fillRect/>
          </a:stretch>
        </p:blipFill>
        <p:spPr>
          <a:xfrm>
            <a:off x="2324993" y="5137468"/>
            <a:ext cx="101304" cy="97442"/>
          </a:xfrm>
          <a:prstGeom prst="rect">
            <a:avLst/>
          </a:prstGeom>
        </p:spPr>
      </p:pic>
      <p:pic>
        <p:nvPicPr>
          <p:cNvPr id="499" name="object 499"/>
          <p:cNvPicPr/>
          <p:nvPr/>
        </p:nvPicPr>
        <p:blipFill>
          <a:blip r:embed="rId457" cstate="print"/>
          <a:stretch>
            <a:fillRect/>
          </a:stretch>
        </p:blipFill>
        <p:spPr>
          <a:xfrm>
            <a:off x="2907020" y="6004092"/>
            <a:ext cx="103208" cy="98499"/>
          </a:xfrm>
          <a:prstGeom prst="rect">
            <a:avLst/>
          </a:prstGeom>
        </p:spPr>
      </p:pic>
      <p:pic>
        <p:nvPicPr>
          <p:cNvPr id="500" name="object 500"/>
          <p:cNvPicPr/>
          <p:nvPr/>
        </p:nvPicPr>
        <p:blipFill>
          <a:blip r:embed="rId458" cstate="print"/>
          <a:stretch>
            <a:fillRect/>
          </a:stretch>
        </p:blipFill>
        <p:spPr>
          <a:xfrm>
            <a:off x="2038843" y="10046182"/>
            <a:ext cx="103631" cy="98414"/>
          </a:xfrm>
          <a:prstGeom prst="rect">
            <a:avLst/>
          </a:prstGeom>
        </p:spPr>
      </p:pic>
      <p:pic>
        <p:nvPicPr>
          <p:cNvPr id="501" name="object 501"/>
          <p:cNvPicPr/>
          <p:nvPr/>
        </p:nvPicPr>
        <p:blipFill>
          <a:blip r:embed="rId459" cstate="print"/>
          <a:stretch>
            <a:fillRect/>
          </a:stretch>
        </p:blipFill>
        <p:spPr>
          <a:xfrm>
            <a:off x="3191040" y="8022690"/>
            <a:ext cx="103855" cy="103043"/>
          </a:xfrm>
          <a:prstGeom prst="rect">
            <a:avLst/>
          </a:prstGeom>
        </p:spPr>
      </p:pic>
      <p:pic>
        <p:nvPicPr>
          <p:cNvPr id="502" name="object 502"/>
          <p:cNvPicPr/>
          <p:nvPr/>
        </p:nvPicPr>
        <p:blipFill>
          <a:blip r:embed="rId460" cstate="print"/>
          <a:stretch>
            <a:fillRect/>
          </a:stretch>
        </p:blipFill>
        <p:spPr>
          <a:xfrm>
            <a:off x="3191305" y="6871138"/>
            <a:ext cx="103803" cy="98499"/>
          </a:xfrm>
          <a:prstGeom prst="rect">
            <a:avLst/>
          </a:prstGeom>
        </p:spPr>
      </p:pic>
      <p:pic>
        <p:nvPicPr>
          <p:cNvPr id="503" name="object 503"/>
          <p:cNvPicPr/>
          <p:nvPr/>
        </p:nvPicPr>
        <p:blipFill>
          <a:blip r:embed="rId461" cstate="print"/>
          <a:stretch>
            <a:fillRect/>
          </a:stretch>
        </p:blipFill>
        <p:spPr>
          <a:xfrm>
            <a:off x="1755338" y="4563278"/>
            <a:ext cx="98661" cy="103043"/>
          </a:xfrm>
          <a:prstGeom prst="rect">
            <a:avLst/>
          </a:prstGeom>
        </p:spPr>
      </p:pic>
      <p:pic>
        <p:nvPicPr>
          <p:cNvPr id="504" name="object 504"/>
          <p:cNvPicPr/>
          <p:nvPr/>
        </p:nvPicPr>
        <p:blipFill>
          <a:blip r:embed="rId462" cstate="print"/>
          <a:stretch>
            <a:fillRect/>
          </a:stretch>
        </p:blipFill>
        <p:spPr>
          <a:xfrm>
            <a:off x="1172571" y="4269260"/>
            <a:ext cx="98978" cy="98287"/>
          </a:xfrm>
          <a:prstGeom prst="rect">
            <a:avLst/>
          </a:prstGeom>
        </p:spPr>
      </p:pic>
      <p:pic>
        <p:nvPicPr>
          <p:cNvPr id="505" name="object 505"/>
          <p:cNvPicPr/>
          <p:nvPr/>
        </p:nvPicPr>
        <p:blipFill>
          <a:blip r:embed="rId463" cstate="print"/>
          <a:stretch>
            <a:fillRect/>
          </a:stretch>
        </p:blipFill>
        <p:spPr>
          <a:xfrm>
            <a:off x="2611776" y="5430747"/>
            <a:ext cx="100035" cy="104100"/>
          </a:xfrm>
          <a:prstGeom prst="rect">
            <a:avLst/>
          </a:prstGeom>
        </p:spPr>
      </p:pic>
      <p:pic>
        <p:nvPicPr>
          <p:cNvPr id="506" name="object 506"/>
          <p:cNvPicPr/>
          <p:nvPr/>
        </p:nvPicPr>
        <p:blipFill>
          <a:blip r:embed="rId464" cstate="print"/>
          <a:stretch>
            <a:fillRect/>
          </a:stretch>
        </p:blipFill>
        <p:spPr>
          <a:xfrm>
            <a:off x="305581" y="3980209"/>
            <a:ext cx="98215" cy="103572"/>
          </a:xfrm>
          <a:prstGeom prst="rect">
            <a:avLst/>
          </a:prstGeom>
        </p:spPr>
      </p:pic>
      <p:pic>
        <p:nvPicPr>
          <p:cNvPr id="507" name="object 507"/>
          <p:cNvPicPr/>
          <p:nvPr/>
        </p:nvPicPr>
        <p:blipFill>
          <a:blip r:embed="rId465" cstate="print"/>
          <a:stretch>
            <a:fillRect/>
          </a:stretch>
        </p:blipFill>
        <p:spPr>
          <a:xfrm>
            <a:off x="2612411" y="9472815"/>
            <a:ext cx="98859" cy="103360"/>
          </a:xfrm>
          <a:prstGeom prst="rect">
            <a:avLst/>
          </a:prstGeom>
        </p:spPr>
      </p:pic>
      <p:pic>
        <p:nvPicPr>
          <p:cNvPr id="508" name="object 508"/>
          <p:cNvPicPr/>
          <p:nvPr/>
        </p:nvPicPr>
        <p:blipFill>
          <a:blip r:embed="rId466" cstate="print"/>
          <a:stretch>
            <a:fillRect/>
          </a:stretch>
        </p:blipFill>
        <p:spPr>
          <a:xfrm>
            <a:off x="589270" y="3979892"/>
            <a:ext cx="104736" cy="103677"/>
          </a:xfrm>
          <a:prstGeom prst="rect">
            <a:avLst/>
          </a:prstGeom>
        </p:spPr>
      </p:pic>
      <p:pic>
        <p:nvPicPr>
          <p:cNvPr id="509" name="object 509"/>
          <p:cNvPicPr/>
          <p:nvPr/>
        </p:nvPicPr>
        <p:blipFill>
          <a:blip r:embed="rId467" cstate="print"/>
          <a:stretch>
            <a:fillRect/>
          </a:stretch>
        </p:blipFill>
        <p:spPr>
          <a:xfrm>
            <a:off x="3195061" y="8311424"/>
            <a:ext cx="99861" cy="98604"/>
          </a:xfrm>
          <a:prstGeom prst="rect">
            <a:avLst/>
          </a:prstGeom>
        </p:spPr>
      </p:pic>
      <p:pic>
        <p:nvPicPr>
          <p:cNvPr id="510" name="object 510"/>
          <p:cNvPicPr/>
          <p:nvPr/>
        </p:nvPicPr>
        <p:blipFill>
          <a:blip r:embed="rId468" cstate="print"/>
          <a:stretch>
            <a:fillRect/>
          </a:stretch>
        </p:blipFill>
        <p:spPr>
          <a:xfrm>
            <a:off x="3189573" y="6586421"/>
            <a:ext cx="107226" cy="99133"/>
          </a:xfrm>
          <a:prstGeom prst="rect">
            <a:avLst/>
          </a:prstGeom>
        </p:spPr>
      </p:pic>
      <p:pic>
        <p:nvPicPr>
          <p:cNvPr id="511" name="object 511"/>
          <p:cNvPicPr/>
          <p:nvPr/>
        </p:nvPicPr>
        <p:blipFill>
          <a:blip r:embed="rId469" cstate="print"/>
          <a:stretch>
            <a:fillRect/>
          </a:stretch>
        </p:blipFill>
        <p:spPr>
          <a:xfrm>
            <a:off x="1461575" y="4269260"/>
            <a:ext cx="94431" cy="98921"/>
          </a:xfrm>
          <a:prstGeom prst="rect">
            <a:avLst/>
          </a:prstGeom>
        </p:spPr>
      </p:pic>
      <p:pic>
        <p:nvPicPr>
          <p:cNvPr id="512" name="object 512"/>
          <p:cNvPicPr/>
          <p:nvPr/>
        </p:nvPicPr>
        <p:blipFill>
          <a:blip r:embed="rId470" cstate="print"/>
          <a:stretch>
            <a:fillRect/>
          </a:stretch>
        </p:blipFill>
        <p:spPr>
          <a:xfrm>
            <a:off x="2911355" y="5719586"/>
            <a:ext cx="95171" cy="98499"/>
          </a:xfrm>
          <a:prstGeom prst="rect">
            <a:avLst/>
          </a:prstGeom>
        </p:spPr>
      </p:pic>
      <p:pic>
        <p:nvPicPr>
          <p:cNvPr id="513" name="object 513"/>
          <p:cNvPicPr/>
          <p:nvPr/>
        </p:nvPicPr>
        <p:blipFill>
          <a:blip r:embed="rId471" cstate="print"/>
          <a:stretch>
            <a:fillRect/>
          </a:stretch>
        </p:blipFill>
        <p:spPr>
          <a:xfrm>
            <a:off x="892851" y="3990144"/>
            <a:ext cx="90476" cy="88987"/>
          </a:xfrm>
          <a:prstGeom prst="rect">
            <a:avLst/>
          </a:prstGeom>
        </p:spPr>
      </p:pic>
      <p:pic>
        <p:nvPicPr>
          <p:cNvPr id="514" name="object 514"/>
          <p:cNvPicPr/>
          <p:nvPr/>
        </p:nvPicPr>
        <p:blipFill>
          <a:blip r:embed="rId472" cstate="print"/>
          <a:stretch>
            <a:fillRect/>
          </a:stretch>
        </p:blipFill>
        <p:spPr>
          <a:xfrm>
            <a:off x="2911355" y="9183754"/>
            <a:ext cx="89144" cy="88934"/>
          </a:xfrm>
          <a:prstGeom prst="rect">
            <a:avLst/>
          </a:prstGeom>
        </p:spPr>
      </p:pic>
      <p:pic>
        <p:nvPicPr>
          <p:cNvPr id="515" name="object 515"/>
          <p:cNvPicPr/>
          <p:nvPr/>
        </p:nvPicPr>
        <p:blipFill>
          <a:blip r:embed="rId473" cstate="print"/>
          <a:stretch>
            <a:fillRect/>
          </a:stretch>
        </p:blipFill>
        <p:spPr>
          <a:xfrm>
            <a:off x="3200782" y="6298110"/>
            <a:ext cx="85654" cy="83703"/>
          </a:xfrm>
          <a:prstGeom prst="rect">
            <a:avLst/>
          </a:prstGeom>
        </p:spPr>
      </p:pic>
      <p:pic>
        <p:nvPicPr>
          <p:cNvPr id="516" name="object 516"/>
          <p:cNvPicPr/>
          <p:nvPr/>
        </p:nvPicPr>
        <p:blipFill>
          <a:blip r:embed="rId474" cstate="print"/>
          <a:stretch>
            <a:fillRect/>
          </a:stretch>
        </p:blipFill>
        <p:spPr>
          <a:xfrm>
            <a:off x="2332395" y="4857190"/>
            <a:ext cx="86923" cy="84020"/>
          </a:xfrm>
          <a:prstGeom prst="rect">
            <a:avLst/>
          </a:prstGeom>
        </p:spPr>
      </p:pic>
      <p:pic>
        <p:nvPicPr>
          <p:cNvPr id="517" name="object 517"/>
          <p:cNvPicPr/>
          <p:nvPr/>
        </p:nvPicPr>
        <p:blipFill>
          <a:blip r:embed="rId475" cstate="print"/>
          <a:stretch>
            <a:fillRect/>
          </a:stretch>
        </p:blipFill>
        <p:spPr>
          <a:xfrm>
            <a:off x="3201099" y="8615588"/>
            <a:ext cx="84385" cy="84125"/>
          </a:xfrm>
          <a:prstGeom prst="rect">
            <a:avLst/>
          </a:prstGeom>
        </p:spPr>
      </p:pic>
      <p:pic>
        <p:nvPicPr>
          <p:cNvPr id="518" name="object 518"/>
          <p:cNvPicPr/>
          <p:nvPr/>
        </p:nvPicPr>
        <p:blipFill>
          <a:blip r:embed="rId476" cstate="print"/>
          <a:stretch>
            <a:fillRect/>
          </a:stretch>
        </p:blipFill>
        <p:spPr>
          <a:xfrm>
            <a:off x="2049207" y="4572895"/>
            <a:ext cx="83962" cy="84548"/>
          </a:xfrm>
          <a:prstGeom prst="rect">
            <a:avLst/>
          </a:prstGeom>
        </p:spPr>
      </p:pic>
      <p:pic>
        <p:nvPicPr>
          <p:cNvPr id="519" name="object 519"/>
          <p:cNvPicPr/>
          <p:nvPr/>
        </p:nvPicPr>
        <p:blipFill>
          <a:blip r:embed="rId477" cstate="print"/>
          <a:stretch>
            <a:fillRect/>
          </a:stretch>
        </p:blipFill>
        <p:spPr>
          <a:xfrm>
            <a:off x="2616218" y="5146346"/>
            <a:ext cx="85760" cy="79264"/>
          </a:xfrm>
          <a:prstGeom prst="rect">
            <a:avLst/>
          </a:prstGeom>
        </p:spPr>
      </p:pic>
      <p:pic>
        <p:nvPicPr>
          <p:cNvPr id="520" name="object 520"/>
          <p:cNvPicPr/>
          <p:nvPr/>
        </p:nvPicPr>
        <p:blipFill>
          <a:blip r:embed="rId478" cstate="print"/>
          <a:stretch>
            <a:fillRect/>
          </a:stretch>
        </p:blipFill>
        <p:spPr>
          <a:xfrm>
            <a:off x="2332606" y="10056074"/>
            <a:ext cx="84808" cy="83069"/>
          </a:xfrm>
          <a:prstGeom prst="rect">
            <a:avLst/>
          </a:prstGeom>
        </p:spPr>
      </p:pic>
      <p:pic>
        <p:nvPicPr>
          <p:cNvPr id="521" name="object 521"/>
          <p:cNvPicPr/>
          <p:nvPr/>
        </p:nvPicPr>
        <p:blipFill>
          <a:blip r:embed="rId479" cstate="print"/>
          <a:stretch>
            <a:fillRect/>
          </a:stretch>
        </p:blipFill>
        <p:spPr>
          <a:xfrm>
            <a:off x="2617486" y="9766030"/>
            <a:ext cx="86394" cy="84844"/>
          </a:xfrm>
          <a:prstGeom prst="rect">
            <a:avLst/>
          </a:prstGeom>
        </p:spPr>
      </p:pic>
      <p:pic>
        <p:nvPicPr>
          <p:cNvPr id="522" name="object 522"/>
          <p:cNvPicPr/>
          <p:nvPr/>
        </p:nvPicPr>
        <p:blipFill>
          <a:blip r:embed="rId480" cstate="print"/>
          <a:stretch>
            <a:fillRect/>
          </a:stretch>
        </p:blipFill>
        <p:spPr>
          <a:xfrm>
            <a:off x="1182405" y="3990566"/>
            <a:ext cx="85442" cy="83174"/>
          </a:xfrm>
          <a:prstGeom prst="rect">
            <a:avLst/>
          </a:prstGeom>
        </p:spPr>
      </p:pic>
      <p:pic>
        <p:nvPicPr>
          <p:cNvPr id="523" name="object 523"/>
          <p:cNvPicPr/>
          <p:nvPr/>
        </p:nvPicPr>
        <p:blipFill>
          <a:blip r:embed="rId481" cstate="print"/>
          <a:stretch>
            <a:fillRect/>
          </a:stretch>
        </p:blipFill>
        <p:spPr>
          <a:xfrm>
            <a:off x="2916748" y="9482834"/>
            <a:ext cx="84068" cy="83703"/>
          </a:xfrm>
          <a:prstGeom prst="rect">
            <a:avLst/>
          </a:prstGeom>
        </p:spPr>
      </p:pic>
      <p:pic>
        <p:nvPicPr>
          <p:cNvPr id="524" name="object 524"/>
          <p:cNvPicPr/>
          <p:nvPr/>
        </p:nvPicPr>
        <p:blipFill>
          <a:blip r:embed="rId482" cstate="print"/>
          <a:stretch>
            <a:fillRect/>
          </a:stretch>
        </p:blipFill>
        <p:spPr>
          <a:xfrm>
            <a:off x="2916431" y="5440470"/>
            <a:ext cx="83750" cy="84125"/>
          </a:xfrm>
          <a:prstGeom prst="rect">
            <a:avLst/>
          </a:prstGeom>
        </p:spPr>
      </p:pic>
      <p:pic>
        <p:nvPicPr>
          <p:cNvPr id="525" name="object 525"/>
          <p:cNvPicPr/>
          <p:nvPr/>
        </p:nvPicPr>
        <p:blipFill>
          <a:blip r:embed="rId483" cstate="print"/>
          <a:stretch>
            <a:fillRect/>
          </a:stretch>
        </p:blipFill>
        <p:spPr>
          <a:xfrm>
            <a:off x="3201205" y="8899671"/>
            <a:ext cx="83327" cy="83491"/>
          </a:xfrm>
          <a:prstGeom prst="rect">
            <a:avLst/>
          </a:prstGeom>
        </p:spPr>
      </p:pic>
      <p:sp>
        <p:nvSpPr>
          <p:cNvPr id="526" name="object 526"/>
          <p:cNvSpPr/>
          <p:nvPr/>
        </p:nvSpPr>
        <p:spPr>
          <a:xfrm>
            <a:off x="47855" y="3706166"/>
            <a:ext cx="62230" cy="83820"/>
          </a:xfrm>
          <a:custGeom>
            <a:avLst/>
            <a:gdLst/>
            <a:ahLst/>
            <a:cxnLst/>
            <a:rect l="l" t="t" r="r" b="b"/>
            <a:pathLst>
              <a:path w="62230" h="83820">
                <a:moveTo>
                  <a:pt x="15100" y="0"/>
                </a:moveTo>
                <a:lnTo>
                  <a:pt x="8755" y="317"/>
                </a:lnTo>
                <a:lnTo>
                  <a:pt x="6090" y="317"/>
                </a:lnTo>
                <a:lnTo>
                  <a:pt x="0" y="4227"/>
                </a:lnTo>
                <a:lnTo>
                  <a:pt x="0" y="78370"/>
                </a:lnTo>
                <a:lnTo>
                  <a:pt x="5837" y="77044"/>
                </a:lnTo>
                <a:lnTo>
                  <a:pt x="14339" y="81483"/>
                </a:lnTo>
                <a:lnTo>
                  <a:pt x="16242" y="83386"/>
                </a:lnTo>
                <a:lnTo>
                  <a:pt x="20049" y="83491"/>
                </a:lnTo>
                <a:lnTo>
                  <a:pt x="21191" y="83069"/>
                </a:lnTo>
                <a:lnTo>
                  <a:pt x="25125" y="83174"/>
                </a:lnTo>
                <a:lnTo>
                  <a:pt x="59260" y="57810"/>
                </a:lnTo>
                <a:lnTo>
                  <a:pt x="62051" y="50834"/>
                </a:lnTo>
                <a:lnTo>
                  <a:pt x="62051" y="37729"/>
                </a:lnTo>
                <a:lnTo>
                  <a:pt x="61798" y="31177"/>
                </a:lnTo>
                <a:lnTo>
                  <a:pt x="62178" y="20080"/>
                </a:lnTo>
                <a:lnTo>
                  <a:pt x="59006" y="20185"/>
                </a:lnTo>
                <a:lnTo>
                  <a:pt x="54438" y="19551"/>
                </a:lnTo>
                <a:lnTo>
                  <a:pt x="52280" y="17860"/>
                </a:lnTo>
                <a:lnTo>
                  <a:pt x="52661" y="12365"/>
                </a:lnTo>
                <a:lnTo>
                  <a:pt x="51138" y="9934"/>
                </a:lnTo>
                <a:lnTo>
                  <a:pt x="44286" y="9934"/>
                </a:lnTo>
                <a:lnTo>
                  <a:pt x="42383" y="7926"/>
                </a:lnTo>
                <a:lnTo>
                  <a:pt x="42636" y="2325"/>
                </a:lnTo>
                <a:lnTo>
                  <a:pt x="40860" y="105"/>
                </a:lnTo>
                <a:lnTo>
                  <a:pt x="36545" y="105"/>
                </a:lnTo>
                <a:lnTo>
                  <a:pt x="33881" y="317"/>
                </a:lnTo>
                <a:lnTo>
                  <a:pt x="28551" y="317"/>
                </a:lnTo>
                <a:lnTo>
                  <a:pt x="25759" y="105"/>
                </a:lnTo>
                <a:lnTo>
                  <a:pt x="15100" y="0"/>
                </a:lnTo>
                <a:close/>
              </a:path>
            </a:pathLst>
          </a:custGeom>
          <a:solidFill>
            <a:srgbClr val="000000"/>
          </a:solidFill>
        </p:spPr>
        <p:txBody>
          <a:bodyPr wrap="square" lIns="0" tIns="0" rIns="0" bIns="0" rtlCol="0"/>
          <a:lstStyle/>
          <a:p>
            <a:endParaRPr/>
          </a:p>
        </p:txBody>
      </p:sp>
      <p:pic>
        <p:nvPicPr>
          <p:cNvPr id="527" name="object 527"/>
          <p:cNvPicPr/>
          <p:nvPr/>
        </p:nvPicPr>
        <p:blipFill>
          <a:blip r:embed="rId484" cstate="print"/>
          <a:stretch>
            <a:fillRect/>
          </a:stretch>
        </p:blipFill>
        <p:spPr>
          <a:xfrm>
            <a:off x="3201100" y="6013709"/>
            <a:ext cx="83856" cy="83703"/>
          </a:xfrm>
          <a:prstGeom prst="rect">
            <a:avLst/>
          </a:prstGeom>
        </p:spPr>
      </p:pic>
      <p:pic>
        <p:nvPicPr>
          <p:cNvPr id="528" name="object 528"/>
          <p:cNvPicPr/>
          <p:nvPr/>
        </p:nvPicPr>
        <p:blipFill>
          <a:blip r:embed="rId485" cstate="print"/>
          <a:stretch>
            <a:fillRect/>
          </a:stretch>
        </p:blipFill>
        <p:spPr>
          <a:xfrm>
            <a:off x="3490104" y="7165261"/>
            <a:ext cx="78992" cy="83597"/>
          </a:xfrm>
          <a:prstGeom prst="rect">
            <a:avLst/>
          </a:prstGeom>
        </p:spPr>
      </p:pic>
      <p:pic>
        <p:nvPicPr>
          <p:cNvPr id="529" name="object 529"/>
          <p:cNvPicPr/>
          <p:nvPr/>
        </p:nvPicPr>
        <p:blipFill>
          <a:blip r:embed="rId486" cstate="print"/>
          <a:stretch>
            <a:fillRect/>
          </a:stretch>
        </p:blipFill>
        <p:spPr>
          <a:xfrm>
            <a:off x="3488729" y="7458857"/>
            <a:ext cx="80684" cy="83808"/>
          </a:xfrm>
          <a:prstGeom prst="rect">
            <a:avLst/>
          </a:prstGeom>
        </p:spPr>
      </p:pic>
      <p:pic>
        <p:nvPicPr>
          <p:cNvPr id="530" name="object 530"/>
          <p:cNvPicPr/>
          <p:nvPr/>
        </p:nvPicPr>
        <p:blipFill>
          <a:blip r:embed="rId487" cstate="print"/>
          <a:stretch>
            <a:fillRect/>
          </a:stretch>
        </p:blipFill>
        <p:spPr>
          <a:xfrm>
            <a:off x="313954" y="3706166"/>
            <a:ext cx="80451" cy="78630"/>
          </a:xfrm>
          <a:prstGeom prst="rect">
            <a:avLst/>
          </a:prstGeom>
        </p:spPr>
      </p:pic>
      <p:pic>
        <p:nvPicPr>
          <p:cNvPr id="531" name="object 531"/>
          <p:cNvPicPr/>
          <p:nvPr/>
        </p:nvPicPr>
        <p:blipFill>
          <a:blip r:embed="rId488" cstate="print"/>
          <a:stretch>
            <a:fillRect/>
          </a:stretch>
        </p:blipFill>
        <p:spPr>
          <a:xfrm>
            <a:off x="3489469" y="7748119"/>
            <a:ext cx="80790" cy="78841"/>
          </a:xfrm>
          <a:prstGeom prst="rect">
            <a:avLst/>
          </a:prstGeom>
        </p:spPr>
      </p:pic>
      <p:pic>
        <p:nvPicPr>
          <p:cNvPr id="532" name="object 532"/>
          <p:cNvPicPr/>
          <p:nvPr/>
        </p:nvPicPr>
        <p:blipFill>
          <a:blip r:embed="rId489" cstate="print"/>
          <a:stretch>
            <a:fillRect/>
          </a:stretch>
        </p:blipFill>
        <p:spPr>
          <a:xfrm>
            <a:off x="3489681" y="8031991"/>
            <a:ext cx="81953" cy="84337"/>
          </a:xfrm>
          <a:prstGeom prst="rect">
            <a:avLst/>
          </a:prstGeom>
        </p:spPr>
      </p:pic>
      <p:pic>
        <p:nvPicPr>
          <p:cNvPr id="533" name="object 533"/>
          <p:cNvPicPr/>
          <p:nvPr/>
        </p:nvPicPr>
        <p:blipFill>
          <a:blip r:embed="rId490" cstate="print"/>
          <a:stretch>
            <a:fillRect/>
          </a:stretch>
        </p:blipFill>
        <p:spPr>
          <a:xfrm>
            <a:off x="3489892" y="6881073"/>
            <a:ext cx="79521" cy="78841"/>
          </a:xfrm>
          <a:prstGeom prst="rect">
            <a:avLst/>
          </a:prstGeom>
        </p:spPr>
      </p:pic>
      <p:pic>
        <p:nvPicPr>
          <p:cNvPr id="534" name="object 534"/>
          <p:cNvPicPr/>
          <p:nvPr/>
        </p:nvPicPr>
        <p:blipFill>
          <a:blip r:embed="rId491" cstate="print"/>
          <a:stretch>
            <a:fillRect/>
          </a:stretch>
        </p:blipFill>
        <p:spPr>
          <a:xfrm>
            <a:off x="1765172" y="4279300"/>
            <a:ext cx="79626" cy="78735"/>
          </a:xfrm>
          <a:prstGeom prst="rect">
            <a:avLst/>
          </a:prstGeom>
        </p:spPr>
      </p:pic>
      <p:pic>
        <p:nvPicPr>
          <p:cNvPr id="535" name="object 535"/>
          <p:cNvPicPr/>
          <p:nvPr/>
        </p:nvPicPr>
        <p:blipFill>
          <a:blip r:embed="rId492" cstate="print"/>
          <a:stretch>
            <a:fillRect/>
          </a:stretch>
        </p:blipFill>
        <p:spPr>
          <a:xfrm>
            <a:off x="597058" y="3706272"/>
            <a:ext cx="87811" cy="78630"/>
          </a:xfrm>
          <a:prstGeom prst="rect">
            <a:avLst/>
          </a:prstGeom>
        </p:spPr>
      </p:pic>
      <p:pic>
        <p:nvPicPr>
          <p:cNvPr id="536" name="object 536"/>
          <p:cNvPicPr/>
          <p:nvPr/>
        </p:nvPicPr>
        <p:blipFill>
          <a:blip r:embed="rId493" cstate="print"/>
          <a:stretch>
            <a:fillRect/>
          </a:stretch>
        </p:blipFill>
        <p:spPr>
          <a:xfrm>
            <a:off x="3488623" y="8321041"/>
            <a:ext cx="80790" cy="79370"/>
          </a:xfrm>
          <a:prstGeom prst="rect">
            <a:avLst/>
          </a:prstGeom>
        </p:spPr>
      </p:pic>
      <p:pic>
        <p:nvPicPr>
          <p:cNvPr id="537" name="object 537"/>
          <p:cNvPicPr/>
          <p:nvPr/>
        </p:nvPicPr>
        <p:blipFill>
          <a:blip r:embed="rId494" cstate="print"/>
          <a:stretch>
            <a:fillRect/>
          </a:stretch>
        </p:blipFill>
        <p:spPr>
          <a:xfrm>
            <a:off x="3488095" y="6596777"/>
            <a:ext cx="82270" cy="78841"/>
          </a:xfrm>
          <a:prstGeom prst="rect">
            <a:avLst/>
          </a:prstGeom>
        </p:spPr>
      </p:pic>
      <p:pic>
        <p:nvPicPr>
          <p:cNvPr id="538" name="object 538"/>
          <p:cNvPicPr/>
          <p:nvPr/>
        </p:nvPicPr>
        <p:blipFill>
          <a:blip r:embed="rId495" cstate="print"/>
          <a:stretch>
            <a:fillRect/>
          </a:stretch>
        </p:blipFill>
        <p:spPr>
          <a:xfrm>
            <a:off x="1469929" y="3994794"/>
            <a:ext cx="75079" cy="78947"/>
          </a:xfrm>
          <a:prstGeom prst="rect">
            <a:avLst/>
          </a:prstGeom>
        </p:spPr>
      </p:pic>
      <p:pic>
        <p:nvPicPr>
          <p:cNvPr id="539" name="object 539"/>
          <p:cNvPicPr/>
          <p:nvPr/>
        </p:nvPicPr>
        <p:blipFill>
          <a:blip r:embed="rId496" cstate="print"/>
          <a:stretch>
            <a:fillRect/>
          </a:stretch>
        </p:blipFill>
        <p:spPr>
          <a:xfrm>
            <a:off x="2621399" y="4862474"/>
            <a:ext cx="81847" cy="73768"/>
          </a:xfrm>
          <a:prstGeom prst="rect">
            <a:avLst/>
          </a:prstGeom>
        </p:spPr>
      </p:pic>
      <p:pic>
        <p:nvPicPr>
          <p:cNvPr id="540" name="object 540"/>
          <p:cNvPicPr/>
          <p:nvPr/>
        </p:nvPicPr>
        <p:blipFill>
          <a:blip r:embed="rId497" cstate="print"/>
          <a:stretch>
            <a:fillRect/>
          </a:stretch>
        </p:blipFill>
        <p:spPr>
          <a:xfrm>
            <a:off x="3204166" y="9188510"/>
            <a:ext cx="76242" cy="78978"/>
          </a:xfrm>
          <a:prstGeom prst="rect">
            <a:avLst/>
          </a:prstGeom>
        </p:spPr>
      </p:pic>
      <p:pic>
        <p:nvPicPr>
          <p:cNvPr id="541" name="object 541"/>
          <p:cNvPicPr/>
          <p:nvPr/>
        </p:nvPicPr>
        <p:blipFill>
          <a:blip r:embed="rId498" cstate="print"/>
          <a:stretch>
            <a:fillRect/>
          </a:stretch>
        </p:blipFill>
        <p:spPr>
          <a:xfrm>
            <a:off x="3205118" y="5729097"/>
            <a:ext cx="77088" cy="75142"/>
          </a:xfrm>
          <a:prstGeom prst="rect">
            <a:avLst/>
          </a:prstGeom>
        </p:spPr>
      </p:pic>
      <p:pic>
        <p:nvPicPr>
          <p:cNvPr id="542" name="object 542"/>
          <p:cNvPicPr/>
          <p:nvPr/>
        </p:nvPicPr>
        <p:blipFill>
          <a:blip r:embed="rId499" cstate="print"/>
          <a:stretch>
            <a:fillRect/>
          </a:stretch>
        </p:blipFill>
        <p:spPr>
          <a:xfrm>
            <a:off x="2338568" y="4578391"/>
            <a:ext cx="73982" cy="73874"/>
          </a:xfrm>
          <a:prstGeom prst="rect">
            <a:avLst/>
          </a:prstGeom>
        </p:spPr>
      </p:pic>
      <p:pic>
        <p:nvPicPr>
          <p:cNvPr id="543" name="object 543"/>
          <p:cNvPicPr/>
          <p:nvPr/>
        </p:nvPicPr>
        <p:blipFill>
          <a:blip r:embed="rId500" cstate="print"/>
          <a:stretch>
            <a:fillRect/>
          </a:stretch>
        </p:blipFill>
        <p:spPr>
          <a:xfrm>
            <a:off x="2627532" y="10060386"/>
            <a:ext cx="69475" cy="69625"/>
          </a:xfrm>
          <a:prstGeom prst="rect">
            <a:avLst/>
          </a:prstGeom>
        </p:spPr>
      </p:pic>
      <p:pic>
        <p:nvPicPr>
          <p:cNvPr id="544" name="object 544"/>
          <p:cNvPicPr/>
          <p:nvPr/>
        </p:nvPicPr>
        <p:blipFill>
          <a:blip r:embed="rId501" cstate="print"/>
          <a:stretch>
            <a:fillRect/>
          </a:stretch>
        </p:blipFill>
        <p:spPr>
          <a:xfrm>
            <a:off x="3494884" y="6307621"/>
            <a:ext cx="70299" cy="64679"/>
          </a:xfrm>
          <a:prstGeom prst="rect">
            <a:avLst/>
          </a:prstGeom>
        </p:spPr>
      </p:pic>
      <p:pic>
        <p:nvPicPr>
          <p:cNvPr id="545" name="object 545"/>
          <p:cNvPicPr/>
          <p:nvPr/>
        </p:nvPicPr>
        <p:blipFill>
          <a:blip r:embed="rId502" cstate="print"/>
          <a:stretch>
            <a:fillRect/>
          </a:stretch>
        </p:blipFill>
        <p:spPr>
          <a:xfrm>
            <a:off x="2925419" y="5151419"/>
            <a:ext cx="65562" cy="68907"/>
          </a:xfrm>
          <a:prstGeom prst="rect">
            <a:avLst/>
          </a:prstGeom>
        </p:spPr>
      </p:pic>
      <p:pic>
        <p:nvPicPr>
          <p:cNvPr id="546" name="object 546"/>
          <p:cNvPicPr/>
          <p:nvPr/>
        </p:nvPicPr>
        <p:blipFill>
          <a:blip r:embed="rId503" cstate="print"/>
          <a:stretch>
            <a:fillRect/>
          </a:stretch>
        </p:blipFill>
        <p:spPr>
          <a:xfrm>
            <a:off x="2058089" y="4284796"/>
            <a:ext cx="66023" cy="69118"/>
          </a:xfrm>
          <a:prstGeom prst="rect">
            <a:avLst/>
          </a:prstGeom>
        </p:spPr>
      </p:pic>
      <p:pic>
        <p:nvPicPr>
          <p:cNvPr id="547" name="object 547"/>
          <p:cNvPicPr/>
          <p:nvPr/>
        </p:nvPicPr>
        <p:blipFill>
          <a:blip r:embed="rId504" cstate="print"/>
          <a:stretch>
            <a:fillRect/>
          </a:stretch>
        </p:blipFill>
        <p:spPr>
          <a:xfrm>
            <a:off x="902749" y="3715678"/>
            <a:ext cx="64970" cy="64045"/>
          </a:xfrm>
          <a:prstGeom prst="rect">
            <a:avLst/>
          </a:prstGeom>
        </p:spPr>
      </p:pic>
      <p:pic>
        <p:nvPicPr>
          <p:cNvPr id="548" name="object 548"/>
          <p:cNvPicPr/>
          <p:nvPr/>
        </p:nvPicPr>
        <p:blipFill>
          <a:blip r:embed="rId505" cstate="print"/>
          <a:stretch>
            <a:fillRect/>
          </a:stretch>
        </p:blipFill>
        <p:spPr>
          <a:xfrm>
            <a:off x="2925737" y="9776810"/>
            <a:ext cx="66620" cy="63918"/>
          </a:xfrm>
          <a:prstGeom prst="rect">
            <a:avLst/>
          </a:prstGeom>
        </p:spPr>
      </p:pic>
      <p:sp>
        <p:nvSpPr>
          <p:cNvPr id="549" name="object 549"/>
          <p:cNvSpPr/>
          <p:nvPr/>
        </p:nvSpPr>
        <p:spPr>
          <a:xfrm>
            <a:off x="3499410" y="8625627"/>
            <a:ext cx="60325" cy="64135"/>
          </a:xfrm>
          <a:custGeom>
            <a:avLst/>
            <a:gdLst/>
            <a:ahLst/>
            <a:cxnLst/>
            <a:rect l="l" t="t" r="r" b="b"/>
            <a:pathLst>
              <a:path w="60325" h="64134">
                <a:moveTo>
                  <a:pt x="48332" y="0"/>
                </a:moveTo>
                <a:lnTo>
                  <a:pt x="11420" y="0"/>
                </a:lnTo>
                <a:lnTo>
                  <a:pt x="10363" y="2430"/>
                </a:lnTo>
                <a:lnTo>
                  <a:pt x="10257" y="6869"/>
                </a:lnTo>
                <a:lnTo>
                  <a:pt x="9094" y="9194"/>
                </a:lnTo>
                <a:lnTo>
                  <a:pt x="2326" y="9194"/>
                </a:lnTo>
                <a:lnTo>
                  <a:pt x="0" y="11731"/>
                </a:lnTo>
                <a:lnTo>
                  <a:pt x="528" y="17860"/>
                </a:lnTo>
                <a:lnTo>
                  <a:pt x="1057" y="25153"/>
                </a:lnTo>
                <a:lnTo>
                  <a:pt x="634" y="32445"/>
                </a:lnTo>
                <a:lnTo>
                  <a:pt x="634" y="45339"/>
                </a:lnTo>
                <a:lnTo>
                  <a:pt x="4229" y="51046"/>
                </a:lnTo>
                <a:lnTo>
                  <a:pt x="11209" y="56964"/>
                </a:lnTo>
                <a:lnTo>
                  <a:pt x="13429" y="58972"/>
                </a:lnTo>
                <a:lnTo>
                  <a:pt x="15967" y="63200"/>
                </a:lnTo>
                <a:lnTo>
                  <a:pt x="25749" y="63200"/>
                </a:lnTo>
                <a:lnTo>
                  <a:pt x="29820" y="63939"/>
                </a:lnTo>
                <a:lnTo>
                  <a:pt x="39972" y="63939"/>
                </a:lnTo>
                <a:lnTo>
                  <a:pt x="45259" y="62565"/>
                </a:lnTo>
                <a:lnTo>
                  <a:pt x="49489" y="56330"/>
                </a:lnTo>
                <a:lnTo>
                  <a:pt x="50229" y="55062"/>
                </a:lnTo>
                <a:lnTo>
                  <a:pt x="51921" y="53794"/>
                </a:lnTo>
                <a:lnTo>
                  <a:pt x="59006" y="53794"/>
                </a:lnTo>
                <a:lnTo>
                  <a:pt x="59647" y="51046"/>
                </a:lnTo>
                <a:lnTo>
                  <a:pt x="59746" y="50623"/>
                </a:lnTo>
                <a:lnTo>
                  <a:pt x="59535" y="46184"/>
                </a:lnTo>
                <a:lnTo>
                  <a:pt x="59217" y="41323"/>
                </a:lnTo>
                <a:lnTo>
                  <a:pt x="59535" y="36567"/>
                </a:lnTo>
                <a:lnTo>
                  <a:pt x="59535" y="22722"/>
                </a:lnTo>
                <a:lnTo>
                  <a:pt x="56256" y="15218"/>
                </a:lnTo>
                <a:lnTo>
                  <a:pt x="49700" y="6869"/>
                </a:lnTo>
                <a:lnTo>
                  <a:pt x="49383" y="6341"/>
                </a:lnTo>
                <a:lnTo>
                  <a:pt x="49700" y="5178"/>
                </a:lnTo>
                <a:lnTo>
                  <a:pt x="49700" y="4438"/>
                </a:lnTo>
                <a:lnTo>
                  <a:pt x="49923" y="2430"/>
                </a:lnTo>
                <a:lnTo>
                  <a:pt x="50017" y="1585"/>
                </a:lnTo>
                <a:lnTo>
                  <a:pt x="48332" y="0"/>
                </a:lnTo>
                <a:close/>
              </a:path>
            </a:pathLst>
          </a:custGeom>
          <a:solidFill>
            <a:srgbClr val="000000"/>
          </a:solidFill>
        </p:spPr>
        <p:txBody>
          <a:bodyPr wrap="square" lIns="0" tIns="0" rIns="0" bIns="0" rtlCol="0"/>
          <a:lstStyle/>
          <a:p>
            <a:endParaRPr/>
          </a:p>
        </p:txBody>
      </p:sp>
      <p:sp>
        <p:nvSpPr>
          <p:cNvPr id="550" name="object 550"/>
          <p:cNvSpPr/>
          <p:nvPr/>
        </p:nvSpPr>
        <p:spPr>
          <a:xfrm>
            <a:off x="1773632" y="4000078"/>
            <a:ext cx="61594" cy="64769"/>
          </a:xfrm>
          <a:custGeom>
            <a:avLst/>
            <a:gdLst/>
            <a:ahLst/>
            <a:cxnLst/>
            <a:rect l="l" t="t" r="r" b="b"/>
            <a:pathLst>
              <a:path w="61594" h="64770">
                <a:moveTo>
                  <a:pt x="23687" y="0"/>
                </a:moveTo>
                <a:lnTo>
                  <a:pt x="19668" y="422"/>
                </a:lnTo>
                <a:lnTo>
                  <a:pt x="17765" y="2536"/>
                </a:lnTo>
                <a:lnTo>
                  <a:pt x="10680" y="5707"/>
                </a:lnTo>
                <a:lnTo>
                  <a:pt x="13112" y="15430"/>
                </a:lnTo>
                <a:lnTo>
                  <a:pt x="5181" y="15430"/>
                </a:lnTo>
                <a:lnTo>
                  <a:pt x="3806" y="15218"/>
                </a:lnTo>
                <a:lnTo>
                  <a:pt x="105" y="18495"/>
                </a:lnTo>
                <a:lnTo>
                  <a:pt x="2114" y="22828"/>
                </a:lnTo>
                <a:lnTo>
                  <a:pt x="1480" y="33185"/>
                </a:lnTo>
                <a:lnTo>
                  <a:pt x="0" y="40583"/>
                </a:lnTo>
                <a:lnTo>
                  <a:pt x="2326" y="45973"/>
                </a:lnTo>
                <a:lnTo>
                  <a:pt x="4547" y="51468"/>
                </a:lnTo>
                <a:lnTo>
                  <a:pt x="10680" y="55590"/>
                </a:lnTo>
                <a:lnTo>
                  <a:pt x="15333" y="60029"/>
                </a:lnTo>
                <a:lnTo>
                  <a:pt x="19140" y="63411"/>
                </a:lnTo>
                <a:lnTo>
                  <a:pt x="25484" y="63728"/>
                </a:lnTo>
                <a:lnTo>
                  <a:pt x="29926" y="64256"/>
                </a:lnTo>
                <a:lnTo>
                  <a:pt x="34261" y="64256"/>
                </a:lnTo>
                <a:lnTo>
                  <a:pt x="37328" y="64362"/>
                </a:lnTo>
                <a:lnTo>
                  <a:pt x="40395" y="64151"/>
                </a:lnTo>
                <a:lnTo>
                  <a:pt x="47797" y="62143"/>
                </a:lnTo>
                <a:lnTo>
                  <a:pt x="51392" y="55907"/>
                </a:lnTo>
                <a:lnTo>
                  <a:pt x="55410" y="51997"/>
                </a:lnTo>
                <a:lnTo>
                  <a:pt x="56574" y="50729"/>
                </a:lnTo>
                <a:lnTo>
                  <a:pt x="57208" y="50200"/>
                </a:lnTo>
                <a:lnTo>
                  <a:pt x="60169" y="48192"/>
                </a:lnTo>
                <a:lnTo>
                  <a:pt x="61015" y="45339"/>
                </a:lnTo>
                <a:lnTo>
                  <a:pt x="60381" y="38680"/>
                </a:lnTo>
                <a:lnTo>
                  <a:pt x="60698" y="35299"/>
                </a:lnTo>
                <a:lnTo>
                  <a:pt x="60698" y="32022"/>
                </a:lnTo>
                <a:lnTo>
                  <a:pt x="60909" y="32022"/>
                </a:lnTo>
                <a:lnTo>
                  <a:pt x="60909" y="28852"/>
                </a:lnTo>
                <a:lnTo>
                  <a:pt x="60698" y="25575"/>
                </a:lnTo>
                <a:lnTo>
                  <a:pt x="61332" y="17332"/>
                </a:lnTo>
                <a:lnTo>
                  <a:pt x="60169" y="14690"/>
                </a:lnTo>
                <a:lnTo>
                  <a:pt x="52027" y="14690"/>
                </a:lnTo>
                <a:lnTo>
                  <a:pt x="51498" y="12048"/>
                </a:lnTo>
                <a:lnTo>
                  <a:pt x="49277" y="4227"/>
                </a:lnTo>
                <a:lnTo>
                  <a:pt x="46211" y="105"/>
                </a:lnTo>
                <a:close/>
              </a:path>
            </a:pathLst>
          </a:custGeom>
          <a:solidFill>
            <a:srgbClr val="000000"/>
          </a:solidFill>
        </p:spPr>
        <p:txBody>
          <a:bodyPr wrap="square" lIns="0" tIns="0" rIns="0" bIns="0" rtlCol="0"/>
          <a:lstStyle/>
          <a:p>
            <a:endParaRPr/>
          </a:p>
        </p:txBody>
      </p:sp>
      <p:sp>
        <p:nvSpPr>
          <p:cNvPr id="551" name="object 551"/>
          <p:cNvSpPr/>
          <p:nvPr/>
        </p:nvSpPr>
        <p:spPr>
          <a:xfrm>
            <a:off x="1190442" y="3715678"/>
            <a:ext cx="62230" cy="59690"/>
          </a:xfrm>
          <a:custGeom>
            <a:avLst/>
            <a:gdLst/>
            <a:ahLst/>
            <a:cxnLst/>
            <a:rect l="l" t="t" r="r" b="b"/>
            <a:pathLst>
              <a:path w="62230" h="59689">
                <a:moveTo>
                  <a:pt x="43990" y="0"/>
                </a:moveTo>
                <a:lnTo>
                  <a:pt x="20303" y="105"/>
                </a:lnTo>
                <a:lnTo>
                  <a:pt x="18505" y="951"/>
                </a:lnTo>
                <a:lnTo>
                  <a:pt x="17448" y="1796"/>
                </a:lnTo>
                <a:lnTo>
                  <a:pt x="12160" y="6763"/>
                </a:lnTo>
                <a:lnTo>
                  <a:pt x="5816" y="11414"/>
                </a:lnTo>
                <a:lnTo>
                  <a:pt x="0" y="21982"/>
                </a:lnTo>
                <a:lnTo>
                  <a:pt x="1903" y="28640"/>
                </a:lnTo>
                <a:lnTo>
                  <a:pt x="1903" y="36038"/>
                </a:lnTo>
                <a:lnTo>
                  <a:pt x="2114" y="37835"/>
                </a:lnTo>
                <a:lnTo>
                  <a:pt x="634" y="45973"/>
                </a:lnTo>
                <a:lnTo>
                  <a:pt x="3172" y="49566"/>
                </a:lnTo>
                <a:lnTo>
                  <a:pt x="10151" y="50200"/>
                </a:lnTo>
                <a:lnTo>
                  <a:pt x="10786" y="50412"/>
                </a:lnTo>
                <a:lnTo>
                  <a:pt x="11526" y="52948"/>
                </a:lnTo>
                <a:lnTo>
                  <a:pt x="11526" y="57176"/>
                </a:lnTo>
                <a:lnTo>
                  <a:pt x="13006" y="58866"/>
                </a:lnTo>
                <a:lnTo>
                  <a:pt x="33204" y="59078"/>
                </a:lnTo>
                <a:lnTo>
                  <a:pt x="33310" y="59289"/>
                </a:lnTo>
                <a:lnTo>
                  <a:pt x="38174" y="59289"/>
                </a:lnTo>
                <a:lnTo>
                  <a:pt x="43038" y="59078"/>
                </a:lnTo>
                <a:lnTo>
                  <a:pt x="50017" y="58972"/>
                </a:lnTo>
                <a:lnTo>
                  <a:pt x="51075" y="56753"/>
                </a:lnTo>
                <a:lnTo>
                  <a:pt x="51075" y="52420"/>
                </a:lnTo>
                <a:lnTo>
                  <a:pt x="52238" y="49883"/>
                </a:lnTo>
                <a:lnTo>
                  <a:pt x="59112" y="49777"/>
                </a:lnTo>
                <a:lnTo>
                  <a:pt x="61650" y="47347"/>
                </a:lnTo>
                <a:lnTo>
                  <a:pt x="60486" y="37095"/>
                </a:lnTo>
                <a:lnTo>
                  <a:pt x="60909" y="32973"/>
                </a:lnTo>
                <a:lnTo>
                  <a:pt x="60909" y="28957"/>
                </a:lnTo>
                <a:lnTo>
                  <a:pt x="60592" y="28640"/>
                </a:lnTo>
                <a:lnTo>
                  <a:pt x="60592" y="23884"/>
                </a:lnTo>
                <a:lnTo>
                  <a:pt x="60909" y="19023"/>
                </a:lnTo>
                <a:lnTo>
                  <a:pt x="60592" y="14056"/>
                </a:lnTo>
                <a:lnTo>
                  <a:pt x="60592" y="12682"/>
                </a:lnTo>
                <a:lnTo>
                  <a:pt x="59112" y="10251"/>
                </a:lnTo>
                <a:lnTo>
                  <a:pt x="58583" y="10251"/>
                </a:lnTo>
                <a:lnTo>
                  <a:pt x="57948" y="10462"/>
                </a:lnTo>
                <a:lnTo>
                  <a:pt x="51709" y="10462"/>
                </a:lnTo>
                <a:lnTo>
                  <a:pt x="50123" y="1162"/>
                </a:lnTo>
                <a:lnTo>
                  <a:pt x="49171" y="105"/>
                </a:lnTo>
                <a:close/>
              </a:path>
            </a:pathLst>
          </a:custGeom>
          <a:solidFill>
            <a:srgbClr val="000000"/>
          </a:solidFill>
        </p:spPr>
        <p:txBody>
          <a:bodyPr wrap="square" lIns="0" tIns="0" rIns="0" bIns="0" rtlCol="0"/>
          <a:lstStyle/>
          <a:p>
            <a:endParaRPr/>
          </a:p>
        </p:txBody>
      </p:sp>
      <p:sp>
        <p:nvSpPr>
          <p:cNvPr id="552" name="object 552"/>
          <p:cNvSpPr/>
          <p:nvPr/>
        </p:nvSpPr>
        <p:spPr>
          <a:xfrm>
            <a:off x="3499410" y="6023538"/>
            <a:ext cx="60325" cy="59690"/>
          </a:xfrm>
          <a:custGeom>
            <a:avLst/>
            <a:gdLst/>
            <a:ahLst/>
            <a:cxnLst/>
            <a:rect l="l" t="t" r="r" b="b"/>
            <a:pathLst>
              <a:path w="60325" h="59689">
                <a:moveTo>
                  <a:pt x="25802" y="0"/>
                </a:moveTo>
                <a:lnTo>
                  <a:pt x="16919" y="0"/>
                </a:lnTo>
                <a:lnTo>
                  <a:pt x="11526" y="211"/>
                </a:lnTo>
                <a:lnTo>
                  <a:pt x="10363" y="2113"/>
                </a:lnTo>
                <a:lnTo>
                  <a:pt x="10151" y="5072"/>
                </a:lnTo>
                <a:lnTo>
                  <a:pt x="10151" y="7080"/>
                </a:lnTo>
                <a:lnTo>
                  <a:pt x="8459" y="9511"/>
                </a:lnTo>
                <a:lnTo>
                  <a:pt x="2326" y="14690"/>
                </a:lnTo>
                <a:lnTo>
                  <a:pt x="0" y="19023"/>
                </a:lnTo>
                <a:lnTo>
                  <a:pt x="1057" y="31917"/>
                </a:lnTo>
                <a:lnTo>
                  <a:pt x="528" y="38363"/>
                </a:lnTo>
                <a:lnTo>
                  <a:pt x="845" y="46396"/>
                </a:lnTo>
                <a:lnTo>
                  <a:pt x="2432" y="48826"/>
                </a:lnTo>
                <a:lnTo>
                  <a:pt x="2960" y="48826"/>
                </a:lnTo>
                <a:lnTo>
                  <a:pt x="3595" y="48615"/>
                </a:lnTo>
                <a:lnTo>
                  <a:pt x="9940" y="48615"/>
                </a:lnTo>
                <a:lnTo>
                  <a:pt x="10257" y="53054"/>
                </a:lnTo>
                <a:lnTo>
                  <a:pt x="11526" y="58127"/>
                </a:lnTo>
                <a:lnTo>
                  <a:pt x="13958" y="58972"/>
                </a:lnTo>
                <a:lnTo>
                  <a:pt x="29926" y="58972"/>
                </a:lnTo>
                <a:lnTo>
                  <a:pt x="29926" y="59184"/>
                </a:lnTo>
                <a:lnTo>
                  <a:pt x="36376" y="59078"/>
                </a:lnTo>
                <a:lnTo>
                  <a:pt x="45259" y="59184"/>
                </a:lnTo>
                <a:lnTo>
                  <a:pt x="45047" y="58972"/>
                </a:lnTo>
                <a:lnTo>
                  <a:pt x="51815" y="58972"/>
                </a:lnTo>
                <a:lnTo>
                  <a:pt x="47374" y="50517"/>
                </a:lnTo>
                <a:lnTo>
                  <a:pt x="52555" y="49038"/>
                </a:lnTo>
                <a:lnTo>
                  <a:pt x="53719" y="49038"/>
                </a:lnTo>
                <a:lnTo>
                  <a:pt x="54142" y="49143"/>
                </a:lnTo>
                <a:lnTo>
                  <a:pt x="57737" y="49143"/>
                </a:lnTo>
                <a:lnTo>
                  <a:pt x="59217" y="47558"/>
                </a:lnTo>
                <a:lnTo>
                  <a:pt x="59217" y="45022"/>
                </a:lnTo>
                <a:lnTo>
                  <a:pt x="59535" y="37624"/>
                </a:lnTo>
                <a:lnTo>
                  <a:pt x="59112" y="30226"/>
                </a:lnTo>
                <a:lnTo>
                  <a:pt x="59746" y="18495"/>
                </a:lnTo>
                <a:lnTo>
                  <a:pt x="54988" y="12682"/>
                </a:lnTo>
                <a:lnTo>
                  <a:pt x="43884" y="211"/>
                </a:lnTo>
                <a:lnTo>
                  <a:pt x="33627" y="105"/>
                </a:lnTo>
                <a:close/>
              </a:path>
            </a:pathLst>
          </a:custGeom>
          <a:solidFill>
            <a:srgbClr val="000000"/>
          </a:solidFill>
        </p:spPr>
        <p:txBody>
          <a:bodyPr wrap="square" lIns="0" tIns="0" rIns="0" bIns="0" rtlCol="0"/>
          <a:lstStyle/>
          <a:p>
            <a:endParaRPr/>
          </a:p>
        </p:txBody>
      </p:sp>
      <p:sp>
        <p:nvSpPr>
          <p:cNvPr id="553" name="object 553"/>
          <p:cNvSpPr/>
          <p:nvPr/>
        </p:nvSpPr>
        <p:spPr>
          <a:xfrm>
            <a:off x="3215587" y="5449982"/>
            <a:ext cx="59690" cy="64769"/>
          </a:xfrm>
          <a:custGeom>
            <a:avLst/>
            <a:gdLst/>
            <a:ahLst/>
            <a:cxnLst/>
            <a:rect l="l" t="t" r="r" b="b"/>
            <a:pathLst>
              <a:path w="59689" h="64770">
                <a:moveTo>
                  <a:pt x="35953" y="0"/>
                </a:moveTo>
                <a:lnTo>
                  <a:pt x="25379" y="0"/>
                </a:lnTo>
                <a:lnTo>
                  <a:pt x="23898" y="317"/>
                </a:lnTo>
                <a:lnTo>
                  <a:pt x="16179" y="1162"/>
                </a:lnTo>
                <a:lnTo>
                  <a:pt x="10891" y="7715"/>
                </a:lnTo>
                <a:lnTo>
                  <a:pt x="7825" y="10568"/>
                </a:lnTo>
                <a:lnTo>
                  <a:pt x="1480" y="15958"/>
                </a:lnTo>
                <a:lnTo>
                  <a:pt x="0" y="19129"/>
                </a:lnTo>
                <a:lnTo>
                  <a:pt x="740" y="29169"/>
                </a:lnTo>
                <a:lnTo>
                  <a:pt x="740" y="34876"/>
                </a:lnTo>
                <a:lnTo>
                  <a:pt x="105" y="44916"/>
                </a:lnTo>
                <a:lnTo>
                  <a:pt x="1057" y="48192"/>
                </a:lnTo>
                <a:lnTo>
                  <a:pt x="7719" y="53794"/>
                </a:lnTo>
                <a:lnTo>
                  <a:pt x="16073" y="62883"/>
                </a:lnTo>
                <a:lnTo>
                  <a:pt x="19245" y="63834"/>
                </a:lnTo>
                <a:lnTo>
                  <a:pt x="23581" y="64151"/>
                </a:lnTo>
                <a:lnTo>
                  <a:pt x="24850" y="64362"/>
                </a:lnTo>
                <a:lnTo>
                  <a:pt x="27388" y="64468"/>
                </a:lnTo>
                <a:lnTo>
                  <a:pt x="35213" y="64362"/>
                </a:lnTo>
                <a:lnTo>
                  <a:pt x="41558" y="61826"/>
                </a:lnTo>
                <a:lnTo>
                  <a:pt x="46634" y="54639"/>
                </a:lnTo>
                <a:lnTo>
                  <a:pt x="50969" y="48932"/>
                </a:lnTo>
                <a:lnTo>
                  <a:pt x="56045" y="48932"/>
                </a:lnTo>
                <a:lnTo>
                  <a:pt x="56574" y="49143"/>
                </a:lnTo>
                <a:lnTo>
                  <a:pt x="57420" y="49143"/>
                </a:lnTo>
                <a:lnTo>
                  <a:pt x="59112" y="46818"/>
                </a:lnTo>
                <a:lnTo>
                  <a:pt x="59429" y="40900"/>
                </a:lnTo>
                <a:lnTo>
                  <a:pt x="59217" y="35933"/>
                </a:lnTo>
                <a:lnTo>
                  <a:pt x="59217" y="27161"/>
                </a:lnTo>
                <a:lnTo>
                  <a:pt x="59640" y="23145"/>
                </a:lnTo>
                <a:lnTo>
                  <a:pt x="59217" y="19023"/>
                </a:lnTo>
                <a:lnTo>
                  <a:pt x="59112" y="16804"/>
                </a:lnTo>
                <a:lnTo>
                  <a:pt x="57843" y="15113"/>
                </a:lnTo>
                <a:lnTo>
                  <a:pt x="54670" y="15113"/>
                </a:lnTo>
                <a:lnTo>
                  <a:pt x="54142" y="15324"/>
                </a:lnTo>
                <a:lnTo>
                  <a:pt x="49912" y="15324"/>
                </a:lnTo>
                <a:lnTo>
                  <a:pt x="48431" y="12048"/>
                </a:lnTo>
                <a:lnTo>
                  <a:pt x="41981" y="3276"/>
                </a:lnTo>
                <a:close/>
              </a:path>
            </a:pathLst>
          </a:custGeom>
          <a:solidFill>
            <a:srgbClr val="000000"/>
          </a:solidFill>
        </p:spPr>
        <p:txBody>
          <a:bodyPr wrap="square" lIns="0" tIns="0" rIns="0" bIns="0" rtlCol="0"/>
          <a:lstStyle/>
          <a:p>
            <a:endParaRPr/>
          </a:p>
        </p:txBody>
      </p:sp>
      <p:sp>
        <p:nvSpPr>
          <p:cNvPr id="554" name="object 554"/>
          <p:cNvSpPr/>
          <p:nvPr/>
        </p:nvSpPr>
        <p:spPr>
          <a:xfrm>
            <a:off x="3214909" y="9492219"/>
            <a:ext cx="60325" cy="64135"/>
          </a:xfrm>
          <a:custGeom>
            <a:avLst/>
            <a:gdLst/>
            <a:ahLst/>
            <a:cxnLst/>
            <a:rect l="l" t="t" r="r" b="b"/>
            <a:pathLst>
              <a:path w="60325" h="64134">
                <a:moveTo>
                  <a:pt x="29546" y="0"/>
                </a:moveTo>
                <a:lnTo>
                  <a:pt x="20028" y="0"/>
                </a:lnTo>
                <a:lnTo>
                  <a:pt x="14001" y="1268"/>
                </a:lnTo>
                <a:lnTo>
                  <a:pt x="8608" y="10526"/>
                </a:lnTo>
                <a:lnTo>
                  <a:pt x="6493" y="12175"/>
                </a:lnTo>
                <a:lnTo>
                  <a:pt x="2157" y="15979"/>
                </a:lnTo>
                <a:lnTo>
                  <a:pt x="677" y="18389"/>
                </a:lnTo>
                <a:lnTo>
                  <a:pt x="994" y="21940"/>
                </a:lnTo>
                <a:lnTo>
                  <a:pt x="1417" y="25110"/>
                </a:lnTo>
                <a:lnTo>
                  <a:pt x="994" y="28408"/>
                </a:lnTo>
                <a:lnTo>
                  <a:pt x="994" y="33608"/>
                </a:lnTo>
                <a:lnTo>
                  <a:pt x="0" y="40898"/>
                </a:lnTo>
                <a:lnTo>
                  <a:pt x="2157" y="47320"/>
                </a:lnTo>
                <a:lnTo>
                  <a:pt x="6615" y="53101"/>
                </a:lnTo>
                <a:lnTo>
                  <a:pt x="13684" y="59479"/>
                </a:lnTo>
                <a:lnTo>
                  <a:pt x="14741" y="61001"/>
                </a:lnTo>
                <a:lnTo>
                  <a:pt x="18654" y="63918"/>
                </a:lnTo>
                <a:lnTo>
                  <a:pt x="28700" y="64045"/>
                </a:lnTo>
                <a:lnTo>
                  <a:pt x="28700" y="63791"/>
                </a:lnTo>
                <a:lnTo>
                  <a:pt x="35150" y="63791"/>
                </a:lnTo>
                <a:lnTo>
                  <a:pt x="41389" y="62777"/>
                </a:lnTo>
                <a:lnTo>
                  <a:pt x="48580" y="51870"/>
                </a:lnTo>
                <a:lnTo>
                  <a:pt x="52916" y="48953"/>
                </a:lnTo>
                <a:lnTo>
                  <a:pt x="56088" y="45402"/>
                </a:lnTo>
                <a:lnTo>
                  <a:pt x="59683" y="41597"/>
                </a:lnTo>
                <a:lnTo>
                  <a:pt x="59870" y="32621"/>
                </a:lnTo>
                <a:lnTo>
                  <a:pt x="59511" y="25713"/>
                </a:lnTo>
                <a:lnTo>
                  <a:pt x="57230" y="19328"/>
                </a:lnTo>
                <a:lnTo>
                  <a:pt x="51647" y="13823"/>
                </a:lnTo>
                <a:lnTo>
                  <a:pt x="47734" y="11287"/>
                </a:lnTo>
                <a:lnTo>
                  <a:pt x="44773" y="6975"/>
                </a:lnTo>
                <a:lnTo>
                  <a:pt x="37477" y="253"/>
                </a:lnTo>
                <a:lnTo>
                  <a:pt x="32612" y="253"/>
                </a:lnTo>
                <a:close/>
              </a:path>
            </a:pathLst>
          </a:custGeom>
          <a:solidFill>
            <a:srgbClr val="000000"/>
          </a:solidFill>
        </p:spPr>
        <p:txBody>
          <a:bodyPr wrap="square" lIns="0" tIns="0" rIns="0" bIns="0" rtlCol="0"/>
          <a:lstStyle/>
          <a:p>
            <a:endParaRPr/>
          </a:p>
        </p:txBody>
      </p:sp>
      <p:sp>
        <p:nvSpPr>
          <p:cNvPr id="555" name="object 555"/>
          <p:cNvSpPr/>
          <p:nvPr/>
        </p:nvSpPr>
        <p:spPr>
          <a:xfrm>
            <a:off x="47855" y="3431700"/>
            <a:ext cx="52705" cy="59055"/>
          </a:xfrm>
          <a:custGeom>
            <a:avLst/>
            <a:gdLst/>
            <a:ahLst/>
            <a:cxnLst/>
            <a:rect l="l" t="t" r="r" b="b"/>
            <a:pathLst>
              <a:path w="52705" h="59054">
                <a:moveTo>
                  <a:pt x="26394" y="0"/>
                </a:moveTo>
                <a:lnTo>
                  <a:pt x="12562" y="0"/>
                </a:lnTo>
                <a:lnTo>
                  <a:pt x="9009" y="528"/>
                </a:lnTo>
                <a:lnTo>
                  <a:pt x="4314" y="6552"/>
                </a:lnTo>
                <a:lnTo>
                  <a:pt x="0" y="10435"/>
                </a:lnTo>
                <a:lnTo>
                  <a:pt x="3164" y="51510"/>
                </a:lnTo>
                <a:lnTo>
                  <a:pt x="23221" y="58866"/>
                </a:lnTo>
                <a:lnTo>
                  <a:pt x="27409" y="58866"/>
                </a:lnTo>
                <a:lnTo>
                  <a:pt x="30835" y="58338"/>
                </a:lnTo>
                <a:lnTo>
                  <a:pt x="33881" y="54956"/>
                </a:lnTo>
                <a:lnTo>
                  <a:pt x="38068" y="49989"/>
                </a:lnTo>
                <a:lnTo>
                  <a:pt x="42763" y="45233"/>
                </a:lnTo>
                <a:lnTo>
                  <a:pt x="47712" y="41217"/>
                </a:lnTo>
                <a:lnTo>
                  <a:pt x="52280" y="37729"/>
                </a:lnTo>
                <a:lnTo>
                  <a:pt x="52280" y="33291"/>
                </a:lnTo>
                <a:lnTo>
                  <a:pt x="36672" y="4967"/>
                </a:lnTo>
                <a:lnTo>
                  <a:pt x="26394" y="0"/>
                </a:lnTo>
                <a:close/>
              </a:path>
            </a:pathLst>
          </a:custGeom>
          <a:solidFill>
            <a:srgbClr val="000000"/>
          </a:solidFill>
        </p:spPr>
        <p:txBody>
          <a:bodyPr wrap="square" lIns="0" tIns="0" rIns="0" bIns="0" rtlCol="0"/>
          <a:lstStyle/>
          <a:p>
            <a:endParaRPr/>
          </a:p>
        </p:txBody>
      </p:sp>
      <p:sp>
        <p:nvSpPr>
          <p:cNvPr id="556" name="object 556"/>
          <p:cNvSpPr/>
          <p:nvPr/>
        </p:nvSpPr>
        <p:spPr>
          <a:xfrm>
            <a:off x="3791798" y="7473547"/>
            <a:ext cx="67945" cy="59690"/>
          </a:xfrm>
          <a:custGeom>
            <a:avLst/>
            <a:gdLst/>
            <a:ahLst/>
            <a:cxnLst/>
            <a:rect l="l" t="t" r="r" b="b"/>
            <a:pathLst>
              <a:path w="67945" h="59690">
                <a:moveTo>
                  <a:pt x="56167" y="39315"/>
                </a:moveTo>
                <a:lnTo>
                  <a:pt x="7084" y="39315"/>
                </a:lnTo>
                <a:lnTo>
                  <a:pt x="8724" y="39632"/>
                </a:lnTo>
                <a:lnTo>
                  <a:pt x="12795" y="40371"/>
                </a:lnTo>
                <a:lnTo>
                  <a:pt x="10952" y="44705"/>
                </a:lnTo>
                <a:lnTo>
                  <a:pt x="11081" y="44705"/>
                </a:lnTo>
                <a:lnTo>
                  <a:pt x="12583" y="46607"/>
                </a:lnTo>
                <a:lnTo>
                  <a:pt x="14592" y="49249"/>
                </a:lnTo>
                <a:lnTo>
                  <a:pt x="18717" y="50306"/>
                </a:lnTo>
                <a:lnTo>
                  <a:pt x="21889" y="52208"/>
                </a:lnTo>
                <a:lnTo>
                  <a:pt x="22312" y="52420"/>
                </a:lnTo>
                <a:lnTo>
                  <a:pt x="21677" y="53794"/>
                </a:lnTo>
                <a:lnTo>
                  <a:pt x="22312" y="56013"/>
                </a:lnTo>
                <a:lnTo>
                  <a:pt x="22841" y="58232"/>
                </a:lnTo>
                <a:lnTo>
                  <a:pt x="23687" y="58549"/>
                </a:lnTo>
                <a:lnTo>
                  <a:pt x="27191" y="59395"/>
                </a:lnTo>
                <a:lnTo>
                  <a:pt x="42122" y="59395"/>
                </a:lnTo>
                <a:lnTo>
                  <a:pt x="48325" y="58232"/>
                </a:lnTo>
                <a:lnTo>
                  <a:pt x="44730" y="51574"/>
                </a:lnTo>
                <a:lnTo>
                  <a:pt x="48748" y="49777"/>
                </a:lnTo>
                <a:lnTo>
                  <a:pt x="50652" y="48826"/>
                </a:lnTo>
                <a:lnTo>
                  <a:pt x="54503" y="48826"/>
                </a:lnTo>
                <a:lnTo>
                  <a:pt x="56997" y="44705"/>
                </a:lnTo>
                <a:lnTo>
                  <a:pt x="56330" y="40371"/>
                </a:lnTo>
                <a:lnTo>
                  <a:pt x="56216" y="39632"/>
                </a:lnTo>
                <a:lnTo>
                  <a:pt x="56167" y="39315"/>
                </a:lnTo>
                <a:close/>
              </a:path>
              <a:path w="67945" h="59690">
                <a:moveTo>
                  <a:pt x="54503" y="48826"/>
                </a:moveTo>
                <a:lnTo>
                  <a:pt x="50652" y="48826"/>
                </a:lnTo>
                <a:lnTo>
                  <a:pt x="54247" y="49249"/>
                </a:lnTo>
                <a:lnTo>
                  <a:pt x="54503" y="48826"/>
                </a:lnTo>
                <a:close/>
              </a:path>
              <a:path w="67945" h="59690">
                <a:moveTo>
                  <a:pt x="4441" y="20291"/>
                </a:moveTo>
                <a:lnTo>
                  <a:pt x="0" y="25258"/>
                </a:lnTo>
                <a:lnTo>
                  <a:pt x="3172" y="31071"/>
                </a:lnTo>
                <a:lnTo>
                  <a:pt x="2643" y="36567"/>
                </a:lnTo>
                <a:lnTo>
                  <a:pt x="2643" y="37412"/>
                </a:lnTo>
                <a:lnTo>
                  <a:pt x="6450" y="39315"/>
                </a:lnTo>
                <a:lnTo>
                  <a:pt x="62707" y="39315"/>
                </a:lnTo>
                <a:lnTo>
                  <a:pt x="63553" y="39632"/>
                </a:lnTo>
                <a:lnTo>
                  <a:pt x="63976" y="39632"/>
                </a:lnTo>
                <a:lnTo>
                  <a:pt x="64928" y="38575"/>
                </a:lnTo>
                <a:lnTo>
                  <a:pt x="65033" y="37941"/>
                </a:lnTo>
                <a:lnTo>
                  <a:pt x="67358" y="31071"/>
                </a:lnTo>
                <a:lnTo>
                  <a:pt x="67466" y="30754"/>
                </a:lnTo>
                <a:lnTo>
                  <a:pt x="65879" y="27583"/>
                </a:lnTo>
                <a:lnTo>
                  <a:pt x="59372" y="20714"/>
                </a:lnTo>
                <a:lnTo>
                  <a:pt x="5569" y="20714"/>
                </a:lnTo>
                <a:lnTo>
                  <a:pt x="4441" y="20291"/>
                </a:lnTo>
                <a:close/>
              </a:path>
              <a:path w="67945" h="59690">
                <a:moveTo>
                  <a:pt x="36270" y="0"/>
                </a:moveTo>
                <a:lnTo>
                  <a:pt x="25907" y="0"/>
                </a:lnTo>
                <a:lnTo>
                  <a:pt x="19880" y="3699"/>
                </a:lnTo>
                <a:lnTo>
                  <a:pt x="14275" y="10145"/>
                </a:lnTo>
                <a:lnTo>
                  <a:pt x="11632" y="13316"/>
                </a:lnTo>
                <a:lnTo>
                  <a:pt x="12810" y="19657"/>
                </a:lnTo>
                <a:lnTo>
                  <a:pt x="12928" y="20291"/>
                </a:lnTo>
                <a:lnTo>
                  <a:pt x="13006" y="20714"/>
                </a:lnTo>
                <a:lnTo>
                  <a:pt x="59372" y="20714"/>
                </a:lnTo>
                <a:lnTo>
                  <a:pt x="58371" y="19657"/>
                </a:lnTo>
                <a:lnTo>
                  <a:pt x="54670" y="15852"/>
                </a:lnTo>
                <a:lnTo>
                  <a:pt x="54565" y="9828"/>
                </a:lnTo>
                <a:lnTo>
                  <a:pt x="49700" y="6129"/>
                </a:lnTo>
                <a:lnTo>
                  <a:pt x="45893" y="3064"/>
                </a:lnTo>
                <a:lnTo>
                  <a:pt x="42827" y="634"/>
                </a:lnTo>
                <a:lnTo>
                  <a:pt x="37434" y="211"/>
                </a:lnTo>
                <a:lnTo>
                  <a:pt x="36270" y="0"/>
                </a:lnTo>
                <a:close/>
              </a:path>
            </a:pathLst>
          </a:custGeom>
          <a:solidFill>
            <a:srgbClr val="000000"/>
          </a:solidFill>
        </p:spPr>
        <p:txBody>
          <a:bodyPr wrap="square" lIns="0" tIns="0" rIns="0" bIns="0" rtlCol="0"/>
          <a:lstStyle/>
          <a:p>
            <a:endParaRPr/>
          </a:p>
        </p:txBody>
      </p:sp>
      <p:sp>
        <p:nvSpPr>
          <p:cNvPr id="557" name="object 557"/>
          <p:cNvSpPr/>
          <p:nvPr/>
        </p:nvSpPr>
        <p:spPr>
          <a:xfrm>
            <a:off x="3499621" y="8913833"/>
            <a:ext cx="60325" cy="60325"/>
          </a:xfrm>
          <a:custGeom>
            <a:avLst/>
            <a:gdLst/>
            <a:ahLst/>
            <a:cxnLst/>
            <a:rect l="l" t="t" r="r" b="b"/>
            <a:pathLst>
              <a:path w="60325" h="60325">
                <a:moveTo>
                  <a:pt x="28762" y="59818"/>
                </a:moveTo>
                <a:lnTo>
                  <a:pt x="25273" y="59818"/>
                </a:lnTo>
                <a:lnTo>
                  <a:pt x="25379" y="60240"/>
                </a:lnTo>
                <a:lnTo>
                  <a:pt x="27282" y="60240"/>
                </a:lnTo>
                <a:lnTo>
                  <a:pt x="28762" y="59818"/>
                </a:lnTo>
                <a:close/>
              </a:path>
              <a:path w="60325" h="60325">
                <a:moveTo>
                  <a:pt x="41955" y="49249"/>
                </a:moveTo>
                <a:lnTo>
                  <a:pt x="19457" y="49249"/>
                </a:lnTo>
                <a:lnTo>
                  <a:pt x="19457" y="53899"/>
                </a:lnTo>
                <a:lnTo>
                  <a:pt x="21254" y="57493"/>
                </a:lnTo>
                <a:lnTo>
                  <a:pt x="22100" y="59289"/>
                </a:lnTo>
                <a:lnTo>
                  <a:pt x="23475" y="59818"/>
                </a:lnTo>
                <a:lnTo>
                  <a:pt x="37645" y="59818"/>
                </a:lnTo>
                <a:lnTo>
                  <a:pt x="38914" y="57810"/>
                </a:lnTo>
                <a:lnTo>
                  <a:pt x="40283" y="53899"/>
                </a:lnTo>
                <a:lnTo>
                  <a:pt x="41879" y="49460"/>
                </a:lnTo>
                <a:lnTo>
                  <a:pt x="41955" y="49249"/>
                </a:lnTo>
                <a:close/>
              </a:path>
              <a:path w="60325" h="60325">
                <a:moveTo>
                  <a:pt x="34473" y="0"/>
                </a:moveTo>
                <a:lnTo>
                  <a:pt x="30243" y="0"/>
                </a:lnTo>
                <a:lnTo>
                  <a:pt x="27494" y="422"/>
                </a:lnTo>
                <a:lnTo>
                  <a:pt x="20303" y="2219"/>
                </a:lnTo>
                <a:lnTo>
                  <a:pt x="15544" y="4755"/>
                </a:lnTo>
                <a:lnTo>
                  <a:pt x="7296" y="10357"/>
                </a:lnTo>
                <a:lnTo>
                  <a:pt x="4124" y="14267"/>
                </a:lnTo>
                <a:lnTo>
                  <a:pt x="951" y="17966"/>
                </a:lnTo>
                <a:lnTo>
                  <a:pt x="0" y="18812"/>
                </a:lnTo>
                <a:lnTo>
                  <a:pt x="845" y="21137"/>
                </a:lnTo>
                <a:lnTo>
                  <a:pt x="845" y="25787"/>
                </a:lnTo>
                <a:lnTo>
                  <a:pt x="422" y="29169"/>
                </a:lnTo>
                <a:lnTo>
                  <a:pt x="845" y="32445"/>
                </a:lnTo>
                <a:lnTo>
                  <a:pt x="951" y="34664"/>
                </a:lnTo>
                <a:lnTo>
                  <a:pt x="1163" y="37412"/>
                </a:lnTo>
                <a:lnTo>
                  <a:pt x="2432" y="38998"/>
                </a:lnTo>
                <a:lnTo>
                  <a:pt x="5727" y="42908"/>
                </a:lnTo>
                <a:lnTo>
                  <a:pt x="9305" y="45973"/>
                </a:lnTo>
                <a:lnTo>
                  <a:pt x="12689" y="49460"/>
                </a:lnTo>
                <a:lnTo>
                  <a:pt x="13324" y="49249"/>
                </a:lnTo>
                <a:lnTo>
                  <a:pt x="41955" y="49249"/>
                </a:lnTo>
                <a:lnTo>
                  <a:pt x="42260" y="48404"/>
                </a:lnTo>
                <a:lnTo>
                  <a:pt x="50652" y="48404"/>
                </a:lnTo>
                <a:lnTo>
                  <a:pt x="54565" y="42908"/>
                </a:lnTo>
                <a:lnTo>
                  <a:pt x="57447" y="38998"/>
                </a:lnTo>
                <a:lnTo>
                  <a:pt x="60275" y="35510"/>
                </a:lnTo>
                <a:lnTo>
                  <a:pt x="59535" y="30543"/>
                </a:lnTo>
                <a:lnTo>
                  <a:pt x="59640" y="17121"/>
                </a:lnTo>
                <a:lnTo>
                  <a:pt x="59217" y="15958"/>
                </a:lnTo>
                <a:lnTo>
                  <a:pt x="45576" y="4755"/>
                </a:lnTo>
                <a:lnTo>
                  <a:pt x="40818" y="4755"/>
                </a:lnTo>
                <a:lnTo>
                  <a:pt x="37116" y="1268"/>
                </a:lnTo>
                <a:lnTo>
                  <a:pt x="36270" y="422"/>
                </a:lnTo>
                <a:lnTo>
                  <a:pt x="36729" y="422"/>
                </a:lnTo>
                <a:lnTo>
                  <a:pt x="34473" y="0"/>
                </a:lnTo>
                <a:close/>
              </a:path>
            </a:pathLst>
          </a:custGeom>
          <a:solidFill>
            <a:srgbClr val="000000"/>
          </a:solidFill>
        </p:spPr>
        <p:txBody>
          <a:bodyPr wrap="square" lIns="0" tIns="0" rIns="0" bIns="0" rtlCol="0"/>
          <a:lstStyle/>
          <a:p>
            <a:endParaRPr/>
          </a:p>
        </p:txBody>
      </p:sp>
      <p:sp>
        <p:nvSpPr>
          <p:cNvPr id="558" name="object 558"/>
          <p:cNvSpPr/>
          <p:nvPr/>
        </p:nvSpPr>
        <p:spPr>
          <a:xfrm>
            <a:off x="2630176" y="4582829"/>
            <a:ext cx="63500" cy="60325"/>
          </a:xfrm>
          <a:custGeom>
            <a:avLst/>
            <a:gdLst/>
            <a:ahLst/>
            <a:cxnLst/>
            <a:rect l="l" t="t" r="r" b="b"/>
            <a:pathLst>
              <a:path w="63500" h="60325">
                <a:moveTo>
                  <a:pt x="31089" y="0"/>
                </a:moveTo>
                <a:lnTo>
                  <a:pt x="26225" y="105"/>
                </a:lnTo>
                <a:lnTo>
                  <a:pt x="23475" y="1056"/>
                </a:lnTo>
                <a:lnTo>
                  <a:pt x="23052" y="4544"/>
                </a:lnTo>
                <a:lnTo>
                  <a:pt x="21466" y="9088"/>
                </a:lnTo>
                <a:lnTo>
                  <a:pt x="19774" y="10145"/>
                </a:lnTo>
                <a:lnTo>
                  <a:pt x="13958" y="10145"/>
                </a:lnTo>
                <a:lnTo>
                  <a:pt x="12478" y="11836"/>
                </a:lnTo>
                <a:lnTo>
                  <a:pt x="12795" y="19023"/>
                </a:lnTo>
                <a:lnTo>
                  <a:pt x="10257" y="19763"/>
                </a:lnTo>
                <a:lnTo>
                  <a:pt x="5287" y="19974"/>
                </a:lnTo>
                <a:lnTo>
                  <a:pt x="2960" y="21559"/>
                </a:lnTo>
                <a:lnTo>
                  <a:pt x="3278" y="29274"/>
                </a:lnTo>
                <a:lnTo>
                  <a:pt x="0" y="36990"/>
                </a:lnTo>
                <a:lnTo>
                  <a:pt x="10257" y="43965"/>
                </a:lnTo>
                <a:lnTo>
                  <a:pt x="12689" y="46078"/>
                </a:lnTo>
                <a:lnTo>
                  <a:pt x="12689" y="54639"/>
                </a:lnTo>
                <a:lnTo>
                  <a:pt x="17765" y="52842"/>
                </a:lnTo>
                <a:lnTo>
                  <a:pt x="19563" y="54322"/>
                </a:lnTo>
                <a:lnTo>
                  <a:pt x="23687" y="58021"/>
                </a:lnTo>
                <a:lnTo>
                  <a:pt x="27916" y="59712"/>
                </a:lnTo>
                <a:lnTo>
                  <a:pt x="31935" y="59712"/>
                </a:lnTo>
                <a:lnTo>
                  <a:pt x="31618" y="59818"/>
                </a:lnTo>
                <a:lnTo>
                  <a:pt x="36059" y="59818"/>
                </a:lnTo>
                <a:lnTo>
                  <a:pt x="40183" y="57810"/>
                </a:lnTo>
                <a:lnTo>
                  <a:pt x="44624" y="54216"/>
                </a:lnTo>
                <a:lnTo>
                  <a:pt x="45259" y="54322"/>
                </a:lnTo>
                <a:lnTo>
                  <a:pt x="52555" y="54322"/>
                </a:lnTo>
                <a:lnTo>
                  <a:pt x="51392" y="49249"/>
                </a:lnTo>
                <a:lnTo>
                  <a:pt x="51181" y="40371"/>
                </a:lnTo>
                <a:lnTo>
                  <a:pt x="53507" y="39632"/>
                </a:lnTo>
                <a:lnTo>
                  <a:pt x="58477" y="39420"/>
                </a:lnTo>
                <a:lnTo>
                  <a:pt x="60698" y="38152"/>
                </a:lnTo>
                <a:lnTo>
                  <a:pt x="60909" y="36990"/>
                </a:lnTo>
                <a:lnTo>
                  <a:pt x="61650" y="34664"/>
                </a:lnTo>
                <a:lnTo>
                  <a:pt x="61121" y="32128"/>
                </a:lnTo>
                <a:lnTo>
                  <a:pt x="61121" y="29380"/>
                </a:lnTo>
                <a:lnTo>
                  <a:pt x="61332" y="29274"/>
                </a:lnTo>
                <a:lnTo>
                  <a:pt x="60486" y="26421"/>
                </a:lnTo>
                <a:lnTo>
                  <a:pt x="63236" y="21876"/>
                </a:lnTo>
                <a:lnTo>
                  <a:pt x="54988" y="19129"/>
                </a:lnTo>
                <a:lnTo>
                  <a:pt x="50123" y="18706"/>
                </a:lnTo>
                <a:lnTo>
                  <a:pt x="51286" y="12048"/>
                </a:lnTo>
                <a:lnTo>
                  <a:pt x="45047" y="10145"/>
                </a:lnTo>
                <a:lnTo>
                  <a:pt x="40077" y="6552"/>
                </a:lnTo>
                <a:lnTo>
                  <a:pt x="34896" y="105"/>
                </a:lnTo>
                <a:close/>
              </a:path>
            </a:pathLst>
          </a:custGeom>
          <a:solidFill>
            <a:srgbClr val="000000"/>
          </a:solidFill>
        </p:spPr>
        <p:txBody>
          <a:bodyPr wrap="square" lIns="0" tIns="0" rIns="0" bIns="0" rtlCol="0"/>
          <a:lstStyle/>
          <a:p>
            <a:endParaRPr/>
          </a:p>
        </p:txBody>
      </p:sp>
      <p:sp>
        <p:nvSpPr>
          <p:cNvPr id="559" name="object 559"/>
          <p:cNvSpPr/>
          <p:nvPr/>
        </p:nvSpPr>
        <p:spPr>
          <a:xfrm>
            <a:off x="3796556" y="7757948"/>
            <a:ext cx="60960" cy="59690"/>
          </a:xfrm>
          <a:custGeom>
            <a:avLst/>
            <a:gdLst/>
            <a:ahLst/>
            <a:cxnLst/>
            <a:rect l="l" t="t" r="r" b="b"/>
            <a:pathLst>
              <a:path w="60960" h="59690">
                <a:moveTo>
                  <a:pt x="32781" y="0"/>
                </a:moveTo>
                <a:lnTo>
                  <a:pt x="26542" y="0"/>
                </a:lnTo>
                <a:lnTo>
                  <a:pt x="23475" y="1902"/>
                </a:lnTo>
                <a:lnTo>
                  <a:pt x="17765" y="6869"/>
                </a:lnTo>
                <a:lnTo>
                  <a:pt x="16496" y="9088"/>
                </a:lnTo>
                <a:lnTo>
                  <a:pt x="7825" y="9088"/>
                </a:lnTo>
                <a:lnTo>
                  <a:pt x="8565" y="16064"/>
                </a:lnTo>
                <a:lnTo>
                  <a:pt x="0" y="24202"/>
                </a:lnTo>
                <a:lnTo>
                  <a:pt x="1268" y="30648"/>
                </a:lnTo>
                <a:lnTo>
                  <a:pt x="20937" y="58972"/>
                </a:lnTo>
                <a:lnTo>
                  <a:pt x="23475" y="58866"/>
                </a:lnTo>
                <a:lnTo>
                  <a:pt x="29608" y="58972"/>
                </a:lnTo>
                <a:lnTo>
                  <a:pt x="32146" y="59078"/>
                </a:lnTo>
                <a:lnTo>
                  <a:pt x="34578" y="58655"/>
                </a:lnTo>
                <a:lnTo>
                  <a:pt x="41875" y="53477"/>
                </a:lnTo>
                <a:lnTo>
                  <a:pt x="50335" y="52525"/>
                </a:lnTo>
                <a:lnTo>
                  <a:pt x="52027" y="40054"/>
                </a:lnTo>
                <a:lnTo>
                  <a:pt x="60592" y="36355"/>
                </a:lnTo>
                <a:lnTo>
                  <a:pt x="56468" y="28746"/>
                </a:lnTo>
                <a:lnTo>
                  <a:pt x="57102" y="24730"/>
                </a:lnTo>
                <a:lnTo>
                  <a:pt x="56045" y="21242"/>
                </a:lnTo>
                <a:lnTo>
                  <a:pt x="50652" y="16169"/>
                </a:lnTo>
                <a:lnTo>
                  <a:pt x="50652" y="10779"/>
                </a:lnTo>
                <a:lnTo>
                  <a:pt x="45893" y="9511"/>
                </a:lnTo>
                <a:lnTo>
                  <a:pt x="43355" y="8983"/>
                </a:lnTo>
                <a:lnTo>
                  <a:pt x="40818" y="6552"/>
                </a:lnTo>
                <a:lnTo>
                  <a:pt x="35847" y="2113"/>
                </a:lnTo>
                <a:close/>
              </a:path>
            </a:pathLst>
          </a:custGeom>
          <a:solidFill>
            <a:srgbClr val="000000"/>
          </a:solidFill>
        </p:spPr>
        <p:txBody>
          <a:bodyPr wrap="square" lIns="0" tIns="0" rIns="0" bIns="0" rtlCol="0"/>
          <a:lstStyle/>
          <a:p>
            <a:endParaRPr/>
          </a:p>
        </p:txBody>
      </p:sp>
      <p:sp>
        <p:nvSpPr>
          <p:cNvPr id="560" name="object 560"/>
          <p:cNvSpPr/>
          <p:nvPr/>
        </p:nvSpPr>
        <p:spPr>
          <a:xfrm>
            <a:off x="324867" y="3431489"/>
            <a:ext cx="60325" cy="59690"/>
          </a:xfrm>
          <a:custGeom>
            <a:avLst/>
            <a:gdLst/>
            <a:ahLst/>
            <a:cxnLst/>
            <a:rect l="l" t="t" r="r" b="b"/>
            <a:pathLst>
              <a:path w="60325" h="59689">
                <a:moveTo>
                  <a:pt x="48900" y="39737"/>
                </a:moveTo>
                <a:lnTo>
                  <a:pt x="8248" y="39737"/>
                </a:lnTo>
                <a:lnTo>
                  <a:pt x="8501" y="40477"/>
                </a:lnTo>
                <a:lnTo>
                  <a:pt x="9897" y="46078"/>
                </a:lnTo>
                <a:lnTo>
                  <a:pt x="12816" y="49672"/>
                </a:lnTo>
                <a:lnTo>
                  <a:pt x="18780" y="50517"/>
                </a:lnTo>
                <a:lnTo>
                  <a:pt x="19541" y="55907"/>
                </a:lnTo>
                <a:lnTo>
                  <a:pt x="21699" y="59184"/>
                </a:lnTo>
                <a:lnTo>
                  <a:pt x="36894" y="59184"/>
                </a:lnTo>
                <a:lnTo>
                  <a:pt x="40225" y="56964"/>
                </a:lnTo>
                <a:lnTo>
                  <a:pt x="40352" y="50200"/>
                </a:lnTo>
                <a:lnTo>
                  <a:pt x="41367" y="49249"/>
                </a:lnTo>
                <a:lnTo>
                  <a:pt x="50314" y="49249"/>
                </a:lnTo>
                <a:lnTo>
                  <a:pt x="49010" y="40477"/>
                </a:lnTo>
                <a:lnTo>
                  <a:pt x="48900" y="39737"/>
                </a:lnTo>
                <a:close/>
              </a:path>
              <a:path w="60325" h="59689">
                <a:moveTo>
                  <a:pt x="50314" y="49249"/>
                </a:moveTo>
                <a:lnTo>
                  <a:pt x="41875" y="49249"/>
                </a:lnTo>
                <a:lnTo>
                  <a:pt x="43059" y="49672"/>
                </a:lnTo>
                <a:lnTo>
                  <a:pt x="50377" y="49672"/>
                </a:lnTo>
                <a:lnTo>
                  <a:pt x="50314" y="49249"/>
                </a:lnTo>
                <a:close/>
              </a:path>
              <a:path w="60325" h="59689">
                <a:moveTo>
                  <a:pt x="33754" y="0"/>
                </a:moveTo>
                <a:lnTo>
                  <a:pt x="26267" y="0"/>
                </a:lnTo>
                <a:lnTo>
                  <a:pt x="21952" y="634"/>
                </a:lnTo>
                <a:lnTo>
                  <a:pt x="20430" y="2008"/>
                </a:lnTo>
                <a:lnTo>
                  <a:pt x="19922" y="2430"/>
                </a:lnTo>
                <a:lnTo>
                  <a:pt x="20049" y="8137"/>
                </a:lnTo>
                <a:lnTo>
                  <a:pt x="18399" y="9934"/>
                </a:lnTo>
                <a:lnTo>
                  <a:pt x="11420" y="9934"/>
                </a:lnTo>
                <a:lnTo>
                  <a:pt x="9770" y="11414"/>
                </a:lnTo>
                <a:lnTo>
                  <a:pt x="10024" y="14373"/>
                </a:lnTo>
                <a:lnTo>
                  <a:pt x="10278" y="18812"/>
                </a:lnTo>
                <a:lnTo>
                  <a:pt x="7740" y="19551"/>
                </a:lnTo>
                <a:lnTo>
                  <a:pt x="2220" y="19868"/>
                </a:lnTo>
                <a:lnTo>
                  <a:pt x="2791" y="19868"/>
                </a:lnTo>
                <a:lnTo>
                  <a:pt x="380" y="21348"/>
                </a:lnTo>
                <a:lnTo>
                  <a:pt x="275" y="23567"/>
                </a:lnTo>
                <a:lnTo>
                  <a:pt x="0" y="27161"/>
                </a:lnTo>
                <a:lnTo>
                  <a:pt x="2791" y="38680"/>
                </a:lnTo>
                <a:lnTo>
                  <a:pt x="5583" y="39949"/>
                </a:lnTo>
                <a:lnTo>
                  <a:pt x="8248" y="39737"/>
                </a:lnTo>
                <a:lnTo>
                  <a:pt x="48900" y="39737"/>
                </a:lnTo>
                <a:lnTo>
                  <a:pt x="48774" y="38892"/>
                </a:lnTo>
                <a:lnTo>
                  <a:pt x="48743" y="38680"/>
                </a:lnTo>
                <a:lnTo>
                  <a:pt x="57148" y="38680"/>
                </a:lnTo>
                <a:lnTo>
                  <a:pt x="59387" y="35933"/>
                </a:lnTo>
                <a:lnTo>
                  <a:pt x="38449" y="1796"/>
                </a:lnTo>
                <a:lnTo>
                  <a:pt x="37286" y="634"/>
                </a:lnTo>
                <a:lnTo>
                  <a:pt x="37865" y="634"/>
                </a:lnTo>
                <a:lnTo>
                  <a:pt x="33754" y="0"/>
                </a:lnTo>
                <a:close/>
              </a:path>
              <a:path w="60325" h="59689">
                <a:moveTo>
                  <a:pt x="57148" y="38680"/>
                </a:moveTo>
                <a:lnTo>
                  <a:pt x="56087" y="38680"/>
                </a:lnTo>
                <a:lnTo>
                  <a:pt x="56976" y="38892"/>
                </a:lnTo>
                <a:lnTo>
                  <a:pt x="57148" y="38680"/>
                </a:lnTo>
                <a:close/>
              </a:path>
            </a:pathLst>
          </a:custGeom>
          <a:solidFill>
            <a:srgbClr val="000000"/>
          </a:solidFill>
        </p:spPr>
        <p:txBody>
          <a:bodyPr wrap="square" lIns="0" tIns="0" rIns="0" bIns="0" rtlCol="0"/>
          <a:lstStyle/>
          <a:p>
            <a:endParaRPr/>
          </a:p>
        </p:txBody>
      </p:sp>
      <p:sp>
        <p:nvSpPr>
          <p:cNvPr id="561" name="object 561"/>
          <p:cNvSpPr/>
          <p:nvPr/>
        </p:nvSpPr>
        <p:spPr>
          <a:xfrm>
            <a:off x="3798460" y="7179846"/>
            <a:ext cx="57150" cy="53975"/>
          </a:xfrm>
          <a:custGeom>
            <a:avLst/>
            <a:gdLst/>
            <a:ahLst/>
            <a:cxnLst/>
            <a:rect l="l" t="t" r="r" b="b"/>
            <a:pathLst>
              <a:path w="57150" h="53975">
                <a:moveTo>
                  <a:pt x="22523" y="0"/>
                </a:moveTo>
                <a:lnTo>
                  <a:pt x="20514" y="0"/>
                </a:lnTo>
                <a:lnTo>
                  <a:pt x="19986" y="317"/>
                </a:lnTo>
                <a:lnTo>
                  <a:pt x="15121" y="2430"/>
                </a:lnTo>
                <a:lnTo>
                  <a:pt x="10055" y="5178"/>
                </a:lnTo>
                <a:lnTo>
                  <a:pt x="5710" y="7398"/>
                </a:lnTo>
                <a:lnTo>
                  <a:pt x="9094" y="15218"/>
                </a:lnTo>
                <a:lnTo>
                  <a:pt x="0" y="19974"/>
                </a:lnTo>
                <a:lnTo>
                  <a:pt x="1057" y="34347"/>
                </a:lnTo>
                <a:lnTo>
                  <a:pt x="8142" y="39420"/>
                </a:lnTo>
                <a:lnTo>
                  <a:pt x="6133" y="47241"/>
                </a:lnTo>
                <a:lnTo>
                  <a:pt x="6133" y="47452"/>
                </a:lnTo>
                <a:lnTo>
                  <a:pt x="8776" y="48509"/>
                </a:lnTo>
                <a:lnTo>
                  <a:pt x="10045" y="49143"/>
                </a:lnTo>
                <a:lnTo>
                  <a:pt x="16919" y="52314"/>
                </a:lnTo>
                <a:lnTo>
                  <a:pt x="21149" y="53688"/>
                </a:lnTo>
                <a:lnTo>
                  <a:pt x="29397" y="53688"/>
                </a:lnTo>
                <a:lnTo>
                  <a:pt x="33415" y="52103"/>
                </a:lnTo>
                <a:lnTo>
                  <a:pt x="40289" y="49460"/>
                </a:lnTo>
                <a:lnTo>
                  <a:pt x="49383" y="46078"/>
                </a:lnTo>
                <a:lnTo>
                  <a:pt x="49277" y="37307"/>
                </a:lnTo>
                <a:lnTo>
                  <a:pt x="53930" y="31494"/>
                </a:lnTo>
                <a:lnTo>
                  <a:pt x="57102" y="27583"/>
                </a:lnTo>
                <a:lnTo>
                  <a:pt x="54353" y="20714"/>
                </a:lnTo>
                <a:lnTo>
                  <a:pt x="49383" y="16804"/>
                </a:lnTo>
                <a:lnTo>
                  <a:pt x="50440" y="10568"/>
                </a:lnTo>
                <a:lnTo>
                  <a:pt x="44836" y="8771"/>
                </a:lnTo>
                <a:lnTo>
                  <a:pt x="42165" y="5178"/>
                </a:lnTo>
                <a:lnTo>
                  <a:pt x="35847" y="5178"/>
                </a:lnTo>
                <a:lnTo>
                  <a:pt x="32605" y="317"/>
                </a:lnTo>
                <a:lnTo>
                  <a:pt x="23687" y="317"/>
                </a:lnTo>
                <a:lnTo>
                  <a:pt x="22523" y="0"/>
                </a:lnTo>
                <a:close/>
              </a:path>
              <a:path w="57150" h="53975">
                <a:moveTo>
                  <a:pt x="32393" y="0"/>
                </a:moveTo>
                <a:lnTo>
                  <a:pt x="25352" y="0"/>
                </a:lnTo>
                <a:lnTo>
                  <a:pt x="24638" y="317"/>
                </a:lnTo>
                <a:lnTo>
                  <a:pt x="32605" y="317"/>
                </a:lnTo>
                <a:lnTo>
                  <a:pt x="32393" y="0"/>
                </a:lnTo>
                <a:close/>
              </a:path>
            </a:pathLst>
          </a:custGeom>
          <a:solidFill>
            <a:srgbClr val="000000"/>
          </a:solidFill>
        </p:spPr>
        <p:txBody>
          <a:bodyPr wrap="square" lIns="0" tIns="0" rIns="0" bIns="0" rtlCol="0"/>
          <a:lstStyle/>
          <a:p>
            <a:endParaRPr/>
          </a:p>
        </p:txBody>
      </p:sp>
      <p:sp>
        <p:nvSpPr>
          <p:cNvPr id="562" name="object 562"/>
          <p:cNvSpPr/>
          <p:nvPr/>
        </p:nvSpPr>
        <p:spPr>
          <a:xfrm>
            <a:off x="3798526" y="6892592"/>
            <a:ext cx="53975" cy="57785"/>
          </a:xfrm>
          <a:custGeom>
            <a:avLst/>
            <a:gdLst/>
            <a:ahLst/>
            <a:cxnLst/>
            <a:rect l="l" t="t" r="r" b="b"/>
            <a:pathLst>
              <a:path w="53975" h="57784">
                <a:moveTo>
                  <a:pt x="32080" y="0"/>
                </a:moveTo>
                <a:lnTo>
                  <a:pt x="29119" y="0"/>
                </a:lnTo>
                <a:lnTo>
                  <a:pt x="17910" y="4544"/>
                </a:lnTo>
                <a:lnTo>
                  <a:pt x="12200" y="6658"/>
                </a:lnTo>
                <a:lnTo>
                  <a:pt x="6807" y="9194"/>
                </a:lnTo>
                <a:lnTo>
                  <a:pt x="5855" y="9511"/>
                </a:lnTo>
                <a:lnTo>
                  <a:pt x="5009" y="15641"/>
                </a:lnTo>
                <a:lnTo>
                  <a:pt x="6172" y="19340"/>
                </a:lnTo>
                <a:lnTo>
                  <a:pt x="4903" y="20291"/>
                </a:lnTo>
                <a:lnTo>
                  <a:pt x="672" y="25698"/>
                </a:lnTo>
                <a:lnTo>
                  <a:pt x="0" y="30886"/>
                </a:lnTo>
                <a:lnTo>
                  <a:pt x="1885" y="35956"/>
                </a:lnTo>
                <a:lnTo>
                  <a:pt x="5326" y="41006"/>
                </a:lnTo>
                <a:lnTo>
                  <a:pt x="3635" y="50095"/>
                </a:lnTo>
                <a:lnTo>
                  <a:pt x="13046" y="46607"/>
                </a:lnTo>
                <a:lnTo>
                  <a:pt x="16430" y="50412"/>
                </a:lnTo>
                <a:lnTo>
                  <a:pt x="20871" y="55167"/>
                </a:lnTo>
                <a:lnTo>
                  <a:pt x="23938" y="57493"/>
                </a:lnTo>
                <a:lnTo>
                  <a:pt x="27110" y="57493"/>
                </a:lnTo>
                <a:lnTo>
                  <a:pt x="27110" y="57176"/>
                </a:lnTo>
                <a:lnTo>
                  <a:pt x="30177" y="57176"/>
                </a:lnTo>
                <a:lnTo>
                  <a:pt x="33243" y="55062"/>
                </a:lnTo>
                <a:lnTo>
                  <a:pt x="40328" y="49143"/>
                </a:lnTo>
                <a:lnTo>
                  <a:pt x="42338" y="46924"/>
                </a:lnTo>
                <a:lnTo>
                  <a:pt x="48471" y="46924"/>
                </a:lnTo>
                <a:lnTo>
                  <a:pt x="48682" y="44070"/>
                </a:lnTo>
                <a:lnTo>
                  <a:pt x="52478" y="34937"/>
                </a:lnTo>
                <a:lnTo>
                  <a:pt x="53348" y="30292"/>
                </a:lnTo>
                <a:lnTo>
                  <a:pt x="52415" y="25666"/>
                </a:lnTo>
                <a:lnTo>
                  <a:pt x="48048" y="13844"/>
                </a:lnTo>
                <a:lnTo>
                  <a:pt x="44981" y="8771"/>
                </a:lnTo>
                <a:lnTo>
                  <a:pt x="41492" y="8560"/>
                </a:lnTo>
                <a:lnTo>
                  <a:pt x="35464" y="8032"/>
                </a:lnTo>
                <a:close/>
              </a:path>
            </a:pathLst>
          </a:custGeom>
          <a:solidFill>
            <a:srgbClr val="000000"/>
          </a:solidFill>
        </p:spPr>
        <p:txBody>
          <a:bodyPr wrap="square" lIns="0" tIns="0" rIns="0" bIns="0" rtlCol="0"/>
          <a:lstStyle/>
          <a:p>
            <a:endParaRPr/>
          </a:p>
        </p:txBody>
      </p:sp>
      <p:sp>
        <p:nvSpPr>
          <p:cNvPr id="563" name="object 563"/>
          <p:cNvSpPr/>
          <p:nvPr/>
        </p:nvSpPr>
        <p:spPr>
          <a:xfrm>
            <a:off x="2353333" y="4293039"/>
            <a:ext cx="45720" cy="50800"/>
          </a:xfrm>
          <a:custGeom>
            <a:avLst/>
            <a:gdLst/>
            <a:ahLst/>
            <a:cxnLst/>
            <a:rect l="l" t="t" r="r" b="b"/>
            <a:pathLst>
              <a:path w="45719" h="50800">
                <a:moveTo>
                  <a:pt x="30137" y="0"/>
                </a:moveTo>
                <a:lnTo>
                  <a:pt x="23792" y="0"/>
                </a:lnTo>
                <a:lnTo>
                  <a:pt x="20937" y="739"/>
                </a:lnTo>
                <a:lnTo>
                  <a:pt x="12901" y="2325"/>
                </a:lnTo>
                <a:lnTo>
                  <a:pt x="7930" y="7080"/>
                </a:lnTo>
                <a:lnTo>
                  <a:pt x="2855" y="10462"/>
                </a:lnTo>
                <a:lnTo>
                  <a:pt x="1586" y="11414"/>
                </a:lnTo>
                <a:lnTo>
                  <a:pt x="422" y="12999"/>
                </a:lnTo>
                <a:lnTo>
                  <a:pt x="0" y="18389"/>
                </a:lnTo>
                <a:lnTo>
                  <a:pt x="211" y="22405"/>
                </a:lnTo>
                <a:lnTo>
                  <a:pt x="211" y="35193"/>
                </a:lnTo>
                <a:lnTo>
                  <a:pt x="5075" y="42062"/>
                </a:lnTo>
                <a:lnTo>
                  <a:pt x="14381" y="47030"/>
                </a:lnTo>
                <a:lnTo>
                  <a:pt x="18399" y="49038"/>
                </a:lnTo>
                <a:lnTo>
                  <a:pt x="20409" y="50200"/>
                </a:lnTo>
                <a:lnTo>
                  <a:pt x="22418" y="50200"/>
                </a:lnTo>
                <a:lnTo>
                  <a:pt x="24321" y="50095"/>
                </a:lnTo>
                <a:lnTo>
                  <a:pt x="32146" y="45761"/>
                </a:lnTo>
                <a:lnTo>
                  <a:pt x="34896" y="45022"/>
                </a:lnTo>
                <a:lnTo>
                  <a:pt x="41981" y="45022"/>
                </a:lnTo>
                <a:lnTo>
                  <a:pt x="44519" y="44493"/>
                </a:lnTo>
                <a:lnTo>
                  <a:pt x="44201" y="35299"/>
                </a:lnTo>
                <a:lnTo>
                  <a:pt x="44413" y="30543"/>
                </a:lnTo>
                <a:lnTo>
                  <a:pt x="44413" y="22299"/>
                </a:lnTo>
                <a:lnTo>
                  <a:pt x="43884" y="18812"/>
                </a:lnTo>
                <a:lnTo>
                  <a:pt x="44413" y="15641"/>
                </a:lnTo>
                <a:lnTo>
                  <a:pt x="45153" y="9194"/>
                </a:lnTo>
                <a:lnTo>
                  <a:pt x="43461" y="4861"/>
                </a:lnTo>
                <a:lnTo>
                  <a:pt x="36165" y="4861"/>
                </a:lnTo>
                <a:lnTo>
                  <a:pt x="33627" y="1056"/>
                </a:lnTo>
                <a:close/>
              </a:path>
            </a:pathLst>
          </a:custGeom>
          <a:solidFill>
            <a:srgbClr val="000000"/>
          </a:solidFill>
        </p:spPr>
        <p:txBody>
          <a:bodyPr wrap="square" lIns="0" tIns="0" rIns="0" bIns="0" rtlCol="0"/>
          <a:lstStyle/>
          <a:p>
            <a:endParaRPr/>
          </a:p>
        </p:txBody>
      </p:sp>
      <p:sp>
        <p:nvSpPr>
          <p:cNvPr id="564" name="object 564"/>
          <p:cNvSpPr/>
          <p:nvPr/>
        </p:nvSpPr>
        <p:spPr>
          <a:xfrm>
            <a:off x="1486439" y="3725824"/>
            <a:ext cx="45720" cy="45085"/>
          </a:xfrm>
          <a:custGeom>
            <a:avLst/>
            <a:gdLst/>
            <a:ahLst/>
            <a:cxnLst/>
            <a:rect l="l" t="t" r="r" b="b"/>
            <a:pathLst>
              <a:path w="45719" h="45085">
                <a:moveTo>
                  <a:pt x="42813" y="0"/>
                </a:moveTo>
                <a:lnTo>
                  <a:pt x="1044" y="0"/>
                </a:lnTo>
                <a:lnTo>
                  <a:pt x="198" y="634"/>
                </a:lnTo>
                <a:lnTo>
                  <a:pt x="198" y="6129"/>
                </a:lnTo>
                <a:lnTo>
                  <a:pt x="0" y="19446"/>
                </a:lnTo>
                <a:lnTo>
                  <a:pt x="34" y="26104"/>
                </a:lnTo>
                <a:lnTo>
                  <a:pt x="304" y="34770"/>
                </a:lnTo>
                <a:lnTo>
                  <a:pt x="1890" y="38680"/>
                </a:lnTo>
                <a:lnTo>
                  <a:pt x="7389" y="38680"/>
                </a:lnTo>
                <a:lnTo>
                  <a:pt x="9398" y="43014"/>
                </a:lnTo>
                <a:lnTo>
                  <a:pt x="15742" y="44282"/>
                </a:lnTo>
                <a:lnTo>
                  <a:pt x="19021" y="44705"/>
                </a:lnTo>
                <a:lnTo>
                  <a:pt x="22404" y="44705"/>
                </a:lnTo>
                <a:lnTo>
                  <a:pt x="25577" y="44810"/>
                </a:lnTo>
                <a:lnTo>
                  <a:pt x="28749" y="44493"/>
                </a:lnTo>
                <a:lnTo>
                  <a:pt x="31710" y="43753"/>
                </a:lnTo>
                <a:lnTo>
                  <a:pt x="34883" y="43119"/>
                </a:lnTo>
                <a:lnTo>
                  <a:pt x="37420" y="39632"/>
                </a:lnTo>
                <a:lnTo>
                  <a:pt x="45351" y="38152"/>
                </a:lnTo>
                <a:lnTo>
                  <a:pt x="44082" y="33396"/>
                </a:lnTo>
                <a:lnTo>
                  <a:pt x="44082" y="6024"/>
                </a:lnTo>
                <a:lnTo>
                  <a:pt x="43977" y="1268"/>
                </a:lnTo>
                <a:close/>
              </a:path>
            </a:pathLst>
          </a:custGeom>
          <a:solidFill>
            <a:srgbClr val="000000"/>
          </a:solidFill>
        </p:spPr>
        <p:txBody>
          <a:bodyPr wrap="square" lIns="0" tIns="0" rIns="0" bIns="0" rtlCol="0"/>
          <a:lstStyle/>
          <a:p>
            <a:endParaRPr/>
          </a:p>
        </p:txBody>
      </p:sp>
      <p:sp>
        <p:nvSpPr>
          <p:cNvPr id="565" name="object 565"/>
          <p:cNvSpPr/>
          <p:nvPr/>
        </p:nvSpPr>
        <p:spPr>
          <a:xfrm>
            <a:off x="3803536" y="8051859"/>
            <a:ext cx="45720" cy="44450"/>
          </a:xfrm>
          <a:custGeom>
            <a:avLst/>
            <a:gdLst/>
            <a:ahLst/>
            <a:cxnLst/>
            <a:rect l="l" t="t" r="r" b="b"/>
            <a:pathLst>
              <a:path w="45720" h="44450">
                <a:moveTo>
                  <a:pt x="22206" y="0"/>
                </a:moveTo>
                <a:lnTo>
                  <a:pt x="14804" y="0"/>
                </a:lnTo>
                <a:lnTo>
                  <a:pt x="10574" y="951"/>
                </a:lnTo>
                <a:lnTo>
                  <a:pt x="7190" y="5284"/>
                </a:lnTo>
                <a:lnTo>
                  <a:pt x="6556" y="5072"/>
                </a:lnTo>
                <a:lnTo>
                  <a:pt x="1586" y="5072"/>
                </a:lnTo>
                <a:lnTo>
                  <a:pt x="0" y="7292"/>
                </a:lnTo>
                <a:lnTo>
                  <a:pt x="211" y="11942"/>
                </a:lnTo>
                <a:lnTo>
                  <a:pt x="422" y="41428"/>
                </a:lnTo>
                <a:lnTo>
                  <a:pt x="528" y="42485"/>
                </a:lnTo>
                <a:lnTo>
                  <a:pt x="2432" y="44282"/>
                </a:lnTo>
                <a:lnTo>
                  <a:pt x="6133" y="44388"/>
                </a:lnTo>
                <a:lnTo>
                  <a:pt x="14169" y="44388"/>
                </a:lnTo>
                <a:lnTo>
                  <a:pt x="17448" y="44282"/>
                </a:lnTo>
                <a:lnTo>
                  <a:pt x="31935" y="44282"/>
                </a:lnTo>
                <a:lnTo>
                  <a:pt x="33204" y="44388"/>
                </a:lnTo>
                <a:lnTo>
                  <a:pt x="34473" y="44388"/>
                </a:lnTo>
                <a:lnTo>
                  <a:pt x="36693" y="44388"/>
                </a:lnTo>
                <a:lnTo>
                  <a:pt x="38914" y="44176"/>
                </a:lnTo>
                <a:lnTo>
                  <a:pt x="38703" y="42168"/>
                </a:lnTo>
                <a:lnTo>
                  <a:pt x="38385" y="36461"/>
                </a:lnTo>
                <a:lnTo>
                  <a:pt x="44413" y="34453"/>
                </a:lnTo>
                <a:lnTo>
                  <a:pt x="44201" y="29486"/>
                </a:lnTo>
                <a:lnTo>
                  <a:pt x="44201" y="26315"/>
                </a:lnTo>
                <a:lnTo>
                  <a:pt x="44624" y="23039"/>
                </a:lnTo>
                <a:lnTo>
                  <a:pt x="44201" y="19657"/>
                </a:lnTo>
                <a:lnTo>
                  <a:pt x="43990" y="16486"/>
                </a:lnTo>
                <a:lnTo>
                  <a:pt x="45470" y="13316"/>
                </a:lnTo>
                <a:lnTo>
                  <a:pt x="42404" y="10568"/>
                </a:lnTo>
                <a:lnTo>
                  <a:pt x="38703" y="7398"/>
                </a:lnTo>
                <a:lnTo>
                  <a:pt x="35424" y="3699"/>
                </a:lnTo>
                <a:lnTo>
                  <a:pt x="32041" y="317"/>
                </a:lnTo>
                <a:lnTo>
                  <a:pt x="30983" y="528"/>
                </a:lnTo>
                <a:lnTo>
                  <a:pt x="25696" y="528"/>
                </a:lnTo>
                <a:lnTo>
                  <a:pt x="22206" y="0"/>
                </a:lnTo>
                <a:close/>
              </a:path>
            </a:pathLst>
          </a:custGeom>
          <a:solidFill>
            <a:srgbClr val="000000"/>
          </a:solidFill>
        </p:spPr>
        <p:txBody>
          <a:bodyPr wrap="square" lIns="0" tIns="0" rIns="0" bIns="0" rtlCol="0"/>
          <a:lstStyle/>
          <a:p>
            <a:endParaRPr/>
          </a:p>
        </p:txBody>
      </p:sp>
      <p:sp>
        <p:nvSpPr>
          <p:cNvPr id="566" name="object 566"/>
          <p:cNvSpPr/>
          <p:nvPr/>
        </p:nvSpPr>
        <p:spPr>
          <a:xfrm>
            <a:off x="2936417" y="4876742"/>
            <a:ext cx="45720" cy="44450"/>
          </a:xfrm>
          <a:custGeom>
            <a:avLst/>
            <a:gdLst/>
            <a:ahLst/>
            <a:cxnLst/>
            <a:rect l="l" t="t" r="r" b="b"/>
            <a:pathLst>
              <a:path w="45719" h="44450">
                <a:moveTo>
                  <a:pt x="24110" y="0"/>
                </a:moveTo>
                <a:lnTo>
                  <a:pt x="16284" y="0"/>
                </a:lnTo>
                <a:lnTo>
                  <a:pt x="10363" y="2853"/>
                </a:lnTo>
                <a:lnTo>
                  <a:pt x="4124" y="5178"/>
                </a:lnTo>
                <a:lnTo>
                  <a:pt x="0" y="6975"/>
                </a:lnTo>
                <a:lnTo>
                  <a:pt x="211" y="10145"/>
                </a:lnTo>
                <a:lnTo>
                  <a:pt x="317" y="43648"/>
                </a:lnTo>
                <a:lnTo>
                  <a:pt x="1057" y="44388"/>
                </a:lnTo>
                <a:lnTo>
                  <a:pt x="37222" y="44388"/>
                </a:lnTo>
                <a:lnTo>
                  <a:pt x="38491" y="43014"/>
                </a:lnTo>
                <a:lnTo>
                  <a:pt x="39760" y="39209"/>
                </a:lnTo>
                <a:lnTo>
                  <a:pt x="41875" y="33396"/>
                </a:lnTo>
                <a:lnTo>
                  <a:pt x="45153" y="28429"/>
                </a:lnTo>
                <a:lnTo>
                  <a:pt x="44698" y="22511"/>
                </a:lnTo>
                <a:lnTo>
                  <a:pt x="44624" y="21559"/>
                </a:lnTo>
                <a:lnTo>
                  <a:pt x="43990" y="15641"/>
                </a:lnTo>
                <a:lnTo>
                  <a:pt x="43355" y="10885"/>
                </a:lnTo>
                <a:lnTo>
                  <a:pt x="38703" y="6658"/>
                </a:lnTo>
                <a:lnTo>
                  <a:pt x="34367" y="2642"/>
                </a:lnTo>
                <a:lnTo>
                  <a:pt x="30454" y="317"/>
                </a:lnTo>
                <a:lnTo>
                  <a:pt x="24110" y="0"/>
                </a:lnTo>
                <a:close/>
              </a:path>
            </a:pathLst>
          </a:custGeom>
          <a:solidFill>
            <a:srgbClr val="000000"/>
          </a:solidFill>
        </p:spPr>
        <p:txBody>
          <a:bodyPr wrap="square" lIns="0" tIns="0" rIns="0" bIns="0" rtlCol="0"/>
          <a:lstStyle/>
          <a:p>
            <a:endParaRPr/>
          </a:p>
        </p:txBody>
      </p:sp>
      <p:sp>
        <p:nvSpPr>
          <p:cNvPr id="567" name="object 567"/>
          <p:cNvSpPr/>
          <p:nvPr/>
        </p:nvSpPr>
        <p:spPr>
          <a:xfrm>
            <a:off x="619138" y="3436456"/>
            <a:ext cx="44450" cy="44450"/>
          </a:xfrm>
          <a:custGeom>
            <a:avLst/>
            <a:gdLst/>
            <a:ahLst/>
            <a:cxnLst/>
            <a:rect l="l" t="t" r="r" b="b"/>
            <a:pathLst>
              <a:path w="44450" h="44450">
                <a:moveTo>
                  <a:pt x="22079" y="0"/>
                </a:moveTo>
                <a:lnTo>
                  <a:pt x="17384" y="0"/>
                </a:lnTo>
                <a:lnTo>
                  <a:pt x="14466" y="2853"/>
                </a:lnTo>
                <a:lnTo>
                  <a:pt x="10786" y="5284"/>
                </a:lnTo>
                <a:lnTo>
                  <a:pt x="10278" y="5389"/>
                </a:lnTo>
                <a:lnTo>
                  <a:pt x="8628" y="5389"/>
                </a:lnTo>
                <a:lnTo>
                  <a:pt x="7359" y="5178"/>
                </a:lnTo>
                <a:lnTo>
                  <a:pt x="3045" y="5178"/>
                </a:lnTo>
                <a:lnTo>
                  <a:pt x="0" y="5284"/>
                </a:lnTo>
                <a:lnTo>
                  <a:pt x="53" y="16822"/>
                </a:lnTo>
                <a:lnTo>
                  <a:pt x="0" y="43648"/>
                </a:lnTo>
                <a:lnTo>
                  <a:pt x="634" y="44388"/>
                </a:lnTo>
                <a:lnTo>
                  <a:pt x="33627" y="44388"/>
                </a:lnTo>
                <a:lnTo>
                  <a:pt x="37053" y="44388"/>
                </a:lnTo>
                <a:lnTo>
                  <a:pt x="38195" y="42697"/>
                </a:lnTo>
                <a:lnTo>
                  <a:pt x="39591" y="39209"/>
                </a:lnTo>
                <a:lnTo>
                  <a:pt x="43905" y="27583"/>
                </a:lnTo>
                <a:lnTo>
                  <a:pt x="44032" y="27795"/>
                </a:lnTo>
                <a:lnTo>
                  <a:pt x="44286" y="19023"/>
                </a:lnTo>
                <a:lnTo>
                  <a:pt x="44413" y="11625"/>
                </a:lnTo>
                <a:lnTo>
                  <a:pt x="41241" y="7186"/>
                </a:lnTo>
                <a:lnTo>
                  <a:pt x="30581" y="4016"/>
                </a:lnTo>
                <a:lnTo>
                  <a:pt x="27409" y="1479"/>
                </a:lnTo>
                <a:lnTo>
                  <a:pt x="23856" y="317"/>
                </a:lnTo>
                <a:lnTo>
                  <a:pt x="22968" y="105"/>
                </a:lnTo>
                <a:lnTo>
                  <a:pt x="22079" y="0"/>
                </a:lnTo>
                <a:close/>
              </a:path>
            </a:pathLst>
          </a:custGeom>
          <a:solidFill>
            <a:srgbClr val="000000"/>
          </a:solidFill>
        </p:spPr>
        <p:txBody>
          <a:bodyPr wrap="square" lIns="0" tIns="0" rIns="0" bIns="0" rtlCol="0"/>
          <a:lstStyle/>
          <a:p>
            <a:endParaRPr/>
          </a:p>
        </p:txBody>
      </p:sp>
      <p:sp>
        <p:nvSpPr>
          <p:cNvPr id="568" name="object 568"/>
          <p:cNvSpPr/>
          <p:nvPr/>
        </p:nvSpPr>
        <p:spPr>
          <a:xfrm>
            <a:off x="2936628" y="10075605"/>
            <a:ext cx="46355" cy="45085"/>
          </a:xfrm>
          <a:custGeom>
            <a:avLst/>
            <a:gdLst/>
            <a:ahLst/>
            <a:cxnLst/>
            <a:rect l="l" t="t" r="r" b="b"/>
            <a:pathLst>
              <a:path w="46355" h="45084">
                <a:moveTo>
                  <a:pt x="13535" y="0"/>
                </a:moveTo>
                <a:lnTo>
                  <a:pt x="5604" y="0"/>
                </a:lnTo>
                <a:lnTo>
                  <a:pt x="2114" y="253"/>
                </a:lnTo>
                <a:lnTo>
                  <a:pt x="0" y="2029"/>
                </a:lnTo>
                <a:lnTo>
                  <a:pt x="13" y="20085"/>
                </a:lnTo>
                <a:lnTo>
                  <a:pt x="8248" y="39695"/>
                </a:lnTo>
                <a:lnTo>
                  <a:pt x="12266" y="38173"/>
                </a:lnTo>
                <a:lnTo>
                  <a:pt x="16602" y="44007"/>
                </a:lnTo>
                <a:lnTo>
                  <a:pt x="18294" y="44388"/>
                </a:lnTo>
                <a:lnTo>
                  <a:pt x="20091" y="44388"/>
                </a:lnTo>
                <a:lnTo>
                  <a:pt x="19774" y="44514"/>
                </a:lnTo>
                <a:lnTo>
                  <a:pt x="21572" y="44514"/>
                </a:lnTo>
                <a:lnTo>
                  <a:pt x="23369" y="44134"/>
                </a:lnTo>
                <a:lnTo>
                  <a:pt x="26013" y="44134"/>
                </a:lnTo>
                <a:lnTo>
                  <a:pt x="26542" y="44261"/>
                </a:lnTo>
                <a:lnTo>
                  <a:pt x="29820" y="38300"/>
                </a:lnTo>
                <a:lnTo>
                  <a:pt x="38068" y="39949"/>
                </a:lnTo>
                <a:lnTo>
                  <a:pt x="41981" y="34115"/>
                </a:lnTo>
                <a:lnTo>
                  <a:pt x="45259" y="29422"/>
                </a:lnTo>
                <a:lnTo>
                  <a:pt x="42721" y="24603"/>
                </a:lnTo>
                <a:lnTo>
                  <a:pt x="45893" y="13696"/>
                </a:lnTo>
                <a:lnTo>
                  <a:pt x="39443" y="10399"/>
                </a:lnTo>
                <a:lnTo>
                  <a:pt x="39126" y="5072"/>
                </a:lnTo>
                <a:lnTo>
                  <a:pt x="38808" y="2029"/>
                </a:lnTo>
                <a:lnTo>
                  <a:pt x="37645" y="507"/>
                </a:lnTo>
                <a:lnTo>
                  <a:pt x="33521" y="126"/>
                </a:lnTo>
                <a:lnTo>
                  <a:pt x="26859" y="126"/>
                </a:lnTo>
                <a:lnTo>
                  <a:pt x="23687" y="253"/>
                </a:lnTo>
                <a:lnTo>
                  <a:pt x="20409" y="253"/>
                </a:lnTo>
                <a:lnTo>
                  <a:pt x="17025" y="126"/>
                </a:lnTo>
                <a:close/>
              </a:path>
            </a:pathLst>
          </a:custGeom>
          <a:solidFill>
            <a:srgbClr val="000000"/>
          </a:solidFill>
        </p:spPr>
        <p:txBody>
          <a:bodyPr wrap="square" lIns="0" tIns="0" rIns="0" bIns="0" rtlCol="0"/>
          <a:lstStyle/>
          <a:p>
            <a:endParaRPr/>
          </a:p>
        </p:txBody>
      </p:sp>
      <p:sp>
        <p:nvSpPr>
          <p:cNvPr id="569" name="object 569"/>
          <p:cNvSpPr/>
          <p:nvPr/>
        </p:nvSpPr>
        <p:spPr>
          <a:xfrm>
            <a:off x="2069087" y="4009061"/>
            <a:ext cx="46355" cy="45720"/>
          </a:xfrm>
          <a:custGeom>
            <a:avLst/>
            <a:gdLst/>
            <a:ahLst/>
            <a:cxnLst/>
            <a:rect l="l" t="t" r="r" b="b"/>
            <a:pathLst>
              <a:path w="46355" h="45720">
                <a:moveTo>
                  <a:pt x="11103" y="0"/>
                </a:moveTo>
                <a:lnTo>
                  <a:pt x="7613" y="5918"/>
                </a:lnTo>
                <a:lnTo>
                  <a:pt x="6979" y="5812"/>
                </a:lnTo>
                <a:lnTo>
                  <a:pt x="2114" y="5812"/>
                </a:lnTo>
                <a:lnTo>
                  <a:pt x="0" y="7503"/>
                </a:lnTo>
                <a:lnTo>
                  <a:pt x="317" y="12259"/>
                </a:lnTo>
                <a:lnTo>
                  <a:pt x="634" y="15324"/>
                </a:lnTo>
                <a:lnTo>
                  <a:pt x="317" y="18917"/>
                </a:lnTo>
                <a:lnTo>
                  <a:pt x="422" y="37307"/>
                </a:lnTo>
                <a:lnTo>
                  <a:pt x="951" y="36672"/>
                </a:lnTo>
                <a:lnTo>
                  <a:pt x="9517" y="42168"/>
                </a:lnTo>
                <a:lnTo>
                  <a:pt x="13324" y="44705"/>
                </a:lnTo>
                <a:lnTo>
                  <a:pt x="17236" y="45550"/>
                </a:lnTo>
                <a:lnTo>
                  <a:pt x="21149" y="45550"/>
                </a:lnTo>
                <a:lnTo>
                  <a:pt x="24850" y="45550"/>
                </a:lnTo>
                <a:lnTo>
                  <a:pt x="28657" y="44705"/>
                </a:lnTo>
                <a:lnTo>
                  <a:pt x="36165" y="43753"/>
                </a:lnTo>
                <a:lnTo>
                  <a:pt x="39337" y="37941"/>
                </a:lnTo>
                <a:lnTo>
                  <a:pt x="45999" y="31071"/>
                </a:lnTo>
                <a:lnTo>
                  <a:pt x="43461" y="26738"/>
                </a:lnTo>
                <a:lnTo>
                  <a:pt x="44413" y="22933"/>
                </a:lnTo>
                <a:lnTo>
                  <a:pt x="37434" y="6341"/>
                </a:lnTo>
                <a:lnTo>
                  <a:pt x="36270" y="6552"/>
                </a:lnTo>
                <a:lnTo>
                  <a:pt x="30877" y="6552"/>
                </a:lnTo>
                <a:lnTo>
                  <a:pt x="28551" y="739"/>
                </a:lnTo>
                <a:lnTo>
                  <a:pt x="23264" y="739"/>
                </a:lnTo>
                <a:lnTo>
                  <a:pt x="22946" y="845"/>
                </a:lnTo>
                <a:lnTo>
                  <a:pt x="22523" y="845"/>
                </a:lnTo>
                <a:lnTo>
                  <a:pt x="17130" y="1585"/>
                </a:lnTo>
                <a:close/>
              </a:path>
            </a:pathLst>
          </a:custGeom>
          <a:solidFill>
            <a:srgbClr val="000000"/>
          </a:solidFill>
        </p:spPr>
        <p:txBody>
          <a:bodyPr wrap="square" lIns="0" tIns="0" rIns="0" bIns="0" rtlCol="0"/>
          <a:lstStyle/>
          <a:p>
            <a:endParaRPr/>
          </a:p>
        </p:txBody>
      </p:sp>
      <p:sp>
        <p:nvSpPr>
          <p:cNvPr id="570" name="object 570"/>
          <p:cNvSpPr/>
          <p:nvPr/>
        </p:nvSpPr>
        <p:spPr>
          <a:xfrm>
            <a:off x="3510090" y="5743893"/>
            <a:ext cx="39370" cy="45085"/>
          </a:xfrm>
          <a:custGeom>
            <a:avLst/>
            <a:gdLst/>
            <a:ahLst/>
            <a:cxnLst/>
            <a:rect l="l" t="t" r="r" b="b"/>
            <a:pathLst>
              <a:path w="39370" h="45085">
                <a:moveTo>
                  <a:pt x="22946" y="0"/>
                </a:moveTo>
                <a:lnTo>
                  <a:pt x="16073" y="0"/>
                </a:lnTo>
                <a:lnTo>
                  <a:pt x="12583" y="1056"/>
                </a:lnTo>
                <a:lnTo>
                  <a:pt x="317" y="9194"/>
                </a:lnTo>
                <a:lnTo>
                  <a:pt x="0" y="8560"/>
                </a:lnTo>
                <a:lnTo>
                  <a:pt x="0" y="43331"/>
                </a:lnTo>
                <a:lnTo>
                  <a:pt x="951" y="44599"/>
                </a:lnTo>
                <a:lnTo>
                  <a:pt x="5075" y="44599"/>
                </a:lnTo>
                <a:lnTo>
                  <a:pt x="38068" y="44493"/>
                </a:lnTo>
                <a:lnTo>
                  <a:pt x="38914" y="43859"/>
                </a:lnTo>
                <a:lnTo>
                  <a:pt x="38914" y="26210"/>
                </a:lnTo>
                <a:lnTo>
                  <a:pt x="39231" y="26315"/>
                </a:lnTo>
                <a:lnTo>
                  <a:pt x="39231" y="14161"/>
                </a:lnTo>
                <a:lnTo>
                  <a:pt x="39020" y="8560"/>
                </a:lnTo>
                <a:lnTo>
                  <a:pt x="38808" y="9088"/>
                </a:lnTo>
                <a:lnTo>
                  <a:pt x="30349" y="3593"/>
                </a:lnTo>
                <a:lnTo>
                  <a:pt x="26542" y="1268"/>
                </a:lnTo>
                <a:lnTo>
                  <a:pt x="22946" y="0"/>
                </a:lnTo>
                <a:close/>
              </a:path>
            </a:pathLst>
          </a:custGeom>
          <a:solidFill>
            <a:srgbClr val="000000"/>
          </a:solidFill>
        </p:spPr>
        <p:txBody>
          <a:bodyPr wrap="square" lIns="0" tIns="0" rIns="0" bIns="0" rtlCol="0"/>
          <a:lstStyle/>
          <a:p>
            <a:endParaRPr/>
          </a:p>
        </p:txBody>
      </p:sp>
      <p:sp>
        <p:nvSpPr>
          <p:cNvPr id="571" name="object 571"/>
          <p:cNvSpPr/>
          <p:nvPr/>
        </p:nvSpPr>
        <p:spPr>
          <a:xfrm>
            <a:off x="3803747" y="8341333"/>
            <a:ext cx="43815" cy="40005"/>
          </a:xfrm>
          <a:custGeom>
            <a:avLst/>
            <a:gdLst/>
            <a:ahLst/>
            <a:cxnLst/>
            <a:rect l="l" t="t" r="r" b="b"/>
            <a:pathLst>
              <a:path w="43814" h="40004">
                <a:moveTo>
                  <a:pt x="37222" y="0"/>
                </a:moveTo>
                <a:lnTo>
                  <a:pt x="32781" y="0"/>
                </a:lnTo>
                <a:lnTo>
                  <a:pt x="28974" y="105"/>
                </a:lnTo>
                <a:lnTo>
                  <a:pt x="18505" y="105"/>
                </a:lnTo>
                <a:lnTo>
                  <a:pt x="14275" y="0"/>
                </a:lnTo>
                <a:lnTo>
                  <a:pt x="6767" y="0"/>
                </a:lnTo>
                <a:lnTo>
                  <a:pt x="317" y="5918"/>
                </a:lnTo>
                <a:lnTo>
                  <a:pt x="0" y="11414"/>
                </a:lnTo>
                <a:lnTo>
                  <a:pt x="211" y="13950"/>
                </a:lnTo>
                <a:lnTo>
                  <a:pt x="105" y="16381"/>
                </a:lnTo>
                <a:lnTo>
                  <a:pt x="130" y="27337"/>
                </a:lnTo>
                <a:lnTo>
                  <a:pt x="2366" y="34440"/>
                </a:lnTo>
                <a:lnTo>
                  <a:pt x="7674" y="38273"/>
                </a:lnTo>
                <a:lnTo>
                  <a:pt x="16919" y="39420"/>
                </a:lnTo>
                <a:lnTo>
                  <a:pt x="18717" y="39526"/>
                </a:lnTo>
                <a:lnTo>
                  <a:pt x="23158" y="39315"/>
                </a:lnTo>
                <a:lnTo>
                  <a:pt x="25484" y="39315"/>
                </a:lnTo>
                <a:lnTo>
                  <a:pt x="27599" y="39209"/>
                </a:lnTo>
                <a:lnTo>
                  <a:pt x="31935" y="39209"/>
                </a:lnTo>
                <a:lnTo>
                  <a:pt x="33098" y="39315"/>
                </a:lnTo>
                <a:lnTo>
                  <a:pt x="38491" y="39315"/>
                </a:lnTo>
                <a:lnTo>
                  <a:pt x="38174" y="35721"/>
                </a:lnTo>
                <a:lnTo>
                  <a:pt x="42554" y="24504"/>
                </a:lnTo>
                <a:lnTo>
                  <a:pt x="43501" y="19432"/>
                </a:lnTo>
                <a:lnTo>
                  <a:pt x="42524" y="14262"/>
                </a:lnTo>
                <a:lnTo>
                  <a:pt x="39654" y="6446"/>
                </a:lnTo>
                <a:lnTo>
                  <a:pt x="38174" y="2113"/>
                </a:lnTo>
                <a:close/>
              </a:path>
            </a:pathLst>
          </a:custGeom>
          <a:solidFill>
            <a:srgbClr val="000000"/>
          </a:solidFill>
        </p:spPr>
        <p:txBody>
          <a:bodyPr wrap="square" lIns="0" tIns="0" rIns="0" bIns="0" rtlCol="0"/>
          <a:lstStyle/>
          <a:p>
            <a:endParaRPr/>
          </a:p>
        </p:txBody>
      </p:sp>
      <p:sp>
        <p:nvSpPr>
          <p:cNvPr id="572" name="object 572"/>
          <p:cNvSpPr/>
          <p:nvPr/>
        </p:nvSpPr>
        <p:spPr>
          <a:xfrm>
            <a:off x="3803747" y="6616224"/>
            <a:ext cx="45085" cy="40005"/>
          </a:xfrm>
          <a:custGeom>
            <a:avLst/>
            <a:gdLst/>
            <a:ahLst/>
            <a:cxnLst/>
            <a:rect l="l" t="t" r="r" b="b"/>
            <a:pathLst>
              <a:path w="45085" h="40004">
                <a:moveTo>
                  <a:pt x="36799" y="0"/>
                </a:moveTo>
                <a:lnTo>
                  <a:pt x="32569" y="0"/>
                </a:lnTo>
                <a:lnTo>
                  <a:pt x="30560" y="317"/>
                </a:lnTo>
                <a:lnTo>
                  <a:pt x="25802" y="211"/>
                </a:lnTo>
                <a:lnTo>
                  <a:pt x="17765" y="211"/>
                </a:lnTo>
                <a:lnTo>
                  <a:pt x="6133" y="422"/>
                </a:lnTo>
                <a:lnTo>
                  <a:pt x="105" y="5918"/>
                </a:lnTo>
                <a:lnTo>
                  <a:pt x="0" y="17332"/>
                </a:lnTo>
                <a:lnTo>
                  <a:pt x="0" y="23779"/>
                </a:lnTo>
                <a:lnTo>
                  <a:pt x="211" y="33502"/>
                </a:lnTo>
                <a:lnTo>
                  <a:pt x="6662" y="39526"/>
                </a:lnTo>
                <a:lnTo>
                  <a:pt x="24427" y="39526"/>
                </a:lnTo>
                <a:lnTo>
                  <a:pt x="26648" y="39315"/>
                </a:lnTo>
                <a:lnTo>
                  <a:pt x="30877" y="39315"/>
                </a:lnTo>
                <a:lnTo>
                  <a:pt x="32569" y="39632"/>
                </a:lnTo>
                <a:lnTo>
                  <a:pt x="33627" y="39632"/>
                </a:lnTo>
                <a:lnTo>
                  <a:pt x="37434" y="39526"/>
                </a:lnTo>
                <a:lnTo>
                  <a:pt x="39760" y="37941"/>
                </a:lnTo>
                <a:lnTo>
                  <a:pt x="39337" y="32973"/>
                </a:lnTo>
                <a:lnTo>
                  <a:pt x="45047" y="28323"/>
                </a:lnTo>
                <a:lnTo>
                  <a:pt x="43884" y="21876"/>
                </a:lnTo>
                <a:lnTo>
                  <a:pt x="44201" y="15535"/>
                </a:lnTo>
                <a:lnTo>
                  <a:pt x="44624" y="10357"/>
                </a:lnTo>
                <a:lnTo>
                  <a:pt x="39020" y="8454"/>
                </a:lnTo>
                <a:lnTo>
                  <a:pt x="38703" y="528"/>
                </a:lnTo>
                <a:close/>
              </a:path>
            </a:pathLst>
          </a:custGeom>
          <a:solidFill>
            <a:srgbClr val="000000"/>
          </a:solidFill>
        </p:spPr>
        <p:txBody>
          <a:bodyPr wrap="square" lIns="0" tIns="0" rIns="0" bIns="0" rtlCol="0"/>
          <a:lstStyle/>
          <a:p>
            <a:endParaRPr/>
          </a:p>
        </p:txBody>
      </p:sp>
      <p:sp>
        <p:nvSpPr>
          <p:cNvPr id="573" name="object 573"/>
          <p:cNvSpPr/>
          <p:nvPr/>
        </p:nvSpPr>
        <p:spPr>
          <a:xfrm>
            <a:off x="3509984" y="9208136"/>
            <a:ext cx="39370" cy="40005"/>
          </a:xfrm>
          <a:custGeom>
            <a:avLst/>
            <a:gdLst/>
            <a:ahLst/>
            <a:cxnLst/>
            <a:rect l="l" t="t" r="r" b="b"/>
            <a:pathLst>
              <a:path w="39370" h="40004">
                <a:moveTo>
                  <a:pt x="31829" y="0"/>
                </a:moveTo>
                <a:lnTo>
                  <a:pt x="25696" y="0"/>
                </a:lnTo>
                <a:lnTo>
                  <a:pt x="22629" y="380"/>
                </a:lnTo>
                <a:lnTo>
                  <a:pt x="17871" y="380"/>
                </a:lnTo>
                <a:lnTo>
                  <a:pt x="15967" y="126"/>
                </a:lnTo>
                <a:lnTo>
                  <a:pt x="11632" y="126"/>
                </a:lnTo>
                <a:lnTo>
                  <a:pt x="9517" y="253"/>
                </a:lnTo>
                <a:lnTo>
                  <a:pt x="845" y="380"/>
                </a:lnTo>
                <a:lnTo>
                  <a:pt x="0" y="1014"/>
                </a:lnTo>
                <a:lnTo>
                  <a:pt x="0" y="6341"/>
                </a:lnTo>
                <a:lnTo>
                  <a:pt x="115" y="14160"/>
                </a:lnTo>
                <a:lnTo>
                  <a:pt x="740" y="37666"/>
                </a:lnTo>
                <a:lnTo>
                  <a:pt x="5393" y="39188"/>
                </a:lnTo>
                <a:lnTo>
                  <a:pt x="10257" y="39568"/>
                </a:lnTo>
                <a:lnTo>
                  <a:pt x="15015" y="39568"/>
                </a:lnTo>
                <a:lnTo>
                  <a:pt x="19774" y="39695"/>
                </a:lnTo>
                <a:lnTo>
                  <a:pt x="24533" y="39315"/>
                </a:lnTo>
                <a:lnTo>
                  <a:pt x="32464" y="39315"/>
                </a:lnTo>
                <a:lnTo>
                  <a:pt x="33944" y="39441"/>
                </a:lnTo>
                <a:lnTo>
                  <a:pt x="38174" y="39441"/>
                </a:lnTo>
                <a:lnTo>
                  <a:pt x="39020" y="37793"/>
                </a:lnTo>
                <a:lnTo>
                  <a:pt x="39020" y="16106"/>
                </a:lnTo>
                <a:lnTo>
                  <a:pt x="38385" y="8370"/>
                </a:lnTo>
                <a:lnTo>
                  <a:pt x="38174" y="1902"/>
                </a:lnTo>
                <a:lnTo>
                  <a:pt x="35107" y="380"/>
                </a:lnTo>
                <a:close/>
              </a:path>
            </a:pathLst>
          </a:custGeom>
          <a:solidFill>
            <a:srgbClr val="000000"/>
          </a:solidFill>
        </p:spPr>
        <p:txBody>
          <a:bodyPr wrap="square" lIns="0" tIns="0" rIns="0" bIns="0" rtlCol="0"/>
          <a:lstStyle/>
          <a:p>
            <a:endParaRPr/>
          </a:p>
        </p:txBody>
      </p:sp>
      <p:sp>
        <p:nvSpPr>
          <p:cNvPr id="574" name="object 574"/>
          <p:cNvSpPr/>
          <p:nvPr/>
        </p:nvSpPr>
        <p:spPr>
          <a:xfrm>
            <a:off x="3219499" y="5166004"/>
            <a:ext cx="48260" cy="40005"/>
          </a:xfrm>
          <a:custGeom>
            <a:avLst/>
            <a:gdLst/>
            <a:ahLst/>
            <a:cxnLst/>
            <a:rect l="l" t="t" r="r" b="b"/>
            <a:pathLst>
              <a:path w="48260" h="40004">
                <a:moveTo>
                  <a:pt x="22735" y="0"/>
                </a:moveTo>
                <a:lnTo>
                  <a:pt x="16073" y="0"/>
                </a:lnTo>
                <a:lnTo>
                  <a:pt x="13218" y="211"/>
                </a:lnTo>
                <a:lnTo>
                  <a:pt x="7613" y="422"/>
                </a:lnTo>
                <a:lnTo>
                  <a:pt x="5921" y="1902"/>
                </a:lnTo>
                <a:lnTo>
                  <a:pt x="6239" y="5072"/>
                </a:lnTo>
                <a:lnTo>
                  <a:pt x="6450" y="9088"/>
                </a:lnTo>
                <a:lnTo>
                  <a:pt x="6979" y="12999"/>
                </a:lnTo>
                <a:lnTo>
                  <a:pt x="0" y="18177"/>
                </a:lnTo>
                <a:lnTo>
                  <a:pt x="528" y="21771"/>
                </a:lnTo>
                <a:lnTo>
                  <a:pt x="6239" y="26421"/>
                </a:lnTo>
                <a:lnTo>
                  <a:pt x="6344" y="29486"/>
                </a:lnTo>
                <a:lnTo>
                  <a:pt x="6239" y="32762"/>
                </a:lnTo>
                <a:lnTo>
                  <a:pt x="6027" y="36038"/>
                </a:lnTo>
                <a:lnTo>
                  <a:pt x="6027" y="39315"/>
                </a:lnTo>
                <a:lnTo>
                  <a:pt x="23158" y="39315"/>
                </a:lnTo>
                <a:lnTo>
                  <a:pt x="23158" y="39526"/>
                </a:lnTo>
                <a:lnTo>
                  <a:pt x="25907" y="39526"/>
                </a:lnTo>
                <a:lnTo>
                  <a:pt x="28657" y="39632"/>
                </a:lnTo>
                <a:lnTo>
                  <a:pt x="31300" y="39632"/>
                </a:lnTo>
                <a:lnTo>
                  <a:pt x="34156" y="39632"/>
                </a:lnTo>
                <a:lnTo>
                  <a:pt x="35530" y="39526"/>
                </a:lnTo>
                <a:lnTo>
                  <a:pt x="36905" y="39315"/>
                </a:lnTo>
                <a:lnTo>
                  <a:pt x="39549" y="38469"/>
                </a:lnTo>
                <a:lnTo>
                  <a:pt x="39549" y="32868"/>
                </a:lnTo>
                <a:lnTo>
                  <a:pt x="44942" y="30014"/>
                </a:lnTo>
                <a:lnTo>
                  <a:pt x="45365" y="20291"/>
                </a:lnTo>
                <a:lnTo>
                  <a:pt x="47903" y="14478"/>
                </a:lnTo>
                <a:lnTo>
                  <a:pt x="40712" y="7503"/>
                </a:lnTo>
                <a:lnTo>
                  <a:pt x="40923" y="2959"/>
                </a:lnTo>
                <a:lnTo>
                  <a:pt x="38914" y="1585"/>
                </a:lnTo>
                <a:lnTo>
                  <a:pt x="37434" y="422"/>
                </a:lnTo>
                <a:lnTo>
                  <a:pt x="35001" y="317"/>
                </a:lnTo>
                <a:lnTo>
                  <a:pt x="26225" y="211"/>
                </a:lnTo>
                <a:close/>
              </a:path>
            </a:pathLst>
          </a:custGeom>
          <a:solidFill>
            <a:srgbClr val="000000"/>
          </a:solidFill>
        </p:spPr>
        <p:txBody>
          <a:bodyPr wrap="square" lIns="0" tIns="0" rIns="0" bIns="0" rtlCol="0"/>
          <a:lstStyle/>
          <a:p>
            <a:endParaRPr/>
          </a:p>
        </p:txBody>
      </p:sp>
      <p:sp>
        <p:nvSpPr>
          <p:cNvPr id="575" name="object 575"/>
          <p:cNvSpPr/>
          <p:nvPr/>
        </p:nvSpPr>
        <p:spPr>
          <a:xfrm>
            <a:off x="3225051" y="9791268"/>
            <a:ext cx="40005" cy="40005"/>
          </a:xfrm>
          <a:custGeom>
            <a:avLst/>
            <a:gdLst/>
            <a:ahLst/>
            <a:cxnLst/>
            <a:rect l="l" t="t" r="r" b="b"/>
            <a:pathLst>
              <a:path w="40004" h="40004">
                <a:moveTo>
                  <a:pt x="25220" y="0"/>
                </a:moveTo>
                <a:lnTo>
                  <a:pt x="19933" y="0"/>
                </a:lnTo>
                <a:lnTo>
                  <a:pt x="17606" y="126"/>
                </a:lnTo>
                <a:lnTo>
                  <a:pt x="13165" y="126"/>
                </a:lnTo>
                <a:lnTo>
                  <a:pt x="12213" y="0"/>
                </a:lnTo>
                <a:lnTo>
                  <a:pt x="6503" y="0"/>
                </a:lnTo>
                <a:lnTo>
                  <a:pt x="4917" y="2536"/>
                </a:lnTo>
                <a:lnTo>
                  <a:pt x="5551" y="7355"/>
                </a:lnTo>
                <a:lnTo>
                  <a:pt x="1209" y="13708"/>
                </a:lnTo>
                <a:lnTo>
                  <a:pt x="0" y="20038"/>
                </a:lnTo>
                <a:lnTo>
                  <a:pt x="1566" y="26367"/>
                </a:lnTo>
                <a:lnTo>
                  <a:pt x="5551" y="32720"/>
                </a:lnTo>
                <a:lnTo>
                  <a:pt x="4917" y="37412"/>
                </a:lnTo>
                <a:lnTo>
                  <a:pt x="6820" y="39568"/>
                </a:lnTo>
                <a:lnTo>
                  <a:pt x="11896" y="39568"/>
                </a:lnTo>
                <a:lnTo>
                  <a:pt x="12953" y="39315"/>
                </a:lnTo>
                <a:lnTo>
                  <a:pt x="15280" y="39315"/>
                </a:lnTo>
                <a:lnTo>
                  <a:pt x="16232" y="39441"/>
                </a:lnTo>
                <a:lnTo>
                  <a:pt x="19933" y="39441"/>
                </a:lnTo>
                <a:lnTo>
                  <a:pt x="22259" y="39695"/>
                </a:lnTo>
                <a:lnTo>
                  <a:pt x="23211" y="39695"/>
                </a:lnTo>
                <a:lnTo>
                  <a:pt x="22894" y="39695"/>
                </a:lnTo>
                <a:lnTo>
                  <a:pt x="27441" y="39695"/>
                </a:lnTo>
                <a:lnTo>
                  <a:pt x="30719" y="37793"/>
                </a:lnTo>
                <a:lnTo>
                  <a:pt x="30719" y="30817"/>
                </a:lnTo>
                <a:lnTo>
                  <a:pt x="33362" y="30310"/>
                </a:lnTo>
                <a:lnTo>
                  <a:pt x="36006" y="29169"/>
                </a:lnTo>
                <a:lnTo>
                  <a:pt x="38755" y="28661"/>
                </a:lnTo>
                <a:lnTo>
                  <a:pt x="38755" y="27901"/>
                </a:lnTo>
                <a:lnTo>
                  <a:pt x="39178" y="23208"/>
                </a:lnTo>
                <a:lnTo>
                  <a:pt x="39707" y="18389"/>
                </a:lnTo>
                <a:lnTo>
                  <a:pt x="39390" y="11160"/>
                </a:lnTo>
                <a:lnTo>
                  <a:pt x="37592" y="9892"/>
                </a:lnTo>
                <a:lnTo>
                  <a:pt x="31353" y="9892"/>
                </a:lnTo>
                <a:lnTo>
                  <a:pt x="29979" y="8243"/>
                </a:lnTo>
                <a:lnTo>
                  <a:pt x="30190" y="2916"/>
                </a:lnTo>
                <a:lnTo>
                  <a:pt x="29238" y="507"/>
                </a:lnTo>
                <a:lnTo>
                  <a:pt x="26806" y="253"/>
                </a:lnTo>
                <a:close/>
              </a:path>
            </a:pathLst>
          </a:custGeom>
          <a:solidFill>
            <a:srgbClr val="000000"/>
          </a:solidFill>
        </p:spPr>
        <p:txBody>
          <a:bodyPr wrap="square" lIns="0" tIns="0" rIns="0" bIns="0" rtlCol="0"/>
          <a:lstStyle/>
          <a:p>
            <a:endParaRPr/>
          </a:p>
        </p:txBody>
      </p:sp>
      <p:sp>
        <p:nvSpPr>
          <p:cNvPr id="576" name="object 576"/>
          <p:cNvSpPr/>
          <p:nvPr/>
        </p:nvSpPr>
        <p:spPr>
          <a:xfrm>
            <a:off x="915566" y="3441212"/>
            <a:ext cx="43180" cy="40005"/>
          </a:xfrm>
          <a:custGeom>
            <a:avLst/>
            <a:gdLst/>
            <a:ahLst/>
            <a:cxnLst/>
            <a:rect l="l" t="t" r="r" b="b"/>
            <a:pathLst>
              <a:path w="43180" h="40004">
                <a:moveTo>
                  <a:pt x="29947" y="0"/>
                </a:moveTo>
                <a:lnTo>
                  <a:pt x="24744" y="0"/>
                </a:lnTo>
                <a:lnTo>
                  <a:pt x="24110" y="211"/>
                </a:lnTo>
                <a:lnTo>
                  <a:pt x="22841" y="422"/>
                </a:lnTo>
                <a:lnTo>
                  <a:pt x="20176" y="422"/>
                </a:lnTo>
                <a:lnTo>
                  <a:pt x="19034" y="317"/>
                </a:lnTo>
                <a:lnTo>
                  <a:pt x="16242" y="317"/>
                </a:lnTo>
                <a:lnTo>
                  <a:pt x="15100" y="422"/>
                </a:lnTo>
                <a:lnTo>
                  <a:pt x="9897" y="4333"/>
                </a:lnTo>
                <a:lnTo>
                  <a:pt x="4568" y="8243"/>
                </a:lnTo>
                <a:lnTo>
                  <a:pt x="2918" y="13105"/>
                </a:lnTo>
                <a:lnTo>
                  <a:pt x="1522" y="17755"/>
                </a:lnTo>
                <a:lnTo>
                  <a:pt x="0" y="24624"/>
                </a:lnTo>
                <a:lnTo>
                  <a:pt x="8755" y="33396"/>
                </a:lnTo>
                <a:lnTo>
                  <a:pt x="11928" y="39843"/>
                </a:lnTo>
                <a:lnTo>
                  <a:pt x="18907" y="39843"/>
                </a:lnTo>
                <a:lnTo>
                  <a:pt x="19795" y="39843"/>
                </a:lnTo>
                <a:lnTo>
                  <a:pt x="20810" y="39737"/>
                </a:lnTo>
                <a:lnTo>
                  <a:pt x="21826" y="39526"/>
                </a:lnTo>
                <a:lnTo>
                  <a:pt x="23856" y="39737"/>
                </a:lnTo>
                <a:lnTo>
                  <a:pt x="29439" y="39737"/>
                </a:lnTo>
                <a:lnTo>
                  <a:pt x="32612" y="37835"/>
                </a:lnTo>
                <a:lnTo>
                  <a:pt x="32739" y="30860"/>
                </a:lnTo>
                <a:lnTo>
                  <a:pt x="35276" y="30226"/>
                </a:lnTo>
                <a:lnTo>
                  <a:pt x="38068" y="29169"/>
                </a:lnTo>
                <a:lnTo>
                  <a:pt x="40352" y="28746"/>
                </a:lnTo>
                <a:lnTo>
                  <a:pt x="40606" y="27901"/>
                </a:lnTo>
                <a:lnTo>
                  <a:pt x="42383" y="20080"/>
                </a:lnTo>
                <a:lnTo>
                  <a:pt x="43017" y="12470"/>
                </a:lnTo>
                <a:lnTo>
                  <a:pt x="32231" y="4016"/>
                </a:lnTo>
                <a:lnTo>
                  <a:pt x="29947" y="0"/>
                </a:lnTo>
                <a:close/>
              </a:path>
            </a:pathLst>
          </a:custGeom>
          <a:solidFill>
            <a:srgbClr val="000000"/>
          </a:solidFill>
        </p:spPr>
        <p:txBody>
          <a:bodyPr wrap="square" lIns="0" tIns="0" rIns="0" bIns="0" rtlCol="0"/>
          <a:lstStyle/>
          <a:p>
            <a:endParaRPr/>
          </a:p>
        </p:txBody>
      </p:sp>
      <p:sp>
        <p:nvSpPr>
          <p:cNvPr id="577" name="object 577"/>
          <p:cNvSpPr/>
          <p:nvPr/>
        </p:nvSpPr>
        <p:spPr>
          <a:xfrm>
            <a:off x="1784207" y="3725295"/>
            <a:ext cx="41275" cy="40005"/>
          </a:xfrm>
          <a:custGeom>
            <a:avLst/>
            <a:gdLst/>
            <a:ahLst/>
            <a:cxnLst/>
            <a:rect l="l" t="t" r="r" b="b"/>
            <a:pathLst>
              <a:path w="41275" h="40004">
                <a:moveTo>
                  <a:pt x="21254" y="0"/>
                </a:moveTo>
                <a:lnTo>
                  <a:pt x="17236" y="0"/>
                </a:lnTo>
                <a:lnTo>
                  <a:pt x="11209" y="1479"/>
                </a:lnTo>
                <a:lnTo>
                  <a:pt x="11209" y="2430"/>
                </a:lnTo>
                <a:lnTo>
                  <a:pt x="11737" y="9194"/>
                </a:lnTo>
                <a:lnTo>
                  <a:pt x="6027" y="11731"/>
                </a:lnTo>
                <a:lnTo>
                  <a:pt x="211" y="18917"/>
                </a:lnTo>
                <a:lnTo>
                  <a:pt x="0" y="27795"/>
                </a:lnTo>
                <a:lnTo>
                  <a:pt x="2749" y="28852"/>
                </a:lnTo>
                <a:lnTo>
                  <a:pt x="7190" y="30331"/>
                </a:lnTo>
                <a:lnTo>
                  <a:pt x="12266" y="30437"/>
                </a:lnTo>
                <a:lnTo>
                  <a:pt x="10891" y="37307"/>
                </a:lnTo>
                <a:lnTo>
                  <a:pt x="16496" y="39315"/>
                </a:lnTo>
                <a:lnTo>
                  <a:pt x="17236" y="39632"/>
                </a:lnTo>
                <a:lnTo>
                  <a:pt x="21254" y="39526"/>
                </a:lnTo>
                <a:lnTo>
                  <a:pt x="23792" y="39737"/>
                </a:lnTo>
                <a:lnTo>
                  <a:pt x="24533" y="39737"/>
                </a:lnTo>
                <a:lnTo>
                  <a:pt x="24215" y="39737"/>
                </a:lnTo>
                <a:lnTo>
                  <a:pt x="28657" y="39737"/>
                </a:lnTo>
                <a:lnTo>
                  <a:pt x="30772" y="37307"/>
                </a:lnTo>
                <a:lnTo>
                  <a:pt x="30560" y="31282"/>
                </a:lnTo>
                <a:lnTo>
                  <a:pt x="33098" y="30437"/>
                </a:lnTo>
                <a:lnTo>
                  <a:pt x="34367" y="29697"/>
                </a:lnTo>
                <a:lnTo>
                  <a:pt x="36270" y="28746"/>
                </a:lnTo>
                <a:lnTo>
                  <a:pt x="39443" y="27901"/>
                </a:lnTo>
                <a:lnTo>
                  <a:pt x="39654" y="26527"/>
                </a:lnTo>
                <a:lnTo>
                  <a:pt x="40395" y="23673"/>
                </a:lnTo>
                <a:lnTo>
                  <a:pt x="40923" y="19234"/>
                </a:lnTo>
                <a:lnTo>
                  <a:pt x="34050" y="11202"/>
                </a:lnTo>
                <a:lnTo>
                  <a:pt x="28022" y="5918"/>
                </a:lnTo>
                <a:lnTo>
                  <a:pt x="22206" y="422"/>
                </a:lnTo>
                <a:lnTo>
                  <a:pt x="21889" y="211"/>
                </a:lnTo>
                <a:close/>
              </a:path>
            </a:pathLst>
          </a:custGeom>
          <a:solidFill>
            <a:srgbClr val="000000"/>
          </a:solidFill>
        </p:spPr>
        <p:txBody>
          <a:bodyPr wrap="square" lIns="0" tIns="0" rIns="0" bIns="0" rtlCol="0"/>
          <a:lstStyle/>
          <a:p>
            <a:endParaRPr/>
          </a:p>
        </p:txBody>
      </p:sp>
      <p:sp>
        <p:nvSpPr>
          <p:cNvPr id="578" name="object 578"/>
          <p:cNvSpPr/>
          <p:nvPr/>
        </p:nvSpPr>
        <p:spPr>
          <a:xfrm>
            <a:off x="3803535" y="6322312"/>
            <a:ext cx="40640" cy="34925"/>
          </a:xfrm>
          <a:custGeom>
            <a:avLst/>
            <a:gdLst/>
            <a:ahLst/>
            <a:cxnLst/>
            <a:rect l="l" t="t" r="r" b="b"/>
            <a:pathLst>
              <a:path w="40639" h="34925">
                <a:moveTo>
                  <a:pt x="12055" y="0"/>
                </a:moveTo>
                <a:lnTo>
                  <a:pt x="8328" y="4544"/>
                </a:lnTo>
                <a:lnTo>
                  <a:pt x="7022" y="6024"/>
                </a:lnTo>
                <a:lnTo>
                  <a:pt x="3489" y="8243"/>
                </a:lnTo>
                <a:lnTo>
                  <a:pt x="1480" y="11625"/>
                </a:lnTo>
                <a:lnTo>
                  <a:pt x="0" y="14056"/>
                </a:lnTo>
                <a:lnTo>
                  <a:pt x="317" y="17860"/>
                </a:lnTo>
                <a:lnTo>
                  <a:pt x="425" y="19423"/>
                </a:lnTo>
                <a:lnTo>
                  <a:pt x="528" y="20925"/>
                </a:lnTo>
                <a:lnTo>
                  <a:pt x="634" y="23039"/>
                </a:lnTo>
                <a:lnTo>
                  <a:pt x="2220" y="24624"/>
                </a:lnTo>
                <a:lnTo>
                  <a:pt x="8671" y="24624"/>
                </a:lnTo>
                <a:lnTo>
                  <a:pt x="9834" y="26315"/>
                </a:lnTo>
                <a:lnTo>
                  <a:pt x="10151" y="28640"/>
                </a:lnTo>
                <a:lnTo>
                  <a:pt x="10426" y="29601"/>
                </a:lnTo>
                <a:lnTo>
                  <a:pt x="10468" y="32445"/>
                </a:lnTo>
                <a:lnTo>
                  <a:pt x="11314" y="32973"/>
                </a:lnTo>
                <a:lnTo>
                  <a:pt x="13747" y="34347"/>
                </a:lnTo>
                <a:lnTo>
                  <a:pt x="16179" y="34770"/>
                </a:lnTo>
                <a:lnTo>
                  <a:pt x="18717" y="34770"/>
                </a:lnTo>
                <a:lnTo>
                  <a:pt x="18717" y="34559"/>
                </a:lnTo>
                <a:lnTo>
                  <a:pt x="21572" y="34559"/>
                </a:lnTo>
                <a:lnTo>
                  <a:pt x="24638" y="34136"/>
                </a:lnTo>
                <a:lnTo>
                  <a:pt x="27599" y="34136"/>
                </a:lnTo>
                <a:lnTo>
                  <a:pt x="32203" y="29601"/>
                </a:lnTo>
                <a:lnTo>
                  <a:pt x="36667" y="24968"/>
                </a:lnTo>
                <a:lnTo>
                  <a:pt x="39585" y="19423"/>
                </a:lnTo>
                <a:lnTo>
                  <a:pt x="39633" y="11625"/>
                </a:lnTo>
                <a:lnTo>
                  <a:pt x="40171" y="8243"/>
                </a:lnTo>
                <a:lnTo>
                  <a:pt x="40289" y="7503"/>
                </a:lnTo>
                <a:lnTo>
                  <a:pt x="38385" y="6024"/>
                </a:lnTo>
                <a:lnTo>
                  <a:pt x="33415" y="4544"/>
                </a:lnTo>
                <a:lnTo>
                  <a:pt x="28974" y="3064"/>
                </a:lnTo>
                <a:lnTo>
                  <a:pt x="25844" y="528"/>
                </a:lnTo>
                <a:lnTo>
                  <a:pt x="15121" y="528"/>
                </a:lnTo>
                <a:lnTo>
                  <a:pt x="12055" y="0"/>
                </a:lnTo>
                <a:close/>
              </a:path>
              <a:path w="40639" h="34925">
                <a:moveTo>
                  <a:pt x="25192" y="0"/>
                </a:moveTo>
                <a:lnTo>
                  <a:pt x="18294" y="0"/>
                </a:lnTo>
                <a:lnTo>
                  <a:pt x="15121" y="528"/>
                </a:lnTo>
                <a:lnTo>
                  <a:pt x="25844" y="528"/>
                </a:lnTo>
                <a:lnTo>
                  <a:pt x="25192" y="0"/>
                </a:lnTo>
                <a:close/>
              </a:path>
            </a:pathLst>
          </a:custGeom>
          <a:solidFill>
            <a:srgbClr val="000000"/>
          </a:solidFill>
        </p:spPr>
        <p:txBody>
          <a:bodyPr wrap="square" lIns="0" tIns="0" rIns="0" bIns="0" rtlCol="0"/>
          <a:lstStyle/>
          <a:p>
            <a:endParaRPr/>
          </a:p>
        </p:txBody>
      </p:sp>
      <p:sp>
        <p:nvSpPr>
          <p:cNvPr id="579" name="object 579"/>
          <p:cNvSpPr/>
          <p:nvPr/>
        </p:nvSpPr>
        <p:spPr>
          <a:xfrm>
            <a:off x="3803324" y="8639895"/>
            <a:ext cx="42545" cy="34925"/>
          </a:xfrm>
          <a:custGeom>
            <a:avLst/>
            <a:gdLst/>
            <a:ahLst/>
            <a:cxnLst/>
            <a:rect l="l" t="t" r="r" b="b"/>
            <a:pathLst>
              <a:path w="42545" h="34925">
                <a:moveTo>
                  <a:pt x="15121" y="0"/>
                </a:moveTo>
                <a:lnTo>
                  <a:pt x="11209" y="0"/>
                </a:lnTo>
                <a:lnTo>
                  <a:pt x="10045" y="3487"/>
                </a:lnTo>
                <a:lnTo>
                  <a:pt x="7825" y="5284"/>
                </a:lnTo>
                <a:lnTo>
                  <a:pt x="5498" y="7292"/>
                </a:lnTo>
                <a:lnTo>
                  <a:pt x="2537" y="9511"/>
                </a:lnTo>
                <a:lnTo>
                  <a:pt x="0" y="15007"/>
                </a:lnTo>
                <a:lnTo>
                  <a:pt x="211" y="18812"/>
                </a:lnTo>
                <a:lnTo>
                  <a:pt x="1057" y="21771"/>
                </a:lnTo>
                <a:lnTo>
                  <a:pt x="1268" y="23250"/>
                </a:lnTo>
                <a:lnTo>
                  <a:pt x="4547" y="23884"/>
                </a:lnTo>
                <a:lnTo>
                  <a:pt x="6556" y="24730"/>
                </a:lnTo>
                <a:lnTo>
                  <a:pt x="8988" y="25575"/>
                </a:lnTo>
                <a:lnTo>
                  <a:pt x="10786" y="26632"/>
                </a:lnTo>
                <a:lnTo>
                  <a:pt x="10574" y="29592"/>
                </a:lnTo>
                <a:lnTo>
                  <a:pt x="10574" y="30860"/>
                </a:lnTo>
                <a:lnTo>
                  <a:pt x="11420" y="33396"/>
                </a:lnTo>
                <a:lnTo>
                  <a:pt x="12160" y="33608"/>
                </a:lnTo>
                <a:lnTo>
                  <a:pt x="15227" y="34030"/>
                </a:lnTo>
                <a:lnTo>
                  <a:pt x="18505" y="34876"/>
                </a:lnTo>
                <a:lnTo>
                  <a:pt x="21572" y="34876"/>
                </a:lnTo>
                <a:lnTo>
                  <a:pt x="21572" y="34664"/>
                </a:lnTo>
                <a:lnTo>
                  <a:pt x="24638" y="34664"/>
                </a:lnTo>
                <a:lnTo>
                  <a:pt x="27494" y="33925"/>
                </a:lnTo>
                <a:lnTo>
                  <a:pt x="35319" y="27055"/>
                </a:lnTo>
                <a:lnTo>
                  <a:pt x="41981" y="22828"/>
                </a:lnTo>
                <a:lnTo>
                  <a:pt x="39866" y="13950"/>
                </a:lnTo>
                <a:lnTo>
                  <a:pt x="39866" y="13739"/>
                </a:lnTo>
                <a:lnTo>
                  <a:pt x="41875" y="5918"/>
                </a:lnTo>
                <a:lnTo>
                  <a:pt x="34896" y="6341"/>
                </a:lnTo>
                <a:lnTo>
                  <a:pt x="28339" y="422"/>
                </a:lnTo>
                <a:lnTo>
                  <a:pt x="25273" y="105"/>
                </a:lnTo>
                <a:lnTo>
                  <a:pt x="20937" y="105"/>
                </a:lnTo>
                <a:lnTo>
                  <a:pt x="19563" y="211"/>
                </a:lnTo>
                <a:lnTo>
                  <a:pt x="16390" y="211"/>
                </a:lnTo>
                <a:lnTo>
                  <a:pt x="15438" y="105"/>
                </a:lnTo>
                <a:close/>
              </a:path>
            </a:pathLst>
          </a:custGeom>
          <a:solidFill>
            <a:srgbClr val="000000"/>
          </a:solidFill>
        </p:spPr>
        <p:txBody>
          <a:bodyPr wrap="square" lIns="0" tIns="0" rIns="0" bIns="0" rtlCol="0"/>
          <a:lstStyle/>
          <a:p>
            <a:endParaRPr/>
          </a:p>
        </p:txBody>
      </p:sp>
      <p:sp>
        <p:nvSpPr>
          <p:cNvPr id="580" name="object 580"/>
          <p:cNvSpPr/>
          <p:nvPr/>
        </p:nvSpPr>
        <p:spPr>
          <a:xfrm>
            <a:off x="3509667" y="5464883"/>
            <a:ext cx="40640" cy="34925"/>
          </a:xfrm>
          <a:custGeom>
            <a:avLst/>
            <a:gdLst/>
            <a:ahLst/>
            <a:cxnLst/>
            <a:rect l="l" t="t" r="r" b="b"/>
            <a:pathLst>
              <a:path w="40639" h="34925">
                <a:moveTo>
                  <a:pt x="21043" y="0"/>
                </a:moveTo>
                <a:lnTo>
                  <a:pt x="18717" y="0"/>
                </a:lnTo>
                <a:lnTo>
                  <a:pt x="18188" y="211"/>
                </a:lnTo>
                <a:lnTo>
                  <a:pt x="13006" y="2642"/>
                </a:lnTo>
                <a:lnTo>
                  <a:pt x="10891" y="10145"/>
                </a:lnTo>
                <a:lnTo>
                  <a:pt x="2326" y="10145"/>
                </a:lnTo>
                <a:lnTo>
                  <a:pt x="1374" y="10991"/>
                </a:lnTo>
                <a:lnTo>
                  <a:pt x="740" y="13105"/>
                </a:lnTo>
                <a:lnTo>
                  <a:pt x="634" y="14690"/>
                </a:lnTo>
                <a:lnTo>
                  <a:pt x="422" y="16169"/>
                </a:lnTo>
                <a:lnTo>
                  <a:pt x="102" y="16169"/>
                </a:lnTo>
                <a:lnTo>
                  <a:pt x="0" y="19234"/>
                </a:lnTo>
                <a:lnTo>
                  <a:pt x="9411" y="26104"/>
                </a:lnTo>
                <a:lnTo>
                  <a:pt x="11103" y="28112"/>
                </a:lnTo>
                <a:lnTo>
                  <a:pt x="12689" y="29803"/>
                </a:lnTo>
                <a:lnTo>
                  <a:pt x="16179" y="33079"/>
                </a:lnTo>
                <a:lnTo>
                  <a:pt x="18082" y="34664"/>
                </a:lnTo>
                <a:lnTo>
                  <a:pt x="21572" y="34664"/>
                </a:lnTo>
                <a:lnTo>
                  <a:pt x="23264" y="33396"/>
                </a:lnTo>
                <a:lnTo>
                  <a:pt x="26013" y="30648"/>
                </a:lnTo>
                <a:lnTo>
                  <a:pt x="29608" y="27372"/>
                </a:lnTo>
                <a:lnTo>
                  <a:pt x="32887" y="24730"/>
                </a:lnTo>
                <a:lnTo>
                  <a:pt x="37857" y="23673"/>
                </a:lnTo>
                <a:lnTo>
                  <a:pt x="40500" y="23039"/>
                </a:lnTo>
                <a:lnTo>
                  <a:pt x="40500" y="11202"/>
                </a:lnTo>
                <a:lnTo>
                  <a:pt x="37857" y="10991"/>
                </a:lnTo>
                <a:lnTo>
                  <a:pt x="30877" y="10145"/>
                </a:lnTo>
                <a:lnTo>
                  <a:pt x="27388" y="4650"/>
                </a:lnTo>
                <a:lnTo>
                  <a:pt x="22735" y="739"/>
                </a:lnTo>
                <a:lnTo>
                  <a:pt x="22206" y="211"/>
                </a:lnTo>
                <a:lnTo>
                  <a:pt x="21043" y="0"/>
                </a:lnTo>
                <a:close/>
              </a:path>
            </a:pathLst>
          </a:custGeom>
          <a:solidFill>
            <a:srgbClr val="000000"/>
          </a:solidFill>
        </p:spPr>
        <p:txBody>
          <a:bodyPr wrap="square" lIns="0" tIns="0" rIns="0" bIns="0" rtlCol="0"/>
          <a:lstStyle/>
          <a:p>
            <a:endParaRPr/>
          </a:p>
        </p:txBody>
      </p:sp>
      <p:sp>
        <p:nvSpPr>
          <p:cNvPr id="581" name="object 581"/>
          <p:cNvSpPr/>
          <p:nvPr/>
        </p:nvSpPr>
        <p:spPr>
          <a:xfrm>
            <a:off x="2946146" y="4602698"/>
            <a:ext cx="25400" cy="24765"/>
          </a:xfrm>
          <a:custGeom>
            <a:avLst/>
            <a:gdLst/>
            <a:ahLst/>
            <a:cxnLst/>
            <a:rect l="l" t="t" r="r" b="b"/>
            <a:pathLst>
              <a:path w="25400" h="24764">
                <a:moveTo>
                  <a:pt x="20831" y="0"/>
                </a:moveTo>
                <a:lnTo>
                  <a:pt x="16073" y="0"/>
                </a:lnTo>
                <a:lnTo>
                  <a:pt x="14381" y="105"/>
                </a:lnTo>
                <a:lnTo>
                  <a:pt x="12583" y="105"/>
                </a:lnTo>
                <a:lnTo>
                  <a:pt x="7613" y="0"/>
                </a:lnTo>
                <a:lnTo>
                  <a:pt x="1163" y="105"/>
                </a:lnTo>
                <a:lnTo>
                  <a:pt x="211" y="739"/>
                </a:lnTo>
                <a:lnTo>
                  <a:pt x="211" y="6235"/>
                </a:lnTo>
                <a:lnTo>
                  <a:pt x="0" y="15852"/>
                </a:lnTo>
                <a:lnTo>
                  <a:pt x="211" y="20714"/>
                </a:lnTo>
                <a:lnTo>
                  <a:pt x="528" y="22933"/>
                </a:lnTo>
                <a:lnTo>
                  <a:pt x="1903" y="24624"/>
                </a:lnTo>
                <a:lnTo>
                  <a:pt x="8988" y="24624"/>
                </a:lnTo>
                <a:lnTo>
                  <a:pt x="10786" y="24730"/>
                </a:lnTo>
                <a:lnTo>
                  <a:pt x="12689" y="24730"/>
                </a:lnTo>
                <a:lnTo>
                  <a:pt x="12795" y="24519"/>
                </a:lnTo>
                <a:lnTo>
                  <a:pt x="14804" y="24519"/>
                </a:lnTo>
                <a:lnTo>
                  <a:pt x="18188" y="24307"/>
                </a:lnTo>
                <a:lnTo>
                  <a:pt x="24533" y="18812"/>
                </a:lnTo>
                <a:lnTo>
                  <a:pt x="24744" y="15747"/>
                </a:lnTo>
                <a:lnTo>
                  <a:pt x="25167" y="11836"/>
                </a:lnTo>
                <a:lnTo>
                  <a:pt x="25167" y="7609"/>
                </a:lnTo>
                <a:lnTo>
                  <a:pt x="24638" y="2430"/>
                </a:lnTo>
                <a:lnTo>
                  <a:pt x="23264" y="422"/>
                </a:lnTo>
                <a:lnTo>
                  <a:pt x="22206" y="211"/>
                </a:lnTo>
                <a:close/>
              </a:path>
            </a:pathLst>
          </a:custGeom>
          <a:solidFill>
            <a:srgbClr val="000000"/>
          </a:solidFill>
        </p:spPr>
        <p:txBody>
          <a:bodyPr wrap="square" lIns="0" tIns="0" rIns="0" bIns="0" rtlCol="0"/>
          <a:lstStyle/>
          <a:p>
            <a:endParaRPr/>
          </a:p>
        </p:txBody>
      </p:sp>
      <p:sp>
        <p:nvSpPr>
          <p:cNvPr id="582" name="object 582"/>
          <p:cNvSpPr/>
          <p:nvPr/>
        </p:nvSpPr>
        <p:spPr>
          <a:xfrm>
            <a:off x="1210957" y="3446074"/>
            <a:ext cx="26034" cy="25400"/>
          </a:xfrm>
          <a:custGeom>
            <a:avLst/>
            <a:gdLst/>
            <a:ahLst/>
            <a:cxnLst/>
            <a:rect l="l" t="t" r="r" b="b"/>
            <a:pathLst>
              <a:path w="26034" h="25400">
                <a:moveTo>
                  <a:pt x="17659" y="0"/>
                </a:moveTo>
                <a:lnTo>
                  <a:pt x="12711" y="0"/>
                </a:lnTo>
                <a:lnTo>
                  <a:pt x="7402" y="1902"/>
                </a:lnTo>
                <a:lnTo>
                  <a:pt x="5075" y="3276"/>
                </a:lnTo>
                <a:lnTo>
                  <a:pt x="0" y="6552"/>
                </a:lnTo>
                <a:lnTo>
                  <a:pt x="1268" y="11519"/>
                </a:lnTo>
                <a:lnTo>
                  <a:pt x="1153" y="13950"/>
                </a:lnTo>
                <a:lnTo>
                  <a:pt x="1057" y="17649"/>
                </a:lnTo>
                <a:lnTo>
                  <a:pt x="803" y="18917"/>
                </a:lnTo>
                <a:lnTo>
                  <a:pt x="740" y="19234"/>
                </a:lnTo>
                <a:lnTo>
                  <a:pt x="1057" y="20820"/>
                </a:lnTo>
                <a:lnTo>
                  <a:pt x="1374" y="23250"/>
                </a:lnTo>
                <a:lnTo>
                  <a:pt x="2615" y="24941"/>
                </a:lnTo>
                <a:lnTo>
                  <a:pt x="12953" y="24941"/>
                </a:lnTo>
                <a:lnTo>
                  <a:pt x="20091" y="24307"/>
                </a:lnTo>
                <a:lnTo>
                  <a:pt x="25061" y="18917"/>
                </a:lnTo>
                <a:lnTo>
                  <a:pt x="25484" y="13950"/>
                </a:lnTo>
                <a:lnTo>
                  <a:pt x="25907" y="9406"/>
                </a:lnTo>
                <a:lnTo>
                  <a:pt x="22100" y="1902"/>
                </a:lnTo>
                <a:lnTo>
                  <a:pt x="18188" y="211"/>
                </a:lnTo>
                <a:lnTo>
                  <a:pt x="17659" y="0"/>
                </a:lnTo>
                <a:close/>
              </a:path>
            </a:pathLst>
          </a:custGeom>
          <a:solidFill>
            <a:srgbClr val="000000"/>
          </a:solidFill>
        </p:spPr>
        <p:txBody>
          <a:bodyPr wrap="square" lIns="0" tIns="0" rIns="0" bIns="0" rtlCol="0"/>
          <a:lstStyle/>
          <a:p>
            <a:endParaRPr/>
          </a:p>
        </p:txBody>
      </p:sp>
      <p:sp>
        <p:nvSpPr>
          <p:cNvPr id="583" name="object 583"/>
          <p:cNvSpPr/>
          <p:nvPr/>
        </p:nvSpPr>
        <p:spPr>
          <a:xfrm>
            <a:off x="3517915" y="9511877"/>
            <a:ext cx="22225" cy="25400"/>
          </a:xfrm>
          <a:custGeom>
            <a:avLst/>
            <a:gdLst/>
            <a:ahLst/>
            <a:cxnLst/>
            <a:rect l="l" t="t" r="r" b="b"/>
            <a:pathLst>
              <a:path w="22225" h="25400">
                <a:moveTo>
                  <a:pt x="13006" y="0"/>
                </a:moveTo>
                <a:lnTo>
                  <a:pt x="8142" y="0"/>
                </a:lnTo>
                <a:lnTo>
                  <a:pt x="6239" y="126"/>
                </a:lnTo>
                <a:lnTo>
                  <a:pt x="0" y="2282"/>
                </a:lnTo>
                <a:lnTo>
                  <a:pt x="2326" y="7736"/>
                </a:lnTo>
                <a:lnTo>
                  <a:pt x="1903" y="11540"/>
                </a:lnTo>
                <a:lnTo>
                  <a:pt x="1691" y="14711"/>
                </a:lnTo>
                <a:lnTo>
                  <a:pt x="1586" y="18008"/>
                </a:lnTo>
                <a:lnTo>
                  <a:pt x="2009" y="22447"/>
                </a:lnTo>
                <a:lnTo>
                  <a:pt x="3595" y="24730"/>
                </a:lnTo>
                <a:lnTo>
                  <a:pt x="4441" y="24730"/>
                </a:lnTo>
                <a:lnTo>
                  <a:pt x="9305" y="24984"/>
                </a:lnTo>
                <a:lnTo>
                  <a:pt x="11737" y="24984"/>
                </a:lnTo>
                <a:lnTo>
                  <a:pt x="11526" y="25110"/>
                </a:lnTo>
                <a:lnTo>
                  <a:pt x="16390" y="25110"/>
                </a:lnTo>
                <a:lnTo>
                  <a:pt x="19774" y="24730"/>
                </a:lnTo>
                <a:lnTo>
                  <a:pt x="20937" y="22447"/>
                </a:lnTo>
                <a:lnTo>
                  <a:pt x="21254" y="21179"/>
                </a:lnTo>
                <a:lnTo>
                  <a:pt x="21572" y="18896"/>
                </a:lnTo>
                <a:lnTo>
                  <a:pt x="21360" y="16360"/>
                </a:lnTo>
                <a:lnTo>
                  <a:pt x="21360" y="13950"/>
                </a:lnTo>
                <a:lnTo>
                  <a:pt x="21466" y="10653"/>
                </a:lnTo>
                <a:lnTo>
                  <a:pt x="21677" y="7355"/>
                </a:lnTo>
                <a:lnTo>
                  <a:pt x="21254" y="2916"/>
                </a:lnTo>
                <a:lnTo>
                  <a:pt x="19668" y="634"/>
                </a:lnTo>
                <a:lnTo>
                  <a:pt x="18822" y="634"/>
                </a:lnTo>
                <a:lnTo>
                  <a:pt x="15967" y="380"/>
                </a:lnTo>
                <a:close/>
              </a:path>
            </a:pathLst>
          </a:custGeom>
          <a:solidFill>
            <a:srgbClr val="000000"/>
          </a:solidFill>
        </p:spPr>
        <p:txBody>
          <a:bodyPr wrap="square" lIns="0" tIns="0" rIns="0" bIns="0" rtlCol="0"/>
          <a:lstStyle/>
          <a:p>
            <a:endParaRPr/>
          </a:p>
        </p:txBody>
      </p:sp>
      <p:sp>
        <p:nvSpPr>
          <p:cNvPr id="584" name="object 584"/>
          <p:cNvSpPr/>
          <p:nvPr/>
        </p:nvSpPr>
        <p:spPr>
          <a:xfrm>
            <a:off x="2653123" y="4308892"/>
            <a:ext cx="18415" cy="19685"/>
          </a:xfrm>
          <a:custGeom>
            <a:avLst/>
            <a:gdLst/>
            <a:ahLst/>
            <a:cxnLst/>
            <a:rect l="l" t="t" r="r" b="b"/>
            <a:pathLst>
              <a:path w="18414" h="19685">
                <a:moveTo>
                  <a:pt x="13852" y="0"/>
                </a:moveTo>
                <a:lnTo>
                  <a:pt x="6662" y="0"/>
                </a:lnTo>
                <a:lnTo>
                  <a:pt x="4229" y="105"/>
                </a:lnTo>
                <a:lnTo>
                  <a:pt x="1163" y="105"/>
                </a:lnTo>
                <a:lnTo>
                  <a:pt x="105" y="1056"/>
                </a:lnTo>
                <a:lnTo>
                  <a:pt x="0" y="7292"/>
                </a:lnTo>
                <a:lnTo>
                  <a:pt x="0" y="12682"/>
                </a:lnTo>
                <a:lnTo>
                  <a:pt x="317" y="18072"/>
                </a:lnTo>
                <a:lnTo>
                  <a:pt x="422" y="18600"/>
                </a:lnTo>
                <a:lnTo>
                  <a:pt x="1268" y="19657"/>
                </a:lnTo>
                <a:lnTo>
                  <a:pt x="4335" y="19657"/>
                </a:lnTo>
                <a:lnTo>
                  <a:pt x="9305" y="19657"/>
                </a:lnTo>
                <a:lnTo>
                  <a:pt x="9305" y="19446"/>
                </a:lnTo>
                <a:lnTo>
                  <a:pt x="10257" y="19446"/>
                </a:lnTo>
                <a:lnTo>
                  <a:pt x="11314" y="19657"/>
                </a:lnTo>
                <a:lnTo>
                  <a:pt x="13429" y="19657"/>
                </a:lnTo>
                <a:lnTo>
                  <a:pt x="13958" y="19446"/>
                </a:lnTo>
                <a:lnTo>
                  <a:pt x="15544" y="19234"/>
                </a:lnTo>
                <a:lnTo>
                  <a:pt x="18082" y="18495"/>
                </a:lnTo>
                <a:lnTo>
                  <a:pt x="18082" y="17860"/>
                </a:lnTo>
                <a:lnTo>
                  <a:pt x="18294" y="12365"/>
                </a:lnTo>
                <a:lnTo>
                  <a:pt x="18294" y="7080"/>
                </a:lnTo>
                <a:lnTo>
                  <a:pt x="18082" y="1585"/>
                </a:lnTo>
                <a:lnTo>
                  <a:pt x="17871" y="1056"/>
                </a:lnTo>
                <a:lnTo>
                  <a:pt x="16919" y="105"/>
                </a:lnTo>
                <a:lnTo>
                  <a:pt x="16284" y="105"/>
                </a:lnTo>
                <a:lnTo>
                  <a:pt x="13852" y="0"/>
                </a:lnTo>
                <a:close/>
              </a:path>
            </a:pathLst>
          </a:custGeom>
          <a:solidFill>
            <a:srgbClr val="000000"/>
          </a:solidFill>
        </p:spPr>
        <p:txBody>
          <a:bodyPr wrap="square" lIns="0" tIns="0" rIns="0" bIns="0" rtlCol="0"/>
          <a:lstStyle/>
          <a:p>
            <a:endParaRPr/>
          </a:p>
        </p:txBody>
      </p:sp>
      <p:sp>
        <p:nvSpPr>
          <p:cNvPr id="585" name="object 585"/>
          <p:cNvSpPr/>
          <p:nvPr/>
        </p:nvSpPr>
        <p:spPr>
          <a:xfrm>
            <a:off x="3814322" y="6043301"/>
            <a:ext cx="18415" cy="19685"/>
          </a:xfrm>
          <a:custGeom>
            <a:avLst/>
            <a:gdLst/>
            <a:ahLst/>
            <a:cxnLst/>
            <a:rect l="l" t="t" r="r" b="b"/>
            <a:pathLst>
              <a:path w="18414" h="19685">
                <a:moveTo>
                  <a:pt x="13852" y="0"/>
                </a:moveTo>
                <a:lnTo>
                  <a:pt x="6662" y="0"/>
                </a:lnTo>
                <a:lnTo>
                  <a:pt x="4229" y="105"/>
                </a:lnTo>
                <a:lnTo>
                  <a:pt x="1163" y="105"/>
                </a:lnTo>
                <a:lnTo>
                  <a:pt x="211" y="1162"/>
                </a:lnTo>
                <a:lnTo>
                  <a:pt x="211" y="1796"/>
                </a:lnTo>
                <a:lnTo>
                  <a:pt x="0" y="7292"/>
                </a:lnTo>
                <a:lnTo>
                  <a:pt x="0" y="12682"/>
                </a:lnTo>
                <a:lnTo>
                  <a:pt x="317" y="18072"/>
                </a:lnTo>
                <a:lnTo>
                  <a:pt x="317" y="18600"/>
                </a:lnTo>
                <a:lnTo>
                  <a:pt x="1268" y="19657"/>
                </a:lnTo>
                <a:lnTo>
                  <a:pt x="4335" y="19657"/>
                </a:lnTo>
                <a:lnTo>
                  <a:pt x="9199" y="19657"/>
                </a:lnTo>
                <a:lnTo>
                  <a:pt x="10151" y="19551"/>
                </a:lnTo>
                <a:lnTo>
                  <a:pt x="11209" y="19657"/>
                </a:lnTo>
                <a:lnTo>
                  <a:pt x="13535" y="19657"/>
                </a:lnTo>
                <a:lnTo>
                  <a:pt x="15438" y="19234"/>
                </a:lnTo>
                <a:lnTo>
                  <a:pt x="17976" y="18495"/>
                </a:lnTo>
                <a:lnTo>
                  <a:pt x="17976" y="17860"/>
                </a:lnTo>
                <a:lnTo>
                  <a:pt x="18294" y="12365"/>
                </a:lnTo>
                <a:lnTo>
                  <a:pt x="18188" y="7080"/>
                </a:lnTo>
                <a:lnTo>
                  <a:pt x="17976" y="1162"/>
                </a:lnTo>
                <a:lnTo>
                  <a:pt x="16919" y="105"/>
                </a:lnTo>
                <a:lnTo>
                  <a:pt x="16284" y="105"/>
                </a:lnTo>
                <a:close/>
              </a:path>
            </a:pathLst>
          </a:custGeom>
          <a:solidFill>
            <a:srgbClr val="000000"/>
          </a:solidFill>
        </p:spPr>
        <p:txBody>
          <a:bodyPr wrap="square" lIns="0" tIns="0" rIns="0" bIns="0" rtlCol="0"/>
          <a:lstStyle/>
          <a:p>
            <a:endParaRPr/>
          </a:p>
        </p:txBody>
      </p:sp>
      <p:sp>
        <p:nvSpPr>
          <p:cNvPr id="586" name="object 586"/>
          <p:cNvSpPr/>
          <p:nvPr/>
        </p:nvSpPr>
        <p:spPr>
          <a:xfrm>
            <a:off x="3814216" y="8929263"/>
            <a:ext cx="10160" cy="24765"/>
          </a:xfrm>
          <a:custGeom>
            <a:avLst/>
            <a:gdLst/>
            <a:ahLst/>
            <a:cxnLst/>
            <a:rect l="l" t="t" r="r" b="b"/>
            <a:pathLst>
              <a:path w="10160" h="24765">
                <a:moveTo>
                  <a:pt x="5710" y="0"/>
                </a:moveTo>
                <a:lnTo>
                  <a:pt x="2960" y="0"/>
                </a:lnTo>
                <a:lnTo>
                  <a:pt x="422" y="1056"/>
                </a:lnTo>
                <a:lnTo>
                  <a:pt x="422" y="1690"/>
                </a:lnTo>
                <a:lnTo>
                  <a:pt x="0" y="8771"/>
                </a:lnTo>
                <a:lnTo>
                  <a:pt x="0" y="15747"/>
                </a:lnTo>
                <a:lnTo>
                  <a:pt x="422" y="22828"/>
                </a:lnTo>
                <a:lnTo>
                  <a:pt x="422" y="23462"/>
                </a:lnTo>
                <a:lnTo>
                  <a:pt x="2960" y="24307"/>
                </a:lnTo>
                <a:lnTo>
                  <a:pt x="4335" y="24307"/>
                </a:lnTo>
                <a:lnTo>
                  <a:pt x="5816" y="24202"/>
                </a:lnTo>
                <a:lnTo>
                  <a:pt x="8142" y="23462"/>
                </a:lnTo>
                <a:lnTo>
                  <a:pt x="9199" y="19657"/>
                </a:lnTo>
                <a:lnTo>
                  <a:pt x="9305" y="16381"/>
                </a:lnTo>
                <a:lnTo>
                  <a:pt x="9517" y="13422"/>
                </a:lnTo>
                <a:lnTo>
                  <a:pt x="9305" y="9300"/>
                </a:lnTo>
                <a:lnTo>
                  <a:pt x="9199" y="5495"/>
                </a:lnTo>
                <a:lnTo>
                  <a:pt x="8353" y="1479"/>
                </a:lnTo>
                <a:lnTo>
                  <a:pt x="8142" y="739"/>
                </a:lnTo>
                <a:close/>
              </a:path>
            </a:pathLst>
          </a:custGeom>
          <a:solidFill>
            <a:srgbClr val="000000"/>
          </a:solidFill>
        </p:spPr>
        <p:txBody>
          <a:bodyPr wrap="square" lIns="0" tIns="0" rIns="0" bIns="0" rtlCol="0"/>
          <a:lstStyle/>
          <a:p>
            <a:endParaRPr/>
          </a:p>
        </p:txBody>
      </p:sp>
      <p:sp>
        <p:nvSpPr>
          <p:cNvPr id="587" name="object 587"/>
          <p:cNvSpPr/>
          <p:nvPr/>
        </p:nvSpPr>
        <p:spPr>
          <a:xfrm>
            <a:off x="16982574" y="8487813"/>
            <a:ext cx="485775" cy="1165225"/>
          </a:xfrm>
          <a:custGeom>
            <a:avLst/>
            <a:gdLst/>
            <a:ahLst/>
            <a:cxnLst/>
            <a:rect l="l" t="t" r="r" b="b"/>
            <a:pathLst>
              <a:path w="485775" h="1165225">
                <a:moveTo>
                  <a:pt x="0" y="0"/>
                </a:moveTo>
                <a:lnTo>
                  <a:pt x="0" y="1164710"/>
                </a:lnTo>
                <a:lnTo>
                  <a:pt x="485374" y="1164836"/>
                </a:lnTo>
                <a:lnTo>
                  <a:pt x="485374" y="217395"/>
                </a:lnTo>
                <a:lnTo>
                  <a:pt x="0" y="0"/>
                </a:lnTo>
                <a:close/>
              </a:path>
            </a:pathLst>
          </a:custGeom>
          <a:solidFill>
            <a:srgbClr val="000000"/>
          </a:solidFill>
        </p:spPr>
        <p:txBody>
          <a:bodyPr wrap="square" lIns="0" tIns="0" rIns="0" bIns="0" rtlCol="0"/>
          <a:lstStyle/>
          <a:p>
            <a:endParaRPr/>
          </a:p>
        </p:txBody>
      </p:sp>
      <p:sp>
        <p:nvSpPr>
          <p:cNvPr id="588" name="object 588"/>
          <p:cNvSpPr/>
          <p:nvPr/>
        </p:nvSpPr>
        <p:spPr>
          <a:xfrm>
            <a:off x="15939916" y="7116752"/>
            <a:ext cx="848360" cy="2536190"/>
          </a:xfrm>
          <a:custGeom>
            <a:avLst/>
            <a:gdLst/>
            <a:ahLst/>
            <a:cxnLst/>
            <a:rect l="l" t="t" r="r" b="b"/>
            <a:pathLst>
              <a:path w="848359" h="2536190">
                <a:moveTo>
                  <a:pt x="0" y="0"/>
                </a:moveTo>
                <a:lnTo>
                  <a:pt x="0" y="2535771"/>
                </a:lnTo>
                <a:lnTo>
                  <a:pt x="848084" y="2535771"/>
                </a:lnTo>
                <a:lnTo>
                  <a:pt x="848084" y="437116"/>
                </a:lnTo>
                <a:lnTo>
                  <a:pt x="0" y="0"/>
                </a:lnTo>
                <a:close/>
              </a:path>
            </a:pathLst>
          </a:custGeom>
          <a:solidFill>
            <a:srgbClr val="000000"/>
          </a:solidFill>
        </p:spPr>
        <p:txBody>
          <a:bodyPr wrap="square" lIns="0" tIns="0" rIns="0" bIns="0" rtlCol="0"/>
          <a:lstStyle/>
          <a:p>
            <a:endParaRPr/>
          </a:p>
        </p:txBody>
      </p:sp>
      <p:sp>
        <p:nvSpPr>
          <p:cNvPr id="589" name="object 589"/>
          <p:cNvSpPr/>
          <p:nvPr/>
        </p:nvSpPr>
        <p:spPr>
          <a:xfrm>
            <a:off x="14543009" y="5779192"/>
            <a:ext cx="1151890" cy="3873500"/>
          </a:xfrm>
          <a:custGeom>
            <a:avLst/>
            <a:gdLst/>
            <a:ahLst/>
            <a:cxnLst/>
            <a:rect l="l" t="t" r="r" b="b"/>
            <a:pathLst>
              <a:path w="1151890" h="3873500">
                <a:moveTo>
                  <a:pt x="3172" y="0"/>
                </a:moveTo>
                <a:lnTo>
                  <a:pt x="0" y="3873330"/>
                </a:lnTo>
                <a:lnTo>
                  <a:pt x="1151575" y="3873330"/>
                </a:lnTo>
                <a:lnTo>
                  <a:pt x="1151575" y="647431"/>
                </a:lnTo>
                <a:lnTo>
                  <a:pt x="3172" y="0"/>
                </a:lnTo>
                <a:close/>
              </a:path>
            </a:pathLst>
          </a:custGeom>
          <a:solidFill>
            <a:srgbClr val="000000"/>
          </a:solidFill>
        </p:spPr>
        <p:txBody>
          <a:bodyPr wrap="square" lIns="0" tIns="0" rIns="0" bIns="0" rtlCol="0"/>
          <a:lstStyle/>
          <a:p>
            <a:endParaRPr/>
          </a:p>
        </p:txBody>
      </p:sp>
      <p:sp>
        <p:nvSpPr>
          <p:cNvPr id="590" name="object 590"/>
          <p:cNvSpPr/>
          <p:nvPr/>
        </p:nvSpPr>
        <p:spPr>
          <a:xfrm>
            <a:off x="16955079" y="8487760"/>
            <a:ext cx="27940" cy="1165225"/>
          </a:xfrm>
          <a:custGeom>
            <a:avLst/>
            <a:gdLst/>
            <a:ahLst/>
            <a:cxnLst/>
            <a:rect l="l" t="t" r="r" b="b"/>
            <a:pathLst>
              <a:path w="27940" h="1165225">
                <a:moveTo>
                  <a:pt x="27918" y="0"/>
                </a:moveTo>
                <a:lnTo>
                  <a:pt x="0" y="0"/>
                </a:lnTo>
                <a:lnTo>
                  <a:pt x="0" y="1164762"/>
                </a:lnTo>
                <a:lnTo>
                  <a:pt x="27918" y="1164762"/>
                </a:lnTo>
                <a:lnTo>
                  <a:pt x="27918" y="0"/>
                </a:lnTo>
                <a:close/>
              </a:path>
            </a:pathLst>
          </a:custGeom>
          <a:solidFill>
            <a:srgbClr val="000000"/>
          </a:solidFill>
        </p:spPr>
        <p:txBody>
          <a:bodyPr wrap="square" lIns="0" tIns="0" rIns="0" bIns="0" rtlCol="0"/>
          <a:lstStyle/>
          <a:p>
            <a:endParaRPr/>
          </a:p>
        </p:txBody>
      </p:sp>
      <p:sp>
        <p:nvSpPr>
          <p:cNvPr id="591" name="object 591"/>
          <p:cNvSpPr/>
          <p:nvPr/>
        </p:nvSpPr>
        <p:spPr>
          <a:xfrm>
            <a:off x="15889158" y="7116699"/>
            <a:ext cx="50165" cy="2536190"/>
          </a:xfrm>
          <a:custGeom>
            <a:avLst/>
            <a:gdLst/>
            <a:ahLst/>
            <a:cxnLst/>
            <a:rect l="l" t="t" r="r" b="b"/>
            <a:pathLst>
              <a:path w="50165" h="2536190">
                <a:moveTo>
                  <a:pt x="50121" y="0"/>
                </a:moveTo>
                <a:lnTo>
                  <a:pt x="0" y="0"/>
                </a:lnTo>
                <a:lnTo>
                  <a:pt x="0" y="2535824"/>
                </a:lnTo>
                <a:lnTo>
                  <a:pt x="50121" y="2535824"/>
                </a:lnTo>
                <a:lnTo>
                  <a:pt x="50121" y="0"/>
                </a:lnTo>
                <a:close/>
              </a:path>
            </a:pathLst>
          </a:custGeom>
          <a:solidFill>
            <a:srgbClr val="000000"/>
          </a:solidFill>
        </p:spPr>
        <p:txBody>
          <a:bodyPr wrap="square" lIns="0" tIns="0" rIns="0" bIns="0" rtlCol="0"/>
          <a:lstStyle/>
          <a:p>
            <a:endParaRPr/>
          </a:p>
        </p:txBody>
      </p:sp>
      <p:sp>
        <p:nvSpPr>
          <p:cNvPr id="592" name="object 592"/>
          <p:cNvSpPr/>
          <p:nvPr/>
        </p:nvSpPr>
        <p:spPr>
          <a:xfrm>
            <a:off x="14517631" y="5779246"/>
            <a:ext cx="50165" cy="3873500"/>
          </a:xfrm>
          <a:custGeom>
            <a:avLst/>
            <a:gdLst/>
            <a:ahLst/>
            <a:cxnLst/>
            <a:rect l="l" t="t" r="r" b="b"/>
            <a:pathLst>
              <a:path w="50165" h="3873500">
                <a:moveTo>
                  <a:pt x="50123" y="0"/>
                </a:moveTo>
                <a:lnTo>
                  <a:pt x="0" y="0"/>
                </a:lnTo>
                <a:lnTo>
                  <a:pt x="0" y="3873277"/>
                </a:lnTo>
                <a:lnTo>
                  <a:pt x="50123" y="3873277"/>
                </a:lnTo>
                <a:lnTo>
                  <a:pt x="50123" y="0"/>
                </a:lnTo>
                <a:close/>
              </a:path>
            </a:pathLst>
          </a:custGeom>
          <a:solidFill>
            <a:srgbClr val="000000"/>
          </a:solidFill>
        </p:spPr>
        <p:txBody>
          <a:bodyPr wrap="square" lIns="0" tIns="0" rIns="0" bIns="0" rtlCol="0"/>
          <a:lstStyle/>
          <a:p>
            <a:endParaRPr/>
          </a:p>
        </p:txBody>
      </p:sp>
      <p:sp>
        <p:nvSpPr>
          <p:cNvPr id="593" name="object 593"/>
          <p:cNvSpPr/>
          <p:nvPr/>
        </p:nvSpPr>
        <p:spPr>
          <a:xfrm>
            <a:off x="15371002" y="6310264"/>
            <a:ext cx="484505" cy="1165225"/>
          </a:xfrm>
          <a:custGeom>
            <a:avLst/>
            <a:gdLst/>
            <a:ahLst/>
            <a:cxnLst/>
            <a:rect l="l" t="t" r="r" b="b"/>
            <a:pathLst>
              <a:path w="484505" h="1165225">
                <a:moveTo>
                  <a:pt x="484317" y="0"/>
                </a:moveTo>
                <a:lnTo>
                  <a:pt x="0" y="0"/>
                </a:lnTo>
                <a:lnTo>
                  <a:pt x="0" y="947367"/>
                </a:lnTo>
                <a:lnTo>
                  <a:pt x="484317" y="1164762"/>
                </a:lnTo>
                <a:lnTo>
                  <a:pt x="484317" y="0"/>
                </a:lnTo>
                <a:close/>
              </a:path>
            </a:pathLst>
          </a:custGeom>
          <a:solidFill>
            <a:srgbClr val="000000"/>
          </a:solidFill>
        </p:spPr>
        <p:txBody>
          <a:bodyPr wrap="square" lIns="0" tIns="0" rIns="0" bIns="0" rtlCol="0"/>
          <a:lstStyle/>
          <a:p>
            <a:endParaRPr/>
          </a:p>
        </p:txBody>
      </p:sp>
      <p:sp>
        <p:nvSpPr>
          <p:cNvPr id="594" name="object 594"/>
          <p:cNvSpPr/>
          <p:nvPr/>
        </p:nvSpPr>
        <p:spPr>
          <a:xfrm>
            <a:off x="16050950" y="6310264"/>
            <a:ext cx="848360" cy="2536190"/>
          </a:xfrm>
          <a:custGeom>
            <a:avLst/>
            <a:gdLst/>
            <a:ahLst/>
            <a:cxnLst/>
            <a:rect l="l" t="t" r="r" b="b"/>
            <a:pathLst>
              <a:path w="848359" h="2536190">
                <a:moveTo>
                  <a:pt x="848084" y="0"/>
                </a:moveTo>
                <a:lnTo>
                  <a:pt x="0" y="0"/>
                </a:lnTo>
                <a:lnTo>
                  <a:pt x="0" y="2098602"/>
                </a:lnTo>
                <a:lnTo>
                  <a:pt x="848084" y="2535824"/>
                </a:lnTo>
                <a:lnTo>
                  <a:pt x="848084" y="0"/>
                </a:lnTo>
                <a:close/>
              </a:path>
            </a:pathLst>
          </a:custGeom>
          <a:solidFill>
            <a:srgbClr val="000000"/>
          </a:solidFill>
        </p:spPr>
        <p:txBody>
          <a:bodyPr wrap="square" lIns="0" tIns="0" rIns="0" bIns="0" rtlCol="0"/>
          <a:lstStyle/>
          <a:p>
            <a:endParaRPr/>
          </a:p>
        </p:txBody>
      </p:sp>
      <p:sp>
        <p:nvSpPr>
          <p:cNvPr id="595" name="object 595"/>
          <p:cNvSpPr/>
          <p:nvPr/>
        </p:nvSpPr>
        <p:spPr>
          <a:xfrm>
            <a:off x="17144365" y="6310263"/>
            <a:ext cx="1143635" cy="3870960"/>
          </a:xfrm>
          <a:custGeom>
            <a:avLst/>
            <a:gdLst/>
            <a:ahLst/>
            <a:cxnLst/>
            <a:rect l="l" t="t" r="r" b="b"/>
            <a:pathLst>
              <a:path w="1143634" h="3870959">
                <a:moveTo>
                  <a:pt x="1143634" y="0"/>
                </a:moveTo>
                <a:lnTo>
                  <a:pt x="0" y="0"/>
                </a:lnTo>
                <a:lnTo>
                  <a:pt x="0" y="3225836"/>
                </a:lnTo>
                <a:lnTo>
                  <a:pt x="1143634" y="3870581"/>
                </a:lnTo>
                <a:lnTo>
                  <a:pt x="1143634" y="0"/>
                </a:lnTo>
                <a:close/>
              </a:path>
            </a:pathLst>
          </a:custGeom>
          <a:solidFill>
            <a:srgbClr val="000000"/>
          </a:solidFill>
        </p:spPr>
        <p:txBody>
          <a:bodyPr wrap="square" lIns="0" tIns="0" rIns="0" bIns="0" rtlCol="0"/>
          <a:lstStyle/>
          <a:p>
            <a:endParaRPr/>
          </a:p>
        </p:txBody>
      </p:sp>
      <p:sp>
        <p:nvSpPr>
          <p:cNvPr id="596" name="object 596"/>
          <p:cNvSpPr/>
          <p:nvPr/>
        </p:nvSpPr>
        <p:spPr>
          <a:xfrm>
            <a:off x="15855320" y="6310264"/>
            <a:ext cx="27940" cy="1165225"/>
          </a:xfrm>
          <a:custGeom>
            <a:avLst/>
            <a:gdLst/>
            <a:ahLst/>
            <a:cxnLst/>
            <a:rect l="l" t="t" r="r" b="b"/>
            <a:pathLst>
              <a:path w="27940" h="1165225">
                <a:moveTo>
                  <a:pt x="27918" y="0"/>
                </a:moveTo>
                <a:lnTo>
                  <a:pt x="0" y="0"/>
                </a:lnTo>
                <a:lnTo>
                  <a:pt x="0" y="1164762"/>
                </a:lnTo>
                <a:lnTo>
                  <a:pt x="27918" y="1164762"/>
                </a:lnTo>
                <a:lnTo>
                  <a:pt x="27918" y="0"/>
                </a:lnTo>
                <a:close/>
              </a:path>
            </a:pathLst>
          </a:custGeom>
          <a:solidFill>
            <a:srgbClr val="000000"/>
          </a:solidFill>
        </p:spPr>
        <p:txBody>
          <a:bodyPr wrap="square" lIns="0" tIns="0" rIns="0" bIns="0" rtlCol="0"/>
          <a:lstStyle/>
          <a:p>
            <a:endParaRPr/>
          </a:p>
        </p:txBody>
      </p:sp>
      <p:sp>
        <p:nvSpPr>
          <p:cNvPr id="597" name="object 597"/>
          <p:cNvSpPr/>
          <p:nvPr/>
        </p:nvSpPr>
        <p:spPr>
          <a:xfrm>
            <a:off x="16899035" y="6310264"/>
            <a:ext cx="50165" cy="2536190"/>
          </a:xfrm>
          <a:custGeom>
            <a:avLst/>
            <a:gdLst/>
            <a:ahLst/>
            <a:cxnLst/>
            <a:rect l="l" t="t" r="r" b="b"/>
            <a:pathLst>
              <a:path w="50165" h="2536190">
                <a:moveTo>
                  <a:pt x="50121" y="0"/>
                </a:moveTo>
                <a:lnTo>
                  <a:pt x="0" y="0"/>
                </a:lnTo>
                <a:lnTo>
                  <a:pt x="0" y="2535824"/>
                </a:lnTo>
                <a:lnTo>
                  <a:pt x="50121" y="2535824"/>
                </a:lnTo>
                <a:lnTo>
                  <a:pt x="50121" y="0"/>
                </a:lnTo>
                <a:close/>
              </a:path>
            </a:pathLst>
          </a:custGeom>
          <a:solidFill>
            <a:srgbClr val="000000"/>
          </a:solidFill>
        </p:spPr>
        <p:txBody>
          <a:bodyPr wrap="square" lIns="0" tIns="0" rIns="0" bIns="0" rtlCol="0"/>
          <a:lstStyle/>
          <a:p>
            <a:endParaRPr/>
          </a:p>
        </p:txBody>
      </p:sp>
      <p:sp>
        <p:nvSpPr>
          <p:cNvPr id="598" name="object 598"/>
          <p:cNvSpPr/>
          <p:nvPr/>
        </p:nvSpPr>
        <p:spPr>
          <a:xfrm>
            <a:off x="18270563" y="6310255"/>
            <a:ext cx="17780" cy="3873500"/>
          </a:xfrm>
          <a:custGeom>
            <a:avLst/>
            <a:gdLst/>
            <a:ahLst/>
            <a:cxnLst/>
            <a:rect l="l" t="t" r="r" b="b"/>
            <a:pathLst>
              <a:path w="17780" h="3873500">
                <a:moveTo>
                  <a:pt x="17437" y="0"/>
                </a:moveTo>
                <a:lnTo>
                  <a:pt x="0" y="0"/>
                </a:lnTo>
                <a:lnTo>
                  <a:pt x="0" y="3873278"/>
                </a:lnTo>
                <a:lnTo>
                  <a:pt x="17437" y="3873278"/>
                </a:lnTo>
                <a:lnTo>
                  <a:pt x="17437" y="0"/>
                </a:lnTo>
                <a:close/>
              </a:path>
            </a:pathLst>
          </a:custGeom>
          <a:solidFill>
            <a:srgbClr val="000000"/>
          </a:solidFill>
        </p:spPr>
        <p:txBody>
          <a:bodyPr wrap="square" lIns="0" tIns="0" rIns="0" bIns="0" rtlCol="0"/>
          <a:lstStyle/>
          <a:p>
            <a:endParaRPr/>
          </a:p>
        </p:txBody>
      </p:sp>
      <p:sp>
        <p:nvSpPr>
          <p:cNvPr id="599" name="object 599"/>
          <p:cNvSpPr txBox="1">
            <a:spLocks noGrp="1"/>
          </p:cNvSpPr>
          <p:nvPr>
            <p:ph type="title"/>
          </p:nvPr>
        </p:nvSpPr>
        <p:spPr>
          <a:xfrm>
            <a:off x="4711953" y="71704"/>
            <a:ext cx="7022465" cy="1177925"/>
          </a:xfrm>
          <a:prstGeom prst="rect">
            <a:avLst/>
          </a:prstGeom>
        </p:spPr>
        <p:txBody>
          <a:bodyPr vert="horz" wrap="square" lIns="0" tIns="13970" rIns="0" bIns="0" rtlCol="0">
            <a:spAutoFit/>
          </a:bodyPr>
          <a:lstStyle/>
          <a:p>
            <a:pPr marL="12700">
              <a:lnSpc>
                <a:spcPct val="100000"/>
              </a:lnSpc>
              <a:spcBef>
                <a:spcPts val="110"/>
              </a:spcBef>
            </a:pPr>
            <a:r>
              <a:rPr spc="-440" dirty="0"/>
              <a:t>Proposed</a:t>
            </a:r>
            <a:r>
              <a:rPr spc="-925" dirty="0"/>
              <a:t> </a:t>
            </a:r>
            <a:r>
              <a:rPr spc="-620" dirty="0"/>
              <a:t>system</a:t>
            </a:r>
          </a:p>
        </p:txBody>
      </p:sp>
      <p:sp>
        <p:nvSpPr>
          <p:cNvPr id="600" name="object 600"/>
          <p:cNvSpPr txBox="1"/>
          <p:nvPr/>
        </p:nvSpPr>
        <p:spPr>
          <a:xfrm>
            <a:off x="1518919" y="1245497"/>
            <a:ext cx="14451330" cy="3921125"/>
          </a:xfrm>
          <a:prstGeom prst="rect">
            <a:avLst/>
          </a:prstGeom>
        </p:spPr>
        <p:txBody>
          <a:bodyPr vert="horz" wrap="square" lIns="0" tIns="62230" rIns="0" bIns="0" rtlCol="0">
            <a:spAutoFit/>
          </a:bodyPr>
          <a:lstStyle/>
          <a:p>
            <a:pPr marL="12700">
              <a:lnSpc>
                <a:spcPct val="100000"/>
              </a:lnSpc>
              <a:spcBef>
                <a:spcPts val="490"/>
              </a:spcBef>
            </a:pPr>
            <a:r>
              <a:rPr sz="3550" spc="-10" dirty="0">
                <a:solidFill>
                  <a:srgbClr val="C7F6FD"/>
                </a:solidFill>
                <a:latin typeface="Rockwell"/>
                <a:cs typeface="Rockwell"/>
              </a:rPr>
              <a:t>Proposed</a:t>
            </a:r>
            <a:r>
              <a:rPr sz="3550" spc="-175" dirty="0">
                <a:solidFill>
                  <a:srgbClr val="C7F6FD"/>
                </a:solidFill>
                <a:latin typeface="Rockwell"/>
                <a:cs typeface="Rockwell"/>
              </a:rPr>
              <a:t> </a:t>
            </a:r>
            <a:r>
              <a:rPr sz="3550" dirty="0">
                <a:solidFill>
                  <a:srgbClr val="C7F6FD"/>
                </a:solidFill>
                <a:latin typeface="Rockwell"/>
                <a:cs typeface="Rockwell"/>
              </a:rPr>
              <a:t>System</a:t>
            </a:r>
            <a:r>
              <a:rPr sz="3550" spc="-175" dirty="0">
                <a:solidFill>
                  <a:srgbClr val="C7F6FD"/>
                </a:solidFill>
                <a:latin typeface="Rockwell"/>
                <a:cs typeface="Rockwell"/>
              </a:rPr>
              <a:t> </a:t>
            </a:r>
            <a:r>
              <a:rPr sz="3550" spc="-10" dirty="0">
                <a:solidFill>
                  <a:srgbClr val="C7F6FD"/>
                </a:solidFill>
                <a:latin typeface="Rockwell"/>
                <a:cs typeface="Rockwell"/>
              </a:rPr>
              <a:t>Overview</a:t>
            </a:r>
            <a:endParaRPr sz="3550">
              <a:latin typeface="Rockwell"/>
              <a:cs typeface="Rockwell"/>
            </a:endParaRPr>
          </a:p>
          <a:p>
            <a:pPr marL="12700">
              <a:lnSpc>
                <a:spcPct val="100000"/>
              </a:lnSpc>
              <a:spcBef>
                <a:spcPts val="395"/>
              </a:spcBef>
            </a:pPr>
            <a:r>
              <a:rPr sz="3550" b="1" dirty="0">
                <a:solidFill>
                  <a:srgbClr val="C7F6FD"/>
                </a:solidFill>
                <a:latin typeface="Rockwell"/>
                <a:cs typeface="Rockwell"/>
              </a:rPr>
              <a:t>Overview</a:t>
            </a:r>
            <a:r>
              <a:rPr sz="3550" b="1" spc="-60" dirty="0">
                <a:solidFill>
                  <a:srgbClr val="C7F6FD"/>
                </a:solidFill>
                <a:latin typeface="Rockwell"/>
                <a:cs typeface="Rockwell"/>
              </a:rPr>
              <a:t> </a:t>
            </a:r>
            <a:r>
              <a:rPr sz="3550" b="1" dirty="0">
                <a:solidFill>
                  <a:srgbClr val="C7F6FD"/>
                </a:solidFill>
                <a:latin typeface="Rockwell"/>
                <a:cs typeface="Rockwell"/>
              </a:rPr>
              <a:t>of</a:t>
            </a:r>
            <a:r>
              <a:rPr sz="3550" b="1" spc="-30" dirty="0">
                <a:solidFill>
                  <a:srgbClr val="C7F6FD"/>
                </a:solidFill>
                <a:latin typeface="Rockwell"/>
                <a:cs typeface="Rockwell"/>
              </a:rPr>
              <a:t> </a:t>
            </a:r>
            <a:r>
              <a:rPr sz="3550" b="1" dirty="0">
                <a:solidFill>
                  <a:srgbClr val="C7F6FD"/>
                </a:solidFill>
                <a:latin typeface="Rockwell"/>
                <a:cs typeface="Rockwell"/>
              </a:rPr>
              <a:t>the</a:t>
            </a:r>
            <a:r>
              <a:rPr sz="3550" b="1" spc="-35" dirty="0">
                <a:solidFill>
                  <a:srgbClr val="C7F6FD"/>
                </a:solidFill>
                <a:latin typeface="Rockwell"/>
                <a:cs typeface="Rockwell"/>
              </a:rPr>
              <a:t> </a:t>
            </a:r>
            <a:r>
              <a:rPr sz="3550" b="1" dirty="0">
                <a:solidFill>
                  <a:srgbClr val="C7F6FD"/>
                </a:solidFill>
                <a:latin typeface="Rockwell"/>
                <a:cs typeface="Rockwell"/>
              </a:rPr>
              <a:t>Proposed</a:t>
            </a:r>
            <a:r>
              <a:rPr sz="3550" b="1" spc="-45" dirty="0">
                <a:solidFill>
                  <a:srgbClr val="C7F6FD"/>
                </a:solidFill>
                <a:latin typeface="Rockwell"/>
                <a:cs typeface="Rockwell"/>
              </a:rPr>
              <a:t> </a:t>
            </a:r>
            <a:r>
              <a:rPr sz="3550" b="1" spc="-10" dirty="0">
                <a:solidFill>
                  <a:srgbClr val="C7F6FD"/>
                </a:solidFill>
                <a:latin typeface="Rockwell"/>
                <a:cs typeface="Rockwell"/>
              </a:rPr>
              <a:t>System</a:t>
            </a:r>
            <a:endParaRPr sz="3550">
              <a:latin typeface="Rockwell"/>
              <a:cs typeface="Rockwell"/>
            </a:endParaRPr>
          </a:p>
          <a:p>
            <a:pPr marL="12700" marR="1038225" indent="-10160">
              <a:lnSpc>
                <a:spcPct val="100000"/>
              </a:lnSpc>
              <a:spcBef>
                <a:spcPts val="5"/>
              </a:spcBef>
              <a:buSzPct val="97183"/>
              <a:buFont typeface="Arial"/>
              <a:buChar char="•"/>
              <a:tabLst>
                <a:tab pos="168910" algn="l"/>
              </a:tabLst>
            </a:pPr>
            <a:r>
              <a:rPr sz="3550" b="1" spc="-10" dirty="0">
                <a:solidFill>
                  <a:srgbClr val="C7F6FD"/>
                </a:solidFill>
                <a:latin typeface="Rockwell"/>
                <a:cs typeface="Rockwell"/>
              </a:rPr>
              <a:t>	Hardware:</a:t>
            </a:r>
            <a:r>
              <a:rPr sz="3550" b="1" spc="-110" dirty="0">
                <a:solidFill>
                  <a:srgbClr val="C7F6FD"/>
                </a:solidFill>
                <a:latin typeface="Rockwell"/>
                <a:cs typeface="Rockwell"/>
              </a:rPr>
              <a:t> </a:t>
            </a:r>
            <a:r>
              <a:rPr sz="3550" dirty="0">
                <a:solidFill>
                  <a:srgbClr val="C7F6FD"/>
                </a:solidFill>
                <a:latin typeface="Rockwell"/>
                <a:cs typeface="Rockwell"/>
              </a:rPr>
              <a:t>Custom</a:t>
            </a:r>
            <a:r>
              <a:rPr sz="3550" spc="-100" dirty="0">
                <a:solidFill>
                  <a:srgbClr val="C7F6FD"/>
                </a:solidFill>
                <a:latin typeface="Rockwell"/>
                <a:cs typeface="Rockwell"/>
              </a:rPr>
              <a:t> </a:t>
            </a:r>
            <a:r>
              <a:rPr sz="3550" dirty="0">
                <a:solidFill>
                  <a:srgbClr val="C7F6FD"/>
                </a:solidFill>
                <a:latin typeface="Rockwell"/>
                <a:cs typeface="Rockwell"/>
              </a:rPr>
              <a:t>PCB</a:t>
            </a:r>
            <a:r>
              <a:rPr sz="3550" spc="-90" dirty="0">
                <a:solidFill>
                  <a:srgbClr val="C7F6FD"/>
                </a:solidFill>
                <a:latin typeface="Rockwell"/>
                <a:cs typeface="Rockwell"/>
              </a:rPr>
              <a:t> </a:t>
            </a:r>
            <a:r>
              <a:rPr sz="3550" dirty="0">
                <a:solidFill>
                  <a:srgbClr val="C7F6FD"/>
                </a:solidFill>
                <a:latin typeface="Rockwell"/>
                <a:cs typeface="Rockwell"/>
              </a:rPr>
              <a:t>with</a:t>
            </a:r>
            <a:r>
              <a:rPr sz="3550" spc="-75" dirty="0">
                <a:solidFill>
                  <a:srgbClr val="C7F6FD"/>
                </a:solidFill>
                <a:latin typeface="Rockwell"/>
                <a:cs typeface="Rockwell"/>
              </a:rPr>
              <a:t> </a:t>
            </a:r>
            <a:r>
              <a:rPr sz="3550" b="1" dirty="0">
                <a:solidFill>
                  <a:srgbClr val="C7F6FD"/>
                </a:solidFill>
                <a:latin typeface="Rockwell"/>
                <a:cs typeface="Rockwell"/>
              </a:rPr>
              <a:t>ECG</a:t>
            </a:r>
            <a:r>
              <a:rPr sz="3550" b="1" spc="-100" dirty="0">
                <a:solidFill>
                  <a:srgbClr val="C7F6FD"/>
                </a:solidFill>
                <a:latin typeface="Rockwell"/>
                <a:cs typeface="Rockwell"/>
              </a:rPr>
              <a:t> </a:t>
            </a:r>
            <a:r>
              <a:rPr sz="3550" b="1" dirty="0">
                <a:solidFill>
                  <a:srgbClr val="C7F6FD"/>
                </a:solidFill>
                <a:latin typeface="Rockwell"/>
                <a:cs typeface="Rockwell"/>
              </a:rPr>
              <a:t>sensor</a:t>
            </a:r>
            <a:r>
              <a:rPr sz="3550" b="1" spc="-100" dirty="0">
                <a:solidFill>
                  <a:srgbClr val="C7F6FD"/>
                </a:solidFill>
                <a:latin typeface="Rockwell"/>
                <a:cs typeface="Rockwell"/>
              </a:rPr>
              <a:t> </a:t>
            </a:r>
            <a:r>
              <a:rPr sz="3550" b="1" dirty="0">
                <a:solidFill>
                  <a:srgbClr val="C7F6FD"/>
                </a:solidFill>
                <a:latin typeface="Rockwell"/>
                <a:cs typeface="Rockwell"/>
              </a:rPr>
              <a:t>&amp;</a:t>
            </a:r>
            <a:r>
              <a:rPr sz="3550" b="1" spc="-95" dirty="0">
                <a:solidFill>
                  <a:srgbClr val="C7F6FD"/>
                </a:solidFill>
                <a:latin typeface="Rockwell"/>
                <a:cs typeface="Rockwell"/>
              </a:rPr>
              <a:t> </a:t>
            </a:r>
            <a:r>
              <a:rPr sz="3550" b="1" dirty="0">
                <a:solidFill>
                  <a:srgbClr val="C7F6FD"/>
                </a:solidFill>
                <a:latin typeface="Rockwell"/>
                <a:cs typeface="Rockwell"/>
              </a:rPr>
              <a:t>signal</a:t>
            </a:r>
            <a:r>
              <a:rPr sz="3550" b="1" spc="-80" dirty="0">
                <a:solidFill>
                  <a:srgbClr val="C7F6FD"/>
                </a:solidFill>
                <a:latin typeface="Rockwell"/>
                <a:cs typeface="Rockwell"/>
              </a:rPr>
              <a:t> </a:t>
            </a:r>
            <a:r>
              <a:rPr sz="3550" b="1" spc="-10" dirty="0">
                <a:solidFill>
                  <a:srgbClr val="C7F6FD"/>
                </a:solidFill>
                <a:latin typeface="Rockwell"/>
                <a:cs typeface="Rockwell"/>
              </a:rPr>
              <a:t>processing circuits</a:t>
            </a:r>
            <a:r>
              <a:rPr sz="3550" spc="-10" dirty="0">
                <a:solidFill>
                  <a:srgbClr val="C7F6FD"/>
                </a:solidFill>
                <a:latin typeface="Rockwell"/>
                <a:cs typeface="Rockwell"/>
              </a:rPr>
              <a:t>.</a:t>
            </a:r>
            <a:endParaRPr sz="3550">
              <a:latin typeface="Rockwell"/>
              <a:cs typeface="Rockwell"/>
            </a:endParaRPr>
          </a:p>
          <a:p>
            <a:pPr marL="168910" indent="-166370">
              <a:lnSpc>
                <a:spcPct val="100000"/>
              </a:lnSpc>
              <a:buSzPct val="97183"/>
              <a:buFont typeface="Arial"/>
              <a:buChar char="•"/>
              <a:tabLst>
                <a:tab pos="168910" algn="l"/>
              </a:tabLst>
            </a:pPr>
            <a:r>
              <a:rPr sz="3550" b="1" dirty="0">
                <a:solidFill>
                  <a:srgbClr val="C7F6FD"/>
                </a:solidFill>
                <a:latin typeface="Rockwell"/>
                <a:cs typeface="Rockwell"/>
              </a:rPr>
              <a:t>Software:</a:t>
            </a:r>
            <a:r>
              <a:rPr sz="3550" b="1" spc="-125" dirty="0">
                <a:solidFill>
                  <a:srgbClr val="C7F6FD"/>
                </a:solidFill>
                <a:latin typeface="Rockwell"/>
                <a:cs typeface="Rockwell"/>
              </a:rPr>
              <a:t> </a:t>
            </a:r>
            <a:r>
              <a:rPr sz="3550" spc="-10" dirty="0">
                <a:solidFill>
                  <a:srgbClr val="C7F6FD"/>
                </a:solidFill>
                <a:latin typeface="Rockwell"/>
                <a:cs typeface="Rockwell"/>
              </a:rPr>
              <a:t>AI-</a:t>
            </a:r>
            <a:r>
              <a:rPr sz="3550" dirty="0">
                <a:solidFill>
                  <a:srgbClr val="C7F6FD"/>
                </a:solidFill>
                <a:latin typeface="Rockwell"/>
                <a:cs typeface="Rockwell"/>
              </a:rPr>
              <a:t>based</a:t>
            </a:r>
            <a:r>
              <a:rPr sz="3550" spc="-135" dirty="0">
                <a:solidFill>
                  <a:srgbClr val="C7F6FD"/>
                </a:solidFill>
                <a:latin typeface="Rockwell"/>
                <a:cs typeface="Rockwell"/>
              </a:rPr>
              <a:t> </a:t>
            </a:r>
            <a:r>
              <a:rPr sz="3550" b="1" dirty="0">
                <a:solidFill>
                  <a:srgbClr val="C7F6FD"/>
                </a:solidFill>
                <a:latin typeface="Rockwell"/>
                <a:cs typeface="Rockwell"/>
              </a:rPr>
              <a:t>anomaly</a:t>
            </a:r>
            <a:r>
              <a:rPr sz="3550" b="1" spc="-125" dirty="0">
                <a:solidFill>
                  <a:srgbClr val="C7F6FD"/>
                </a:solidFill>
                <a:latin typeface="Rockwell"/>
                <a:cs typeface="Rockwell"/>
              </a:rPr>
              <a:t> </a:t>
            </a:r>
            <a:r>
              <a:rPr sz="3550" b="1" dirty="0">
                <a:solidFill>
                  <a:srgbClr val="C7F6FD"/>
                </a:solidFill>
                <a:latin typeface="Rockwell"/>
                <a:cs typeface="Rockwell"/>
              </a:rPr>
              <a:t>detection</a:t>
            </a:r>
            <a:r>
              <a:rPr sz="3550" b="1" spc="-120" dirty="0">
                <a:solidFill>
                  <a:srgbClr val="C7F6FD"/>
                </a:solidFill>
                <a:latin typeface="Rockwell"/>
                <a:cs typeface="Rockwell"/>
              </a:rPr>
              <a:t> </a:t>
            </a:r>
            <a:r>
              <a:rPr sz="3550" b="1" dirty="0">
                <a:solidFill>
                  <a:srgbClr val="C7F6FD"/>
                </a:solidFill>
                <a:latin typeface="Rockwell"/>
                <a:cs typeface="Rockwell"/>
              </a:rPr>
              <a:t>model</a:t>
            </a:r>
            <a:r>
              <a:rPr sz="3550" b="1" spc="-100" dirty="0">
                <a:solidFill>
                  <a:srgbClr val="C7F6FD"/>
                </a:solidFill>
                <a:latin typeface="Rockwell"/>
                <a:cs typeface="Rockwell"/>
              </a:rPr>
              <a:t> </a:t>
            </a:r>
            <a:r>
              <a:rPr sz="3550" dirty="0">
                <a:solidFill>
                  <a:srgbClr val="C7F6FD"/>
                </a:solidFill>
                <a:latin typeface="Rockwell"/>
                <a:cs typeface="Rockwell"/>
              </a:rPr>
              <a:t>in</a:t>
            </a:r>
            <a:r>
              <a:rPr sz="3550" spc="-125" dirty="0">
                <a:solidFill>
                  <a:srgbClr val="C7F6FD"/>
                </a:solidFill>
                <a:latin typeface="Rockwell"/>
                <a:cs typeface="Rockwell"/>
              </a:rPr>
              <a:t> </a:t>
            </a:r>
            <a:r>
              <a:rPr sz="3550" spc="-10" dirty="0">
                <a:solidFill>
                  <a:srgbClr val="C7F6FD"/>
                </a:solidFill>
                <a:latin typeface="Rockwell"/>
                <a:cs typeface="Rockwell"/>
              </a:rPr>
              <a:t>Python.</a:t>
            </a:r>
            <a:endParaRPr sz="3550">
              <a:latin typeface="Rockwell"/>
              <a:cs typeface="Rockwell"/>
            </a:endParaRPr>
          </a:p>
          <a:p>
            <a:pPr marL="168910" indent="-166370">
              <a:lnSpc>
                <a:spcPct val="100000"/>
              </a:lnSpc>
              <a:buSzPct val="97183"/>
              <a:buFont typeface="Arial"/>
              <a:buChar char="•"/>
              <a:tabLst>
                <a:tab pos="168910" algn="l"/>
              </a:tabLst>
            </a:pPr>
            <a:r>
              <a:rPr sz="3550" b="1" dirty="0">
                <a:solidFill>
                  <a:srgbClr val="C7F6FD"/>
                </a:solidFill>
                <a:latin typeface="Rockwell"/>
                <a:cs typeface="Rockwell"/>
              </a:rPr>
              <a:t>Data</a:t>
            </a:r>
            <a:r>
              <a:rPr sz="3550" b="1" spc="-80" dirty="0">
                <a:solidFill>
                  <a:srgbClr val="C7F6FD"/>
                </a:solidFill>
                <a:latin typeface="Rockwell"/>
                <a:cs typeface="Rockwell"/>
              </a:rPr>
              <a:t> </a:t>
            </a:r>
            <a:r>
              <a:rPr sz="3550" b="1" dirty="0">
                <a:solidFill>
                  <a:srgbClr val="C7F6FD"/>
                </a:solidFill>
                <a:latin typeface="Rockwell"/>
                <a:cs typeface="Rockwell"/>
              </a:rPr>
              <a:t>Processing:</a:t>
            </a:r>
            <a:r>
              <a:rPr sz="3550" b="1" spc="-20" dirty="0">
                <a:solidFill>
                  <a:srgbClr val="C7F6FD"/>
                </a:solidFill>
                <a:latin typeface="Rockwell"/>
                <a:cs typeface="Rockwell"/>
              </a:rPr>
              <a:t> </a:t>
            </a:r>
            <a:r>
              <a:rPr sz="3550" spc="-25" dirty="0">
                <a:solidFill>
                  <a:srgbClr val="C7F6FD"/>
                </a:solidFill>
                <a:latin typeface="Rockwell"/>
                <a:cs typeface="Rockwell"/>
              </a:rPr>
              <a:t>Filtering,</a:t>
            </a:r>
            <a:r>
              <a:rPr sz="3550" spc="-265" dirty="0">
                <a:solidFill>
                  <a:srgbClr val="C7F6FD"/>
                </a:solidFill>
                <a:latin typeface="Rockwell"/>
                <a:cs typeface="Rockwell"/>
              </a:rPr>
              <a:t> </a:t>
            </a:r>
            <a:r>
              <a:rPr sz="3550" dirty="0">
                <a:solidFill>
                  <a:srgbClr val="C7F6FD"/>
                </a:solidFill>
                <a:latin typeface="Rockwell"/>
                <a:cs typeface="Rockwell"/>
              </a:rPr>
              <a:t>feature</a:t>
            </a:r>
            <a:r>
              <a:rPr sz="3550" spc="-20" dirty="0">
                <a:solidFill>
                  <a:srgbClr val="C7F6FD"/>
                </a:solidFill>
                <a:latin typeface="Rockwell"/>
                <a:cs typeface="Rockwell"/>
              </a:rPr>
              <a:t> </a:t>
            </a:r>
            <a:r>
              <a:rPr sz="3550" spc="-30" dirty="0">
                <a:solidFill>
                  <a:srgbClr val="C7F6FD"/>
                </a:solidFill>
                <a:latin typeface="Rockwell"/>
                <a:cs typeface="Rockwell"/>
              </a:rPr>
              <a:t>extraction,</a:t>
            </a:r>
            <a:r>
              <a:rPr sz="3550" spc="-260" dirty="0">
                <a:solidFill>
                  <a:srgbClr val="C7F6FD"/>
                </a:solidFill>
                <a:latin typeface="Rockwell"/>
                <a:cs typeface="Rockwell"/>
              </a:rPr>
              <a:t> </a:t>
            </a:r>
            <a:r>
              <a:rPr sz="3550" dirty="0">
                <a:solidFill>
                  <a:srgbClr val="C7F6FD"/>
                </a:solidFill>
                <a:latin typeface="Rockwell"/>
                <a:cs typeface="Rockwell"/>
              </a:rPr>
              <a:t>and</a:t>
            </a:r>
            <a:r>
              <a:rPr sz="3550" spc="-35" dirty="0">
                <a:solidFill>
                  <a:srgbClr val="C7F6FD"/>
                </a:solidFill>
                <a:latin typeface="Rockwell"/>
                <a:cs typeface="Rockwell"/>
              </a:rPr>
              <a:t> </a:t>
            </a:r>
            <a:r>
              <a:rPr sz="3550" spc="-10" dirty="0">
                <a:solidFill>
                  <a:srgbClr val="C7F6FD"/>
                </a:solidFill>
                <a:latin typeface="Rockwell"/>
                <a:cs typeface="Rockwell"/>
              </a:rPr>
              <a:t>classification.</a:t>
            </a:r>
            <a:endParaRPr sz="3550">
              <a:latin typeface="Rockwell"/>
              <a:cs typeface="Rockwell"/>
            </a:endParaRPr>
          </a:p>
          <a:p>
            <a:pPr marL="168910" indent="-166370">
              <a:lnSpc>
                <a:spcPct val="100000"/>
              </a:lnSpc>
              <a:buSzPct val="97183"/>
              <a:buFont typeface="Arial"/>
              <a:buChar char="•"/>
              <a:tabLst>
                <a:tab pos="168910" algn="l"/>
              </a:tabLst>
            </a:pPr>
            <a:r>
              <a:rPr sz="3550" b="1" dirty="0">
                <a:solidFill>
                  <a:srgbClr val="C7F6FD"/>
                </a:solidFill>
                <a:latin typeface="Rockwell"/>
                <a:cs typeface="Rockwell"/>
              </a:rPr>
              <a:t>Output:</a:t>
            </a:r>
            <a:r>
              <a:rPr sz="3550" b="1" spc="-40" dirty="0">
                <a:solidFill>
                  <a:srgbClr val="C7F6FD"/>
                </a:solidFill>
                <a:latin typeface="Rockwell"/>
                <a:cs typeface="Rockwell"/>
              </a:rPr>
              <a:t> </a:t>
            </a:r>
            <a:r>
              <a:rPr sz="3550" dirty="0">
                <a:solidFill>
                  <a:srgbClr val="C7F6FD"/>
                </a:solidFill>
                <a:latin typeface="Rockwell"/>
                <a:cs typeface="Rockwell"/>
              </a:rPr>
              <a:t>Classification</a:t>
            </a:r>
            <a:r>
              <a:rPr sz="3550" spc="-45" dirty="0">
                <a:solidFill>
                  <a:srgbClr val="C7F6FD"/>
                </a:solidFill>
                <a:latin typeface="Rockwell"/>
                <a:cs typeface="Rockwell"/>
              </a:rPr>
              <a:t> </a:t>
            </a:r>
            <a:r>
              <a:rPr sz="3550" dirty="0">
                <a:solidFill>
                  <a:srgbClr val="C7F6FD"/>
                </a:solidFill>
                <a:latin typeface="Rockwell"/>
                <a:cs typeface="Rockwell"/>
              </a:rPr>
              <a:t>as</a:t>
            </a:r>
            <a:r>
              <a:rPr sz="3550" spc="-60" dirty="0">
                <a:solidFill>
                  <a:srgbClr val="C7F6FD"/>
                </a:solidFill>
                <a:latin typeface="Rockwell"/>
                <a:cs typeface="Rockwell"/>
              </a:rPr>
              <a:t> </a:t>
            </a:r>
            <a:r>
              <a:rPr sz="3550" b="1" dirty="0">
                <a:solidFill>
                  <a:srgbClr val="C7F6FD"/>
                </a:solidFill>
                <a:latin typeface="Rockwell"/>
                <a:cs typeface="Rockwell"/>
              </a:rPr>
              <a:t>normal/abnormal</a:t>
            </a:r>
            <a:r>
              <a:rPr sz="3550" b="1" spc="-65" dirty="0">
                <a:solidFill>
                  <a:srgbClr val="C7F6FD"/>
                </a:solidFill>
                <a:latin typeface="Rockwell"/>
                <a:cs typeface="Rockwell"/>
              </a:rPr>
              <a:t> </a:t>
            </a:r>
            <a:r>
              <a:rPr sz="3550" b="1" dirty="0">
                <a:solidFill>
                  <a:srgbClr val="C7F6FD"/>
                </a:solidFill>
                <a:latin typeface="Rockwell"/>
                <a:cs typeface="Rockwell"/>
              </a:rPr>
              <a:t>ECG</a:t>
            </a:r>
            <a:r>
              <a:rPr sz="3550" b="1" spc="-50" dirty="0">
                <a:solidFill>
                  <a:srgbClr val="C7F6FD"/>
                </a:solidFill>
                <a:latin typeface="Rockwell"/>
                <a:cs typeface="Rockwell"/>
              </a:rPr>
              <a:t> </a:t>
            </a:r>
            <a:r>
              <a:rPr sz="3550" dirty="0">
                <a:solidFill>
                  <a:srgbClr val="C7F6FD"/>
                </a:solidFill>
                <a:latin typeface="Rockwell"/>
                <a:cs typeface="Rockwell"/>
              </a:rPr>
              <a:t>with</a:t>
            </a:r>
            <a:r>
              <a:rPr sz="3550" spc="-55" dirty="0">
                <a:solidFill>
                  <a:srgbClr val="C7F6FD"/>
                </a:solidFill>
                <a:latin typeface="Rockwell"/>
                <a:cs typeface="Rockwell"/>
              </a:rPr>
              <a:t> </a:t>
            </a:r>
            <a:r>
              <a:rPr sz="3550" spc="-10" dirty="0">
                <a:solidFill>
                  <a:srgbClr val="C7F6FD"/>
                </a:solidFill>
                <a:latin typeface="Rockwell"/>
                <a:cs typeface="Rockwell"/>
              </a:rPr>
              <a:t>visualization</a:t>
            </a:r>
            <a:r>
              <a:rPr sz="3600" spc="-10" dirty="0">
                <a:solidFill>
                  <a:srgbClr val="C7F6FD"/>
                </a:solidFill>
                <a:latin typeface="Rockwell"/>
                <a:cs typeface="Rockwell"/>
              </a:rPr>
              <a:t>.</a:t>
            </a:r>
            <a:endParaRPr sz="3600">
              <a:latin typeface="Rockwell"/>
              <a:cs typeface="Rockwe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879719" y="-161798"/>
            <a:ext cx="7071359" cy="1177925"/>
          </a:xfrm>
          <a:prstGeom prst="rect">
            <a:avLst/>
          </a:prstGeom>
        </p:spPr>
        <p:txBody>
          <a:bodyPr vert="horz" wrap="square" lIns="0" tIns="13970" rIns="0" bIns="0" rtlCol="0">
            <a:spAutoFit/>
          </a:bodyPr>
          <a:lstStyle/>
          <a:p>
            <a:pPr marL="12700">
              <a:lnSpc>
                <a:spcPct val="100000"/>
              </a:lnSpc>
              <a:spcBef>
                <a:spcPts val="110"/>
              </a:spcBef>
            </a:pPr>
            <a:r>
              <a:rPr spc="-440" dirty="0"/>
              <a:t>Proposed</a:t>
            </a:r>
            <a:r>
              <a:rPr spc="-944" dirty="0"/>
              <a:t> </a:t>
            </a:r>
            <a:r>
              <a:rPr spc="-685" dirty="0"/>
              <a:t>System</a:t>
            </a:r>
          </a:p>
        </p:txBody>
      </p:sp>
      <p:sp>
        <p:nvSpPr>
          <p:cNvPr id="3" name="object 3"/>
          <p:cNvSpPr txBox="1">
            <a:spLocks noGrp="1"/>
          </p:cNvSpPr>
          <p:nvPr>
            <p:ph type="body" idx="1"/>
          </p:nvPr>
        </p:nvSpPr>
        <p:spPr>
          <a:prstGeom prst="rect">
            <a:avLst/>
          </a:prstGeom>
        </p:spPr>
        <p:txBody>
          <a:bodyPr vert="horz" wrap="square" lIns="0" tIns="13335" rIns="0" bIns="0" rtlCol="0">
            <a:spAutoFit/>
          </a:bodyPr>
          <a:lstStyle/>
          <a:p>
            <a:pPr marL="12700" marR="5080">
              <a:lnSpc>
                <a:spcPct val="114999"/>
              </a:lnSpc>
              <a:spcBef>
                <a:spcPts val="105"/>
              </a:spcBef>
            </a:pPr>
            <a:r>
              <a:rPr dirty="0"/>
              <a:t>The</a:t>
            </a:r>
            <a:r>
              <a:rPr spc="-60" dirty="0"/>
              <a:t> </a:t>
            </a:r>
            <a:r>
              <a:rPr dirty="0"/>
              <a:t>proposed</a:t>
            </a:r>
            <a:r>
              <a:rPr spc="-45" dirty="0"/>
              <a:t> </a:t>
            </a:r>
            <a:r>
              <a:rPr dirty="0"/>
              <a:t>system</a:t>
            </a:r>
            <a:r>
              <a:rPr spc="-55" dirty="0"/>
              <a:t> </a:t>
            </a:r>
            <a:r>
              <a:rPr dirty="0"/>
              <a:t>focuses</a:t>
            </a:r>
            <a:r>
              <a:rPr spc="-45" dirty="0"/>
              <a:t> </a:t>
            </a:r>
            <a:r>
              <a:rPr dirty="0"/>
              <a:t>on</a:t>
            </a:r>
            <a:r>
              <a:rPr spc="-40" dirty="0"/>
              <a:t> </a:t>
            </a:r>
            <a:r>
              <a:rPr dirty="0"/>
              <a:t>the</a:t>
            </a:r>
            <a:r>
              <a:rPr spc="-45" dirty="0"/>
              <a:t> </a:t>
            </a:r>
            <a:r>
              <a:rPr spc="-20" dirty="0"/>
              <a:t>real-</a:t>
            </a:r>
            <a:r>
              <a:rPr dirty="0"/>
              <a:t>time</a:t>
            </a:r>
            <a:r>
              <a:rPr spc="-35" dirty="0"/>
              <a:t> </a:t>
            </a:r>
            <a:r>
              <a:rPr dirty="0"/>
              <a:t>detection</a:t>
            </a:r>
            <a:r>
              <a:rPr spc="-40" dirty="0"/>
              <a:t> </a:t>
            </a:r>
            <a:r>
              <a:rPr dirty="0"/>
              <a:t>and</a:t>
            </a:r>
            <a:r>
              <a:rPr spc="-45" dirty="0"/>
              <a:t> </a:t>
            </a:r>
            <a:r>
              <a:rPr dirty="0"/>
              <a:t>analysis</a:t>
            </a:r>
            <a:r>
              <a:rPr spc="-40" dirty="0"/>
              <a:t> </a:t>
            </a:r>
            <a:r>
              <a:rPr spc="-25" dirty="0"/>
              <a:t>of </a:t>
            </a:r>
            <a:r>
              <a:rPr dirty="0"/>
              <a:t>ECG</a:t>
            </a:r>
            <a:r>
              <a:rPr spc="-70" dirty="0"/>
              <a:t> </a:t>
            </a:r>
            <a:r>
              <a:rPr dirty="0"/>
              <a:t>anomalies.</a:t>
            </a:r>
            <a:r>
              <a:rPr spc="-45" dirty="0"/>
              <a:t> </a:t>
            </a:r>
            <a:r>
              <a:rPr dirty="0"/>
              <a:t>For</a:t>
            </a:r>
            <a:r>
              <a:rPr spc="-40" dirty="0"/>
              <a:t> </a:t>
            </a:r>
            <a:r>
              <a:rPr dirty="0"/>
              <a:t>data</a:t>
            </a:r>
            <a:r>
              <a:rPr spc="-45" dirty="0"/>
              <a:t> </a:t>
            </a:r>
            <a:r>
              <a:rPr dirty="0"/>
              <a:t>acquisition,</a:t>
            </a:r>
            <a:r>
              <a:rPr spc="-45" dirty="0"/>
              <a:t> </a:t>
            </a:r>
            <a:r>
              <a:rPr dirty="0"/>
              <a:t>an</a:t>
            </a:r>
            <a:r>
              <a:rPr spc="-225" dirty="0"/>
              <a:t> </a:t>
            </a:r>
            <a:r>
              <a:rPr dirty="0"/>
              <a:t>Arduino-</a:t>
            </a:r>
            <a:r>
              <a:rPr spc="-35" dirty="0"/>
              <a:t> </a:t>
            </a:r>
            <a:r>
              <a:rPr dirty="0"/>
              <a:t>based</a:t>
            </a:r>
            <a:r>
              <a:rPr spc="-60" dirty="0"/>
              <a:t> </a:t>
            </a:r>
            <a:r>
              <a:rPr dirty="0"/>
              <a:t>setup</a:t>
            </a:r>
            <a:r>
              <a:rPr spc="-45" dirty="0"/>
              <a:t> </a:t>
            </a:r>
            <a:r>
              <a:rPr spc="-25" dirty="0"/>
              <a:t>is </a:t>
            </a:r>
            <a:r>
              <a:rPr dirty="0"/>
              <a:t>employed</a:t>
            </a:r>
            <a:r>
              <a:rPr spc="-55" dirty="0"/>
              <a:t> </a:t>
            </a:r>
            <a:r>
              <a:rPr dirty="0"/>
              <a:t>to</a:t>
            </a:r>
            <a:r>
              <a:rPr spc="-50" dirty="0"/>
              <a:t> </a:t>
            </a:r>
            <a:r>
              <a:rPr dirty="0"/>
              <a:t>collect</a:t>
            </a:r>
            <a:r>
              <a:rPr spc="-55" dirty="0"/>
              <a:t> </a:t>
            </a:r>
            <a:r>
              <a:rPr dirty="0"/>
              <a:t>ECG</a:t>
            </a:r>
            <a:r>
              <a:rPr spc="-50" dirty="0"/>
              <a:t> </a:t>
            </a:r>
            <a:r>
              <a:rPr dirty="0"/>
              <a:t>signals</a:t>
            </a:r>
            <a:r>
              <a:rPr spc="-55" dirty="0"/>
              <a:t> </a:t>
            </a:r>
            <a:r>
              <a:rPr dirty="0"/>
              <a:t>using</a:t>
            </a:r>
            <a:r>
              <a:rPr spc="-65" dirty="0"/>
              <a:t> </a:t>
            </a:r>
            <a:r>
              <a:rPr dirty="0"/>
              <a:t>specialized</a:t>
            </a:r>
            <a:r>
              <a:rPr spc="-35" dirty="0"/>
              <a:t> </a:t>
            </a:r>
            <a:r>
              <a:rPr dirty="0"/>
              <a:t>sensors.</a:t>
            </a:r>
            <a:r>
              <a:rPr spc="-135" dirty="0"/>
              <a:t> </a:t>
            </a:r>
            <a:r>
              <a:rPr spc="-10" dirty="0"/>
              <a:t>These </a:t>
            </a:r>
            <a:r>
              <a:rPr dirty="0"/>
              <a:t>signals</a:t>
            </a:r>
            <a:r>
              <a:rPr spc="-50" dirty="0"/>
              <a:t> </a:t>
            </a:r>
            <a:r>
              <a:rPr dirty="0"/>
              <a:t>are</a:t>
            </a:r>
            <a:r>
              <a:rPr spc="-45" dirty="0"/>
              <a:t> </a:t>
            </a:r>
            <a:r>
              <a:rPr dirty="0"/>
              <a:t>processed</a:t>
            </a:r>
            <a:r>
              <a:rPr spc="-45" dirty="0"/>
              <a:t> </a:t>
            </a:r>
            <a:r>
              <a:rPr dirty="0"/>
              <a:t>in</a:t>
            </a:r>
            <a:r>
              <a:rPr spc="-45" dirty="0"/>
              <a:t> </a:t>
            </a:r>
            <a:r>
              <a:rPr dirty="0"/>
              <a:t>the</a:t>
            </a:r>
            <a:r>
              <a:rPr spc="-45" dirty="0"/>
              <a:t> </a:t>
            </a:r>
            <a:r>
              <a:rPr dirty="0"/>
              <a:t>processing</a:t>
            </a:r>
            <a:r>
              <a:rPr spc="-45" dirty="0"/>
              <a:t> </a:t>
            </a:r>
            <a:r>
              <a:rPr dirty="0"/>
              <a:t>and</a:t>
            </a:r>
            <a:r>
              <a:rPr spc="-45" dirty="0"/>
              <a:t> </a:t>
            </a:r>
            <a:r>
              <a:rPr dirty="0"/>
              <a:t>detection</a:t>
            </a:r>
            <a:r>
              <a:rPr spc="-40" dirty="0"/>
              <a:t> </a:t>
            </a:r>
            <a:r>
              <a:rPr dirty="0"/>
              <a:t>phase,</a:t>
            </a:r>
            <a:r>
              <a:rPr spc="-45" dirty="0"/>
              <a:t> </a:t>
            </a:r>
            <a:r>
              <a:rPr spc="-10" dirty="0"/>
              <a:t>where </a:t>
            </a:r>
            <a:r>
              <a:rPr dirty="0"/>
              <a:t>Python</a:t>
            </a:r>
            <a:r>
              <a:rPr spc="-50" dirty="0"/>
              <a:t> </a:t>
            </a:r>
            <a:r>
              <a:rPr dirty="0"/>
              <a:t>is</a:t>
            </a:r>
            <a:r>
              <a:rPr spc="-45" dirty="0"/>
              <a:t> </a:t>
            </a:r>
            <a:r>
              <a:rPr dirty="0"/>
              <a:t>used</a:t>
            </a:r>
            <a:r>
              <a:rPr spc="-50" dirty="0"/>
              <a:t> </a:t>
            </a:r>
            <a:r>
              <a:rPr dirty="0"/>
              <a:t>for</a:t>
            </a:r>
            <a:r>
              <a:rPr spc="-45" dirty="0"/>
              <a:t> </a:t>
            </a:r>
            <a:r>
              <a:rPr spc="-10" dirty="0"/>
              <a:t>preprocessing</a:t>
            </a:r>
            <a:r>
              <a:rPr spc="-70" dirty="0"/>
              <a:t> </a:t>
            </a:r>
            <a:r>
              <a:rPr dirty="0"/>
              <a:t>tasks</a:t>
            </a:r>
            <a:r>
              <a:rPr spc="-65" dirty="0"/>
              <a:t> </a:t>
            </a:r>
            <a:r>
              <a:rPr dirty="0"/>
              <a:t>such</a:t>
            </a:r>
            <a:r>
              <a:rPr spc="-45" dirty="0"/>
              <a:t> </a:t>
            </a:r>
            <a:r>
              <a:rPr dirty="0"/>
              <a:t>as</a:t>
            </a:r>
            <a:r>
              <a:rPr spc="-60" dirty="0"/>
              <a:t> </a:t>
            </a:r>
            <a:r>
              <a:rPr dirty="0"/>
              <a:t>noise</a:t>
            </a:r>
            <a:r>
              <a:rPr spc="-50" dirty="0"/>
              <a:t> </a:t>
            </a:r>
            <a:r>
              <a:rPr dirty="0"/>
              <a:t>reduction</a:t>
            </a:r>
            <a:r>
              <a:rPr spc="-45" dirty="0"/>
              <a:t> </a:t>
            </a:r>
            <a:r>
              <a:rPr spc="-25" dirty="0"/>
              <a:t>and </a:t>
            </a:r>
            <a:r>
              <a:rPr dirty="0"/>
              <a:t>signal</a:t>
            </a:r>
            <a:r>
              <a:rPr spc="-50" dirty="0"/>
              <a:t> </a:t>
            </a:r>
            <a:r>
              <a:rPr spc="-20" dirty="0"/>
              <a:t>filtering.</a:t>
            </a:r>
            <a:r>
              <a:rPr spc="-200" dirty="0"/>
              <a:t> </a:t>
            </a:r>
            <a:r>
              <a:rPr dirty="0"/>
              <a:t>Advanced</a:t>
            </a:r>
            <a:r>
              <a:rPr spc="-25" dirty="0"/>
              <a:t> </a:t>
            </a:r>
            <a:r>
              <a:rPr dirty="0"/>
              <a:t>machine</a:t>
            </a:r>
            <a:r>
              <a:rPr spc="-25" dirty="0"/>
              <a:t> </a:t>
            </a:r>
            <a:r>
              <a:rPr dirty="0"/>
              <a:t>learning</a:t>
            </a:r>
            <a:r>
              <a:rPr spc="-30" dirty="0"/>
              <a:t> </a:t>
            </a:r>
            <a:r>
              <a:rPr dirty="0"/>
              <a:t>models</a:t>
            </a:r>
            <a:r>
              <a:rPr spc="-25" dirty="0"/>
              <a:t> </a:t>
            </a:r>
            <a:r>
              <a:rPr dirty="0"/>
              <a:t>or</a:t>
            </a:r>
            <a:r>
              <a:rPr spc="-25" dirty="0"/>
              <a:t> </a:t>
            </a:r>
            <a:r>
              <a:rPr spc="-10" dirty="0"/>
              <a:t>anomaly </a:t>
            </a:r>
            <a:r>
              <a:rPr dirty="0"/>
              <a:t>detection</a:t>
            </a:r>
            <a:r>
              <a:rPr spc="-30" dirty="0"/>
              <a:t> </a:t>
            </a:r>
            <a:r>
              <a:rPr dirty="0"/>
              <a:t>algorithms</a:t>
            </a:r>
            <a:r>
              <a:rPr spc="-30" dirty="0"/>
              <a:t> </a:t>
            </a:r>
            <a:r>
              <a:rPr dirty="0"/>
              <a:t>are</a:t>
            </a:r>
            <a:r>
              <a:rPr spc="-30" dirty="0"/>
              <a:t> </a:t>
            </a:r>
            <a:r>
              <a:rPr dirty="0"/>
              <a:t>then</a:t>
            </a:r>
            <a:r>
              <a:rPr spc="-25" dirty="0"/>
              <a:t> </a:t>
            </a:r>
            <a:r>
              <a:rPr dirty="0"/>
              <a:t>applied</a:t>
            </a:r>
            <a:r>
              <a:rPr spc="-30" dirty="0"/>
              <a:t> </a:t>
            </a:r>
            <a:r>
              <a:rPr dirty="0"/>
              <a:t>to</a:t>
            </a:r>
            <a:r>
              <a:rPr spc="-30" dirty="0"/>
              <a:t> </a:t>
            </a:r>
            <a:r>
              <a:rPr dirty="0"/>
              <a:t>classify</a:t>
            </a:r>
            <a:r>
              <a:rPr spc="-25" dirty="0"/>
              <a:t> </a:t>
            </a:r>
            <a:r>
              <a:rPr dirty="0"/>
              <a:t>signals</a:t>
            </a:r>
            <a:r>
              <a:rPr spc="-30" dirty="0"/>
              <a:t> </a:t>
            </a:r>
            <a:r>
              <a:rPr dirty="0"/>
              <a:t>as</a:t>
            </a:r>
            <a:r>
              <a:rPr spc="-55" dirty="0"/>
              <a:t> </a:t>
            </a:r>
            <a:r>
              <a:rPr dirty="0"/>
              <a:t>normal</a:t>
            </a:r>
            <a:r>
              <a:rPr spc="-35" dirty="0"/>
              <a:t> </a:t>
            </a:r>
            <a:r>
              <a:rPr spc="-25" dirty="0"/>
              <a:t>or </a:t>
            </a:r>
            <a:r>
              <a:rPr dirty="0"/>
              <a:t>abnormal</a:t>
            </a:r>
            <a:r>
              <a:rPr spc="-65" dirty="0"/>
              <a:t> </a:t>
            </a:r>
            <a:r>
              <a:rPr dirty="0"/>
              <a:t>with</a:t>
            </a:r>
            <a:r>
              <a:rPr spc="-55" dirty="0"/>
              <a:t> </a:t>
            </a:r>
            <a:r>
              <a:rPr dirty="0"/>
              <a:t>high</a:t>
            </a:r>
            <a:r>
              <a:rPr spc="-55" dirty="0"/>
              <a:t> </a:t>
            </a:r>
            <a:r>
              <a:rPr spc="-20" dirty="0"/>
              <a:t>accuracy.</a:t>
            </a:r>
            <a:r>
              <a:rPr spc="-114" dirty="0"/>
              <a:t> </a:t>
            </a:r>
            <a:r>
              <a:rPr spc="-30" dirty="0"/>
              <a:t>To</a:t>
            </a:r>
            <a:r>
              <a:rPr spc="-55" dirty="0"/>
              <a:t> </a:t>
            </a:r>
            <a:r>
              <a:rPr dirty="0"/>
              <a:t>enhance</a:t>
            </a:r>
            <a:r>
              <a:rPr spc="-60" dirty="0"/>
              <a:t> </a:t>
            </a:r>
            <a:r>
              <a:rPr spc="-20" dirty="0"/>
              <a:t>usability,</a:t>
            </a:r>
            <a:r>
              <a:rPr spc="-50" dirty="0"/>
              <a:t> </a:t>
            </a:r>
            <a:r>
              <a:rPr dirty="0"/>
              <a:t>an</a:t>
            </a:r>
            <a:r>
              <a:rPr spc="-55" dirty="0"/>
              <a:t> </a:t>
            </a:r>
            <a:r>
              <a:rPr spc="-10" dirty="0"/>
              <a:t>interactive </a:t>
            </a:r>
            <a:r>
              <a:rPr dirty="0"/>
              <a:t>dashboard</a:t>
            </a:r>
            <a:r>
              <a:rPr spc="-45" dirty="0"/>
              <a:t> </a:t>
            </a:r>
            <a:r>
              <a:rPr dirty="0"/>
              <a:t>displays</a:t>
            </a:r>
            <a:r>
              <a:rPr spc="-65" dirty="0"/>
              <a:t> </a:t>
            </a:r>
            <a:r>
              <a:rPr spc="-20" dirty="0"/>
              <a:t>real-</a:t>
            </a:r>
            <a:r>
              <a:rPr dirty="0"/>
              <a:t>time</a:t>
            </a:r>
            <a:r>
              <a:rPr spc="-40" dirty="0"/>
              <a:t> </a:t>
            </a:r>
            <a:r>
              <a:rPr dirty="0"/>
              <a:t>results,</a:t>
            </a:r>
            <a:r>
              <a:rPr spc="-45" dirty="0"/>
              <a:t> </a:t>
            </a:r>
            <a:r>
              <a:rPr dirty="0"/>
              <a:t>enabling</a:t>
            </a:r>
            <a:r>
              <a:rPr spc="-35" dirty="0"/>
              <a:t> </a:t>
            </a:r>
            <a:r>
              <a:rPr dirty="0"/>
              <a:t>quick</a:t>
            </a:r>
            <a:r>
              <a:rPr spc="-45" dirty="0"/>
              <a:t> </a:t>
            </a:r>
            <a:r>
              <a:rPr spc="-10" dirty="0"/>
              <a:t>interpretation.</a:t>
            </a:r>
          </a:p>
          <a:p>
            <a:pPr marL="12700" marR="541655">
              <a:lnSpc>
                <a:spcPts val="4910"/>
              </a:lnSpc>
              <a:spcBef>
                <a:spcPts val="90"/>
              </a:spcBef>
            </a:pPr>
            <a:r>
              <a:rPr spc="-25" dirty="0"/>
              <a:t>Additionally,</a:t>
            </a:r>
            <a:r>
              <a:rPr spc="-200" dirty="0"/>
              <a:t> </a:t>
            </a:r>
            <a:r>
              <a:rPr dirty="0"/>
              <a:t>AutoCAD</a:t>
            </a:r>
            <a:r>
              <a:rPr spc="-45" dirty="0"/>
              <a:t> </a:t>
            </a:r>
            <a:r>
              <a:rPr dirty="0"/>
              <a:t>and</a:t>
            </a:r>
            <a:r>
              <a:rPr spc="-80" dirty="0"/>
              <a:t> </a:t>
            </a:r>
            <a:r>
              <a:rPr dirty="0"/>
              <a:t>Tinkercad</a:t>
            </a:r>
            <a:r>
              <a:rPr spc="-45" dirty="0"/>
              <a:t> </a:t>
            </a:r>
            <a:r>
              <a:rPr dirty="0"/>
              <a:t>are</a:t>
            </a:r>
            <a:r>
              <a:rPr spc="-25" dirty="0"/>
              <a:t> </a:t>
            </a:r>
            <a:r>
              <a:rPr dirty="0"/>
              <a:t>used</a:t>
            </a:r>
            <a:r>
              <a:rPr spc="-25" dirty="0"/>
              <a:t> </a:t>
            </a:r>
            <a:r>
              <a:rPr dirty="0"/>
              <a:t>for</a:t>
            </a:r>
            <a:r>
              <a:rPr spc="-25" dirty="0"/>
              <a:t> </a:t>
            </a:r>
            <a:r>
              <a:rPr dirty="0"/>
              <a:t>hardware</a:t>
            </a:r>
            <a:r>
              <a:rPr spc="-35" dirty="0"/>
              <a:t> </a:t>
            </a:r>
            <a:r>
              <a:rPr spc="-10" dirty="0"/>
              <a:t>design </a:t>
            </a:r>
            <a:r>
              <a:rPr dirty="0"/>
              <a:t>and</a:t>
            </a:r>
            <a:r>
              <a:rPr spc="-75" dirty="0"/>
              <a:t> </a:t>
            </a:r>
            <a:r>
              <a:rPr dirty="0"/>
              <a:t>simulation,</a:t>
            </a:r>
            <a:r>
              <a:rPr spc="-70" dirty="0"/>
              <a:t> </a:t>
            </a:r>
            <a:r>
              <a:rPr dirty="0"/>
              <a:t>ensuring</a:t>
            </a:r>
            <a:r>
              <a:rPr spc="-70" dirty="0"/>
              <a:t> </a:t>
            </a:r>
            <a:r>
              <a:rPr dirty="0"/>
              <a:t>seamless</a:t>
            </a:r>
            <a:r>
              <a:rPr spc="-80" dirty="0"/>
              <a:t> </a:t>
            </a:r>
            <a:r>
              <a:rPr dirty="0"/>
              <a:t>integration</a:t>
            </a:r>
            <a:r>
              <a:rPr spc="-70" dirty="0"/>
              <a:t> </a:t>
            </a:r>
            <a:r>
              <a:rPr dirty="0"/>
              <a:t>of</a:t>
            </a:r>
            <a:r>
              <a:rPr spc="-75" dirty="0"/>
              <a:t> </a:t>
            </a:r>
            <a:r>
              <a:rPr dirty="0"/>
              <a:t>the</a:t>
            </a:r>
            <a:r>
              <a:rPr spc="-70" dirty="0"/>
              <a:t> </a:t>
            </a:r>
            <a:r>
              <a:rPr spc="-10" dirty="0"/>
              <a:t>components.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07152" rIns="0" bIns="0" rtlCol="0">
            <a:spAutoFit/>
          </a:bodyPr>
          <a:lstStyle/>
          <a:p>
            <a:pPr marL="5828665">
              <a:lnSpc>
                <a:spcPct val="100000"/>
              </a:lnSpc>
              <a:spcBef>
                <a:spcPts val="110"/>
              </a:spcBef>
            </a:pPr>
            <a:r>
              <a:rPr spc="-675" dirty="0"/>
              <a:t>System</a:t>
            </a:r>
            <a:r>
              <a:rPr spc="-940" dirty="0"/>
              <a:t> </a:t>
            </a:r>
            <a:r>
              <a:rPr spc="-305" dirty="0"/>
              <a:t>diagram</a:t>
            </a:r>
          </a:p>
        </p:txBody>
      </p:sp>
      <p:pic>
        <p:nvPicPr>
          <p:cNvPr id="3" name="object 3"/>
          <p:cNvPicPr/>
          <p:nvPr/>
        </p:nvPicPr>
        <p:blipFill>
          <a:blip r:embed="rId2" cstate="print"/>
          <a:stretch>
            <a:fillRect/>
          </a:stretch>
        </p:blipFill>
        <p:spPr>
          <a:xfrm>
            <a:off x="5918834" y="1180528"/>
            <a:ext cx="5067553" cy="8619617"/>
          </a:xfrm>
          <a:prstGeom prst="rect">
            <a:avLst/>
          </a:prstGeom>
        </p:spPr>
      </p:pic>
      <p:sp>
        <p:nvSpPr>
          <p:cNvPr id="4" name="object 4"/>
          <p:cNvSpPr txBox="1"/>
          <p:nvPr/>
        </p:nvSpPr>
        <p:spPr>
          <a:xfrm>
            <a:off x="7162800" y="4914900"/>
            <a:ext cx="1371600" cy="685800"/>
          </a:xfrm>
          <a:prstGeom prst="rect">
            <a:avLst/>
          </a:prstGeom>
          <a:solidFill>
            <a:srgbClr val="FFFFFF"/>
          </a:solidFill>
          <a:ln w="15875">
            <a:solidFill>
              <a:srgbClr val="05BEDE"/>
            </a:solidFill>
          </a:ln>
        </p:spPr>
        <p:txBody>
          <a:bodyPr vert="horz" wrap="square" lIns="0" tIns="61594" rIns="0" bIns="0" rtlCol="0">
            <a:spAutoFit/>
          </a:bodyPr>
          <a:lstStyle/>
          <a:p>
            <a:pPr marL="217170">
              <a:lnSpc>
                <a:spcPct val="100000"/>
              </a:lnSpc>
              <a:spcBef>
                <a:spcPts val="484"/>
              </a:spcBef>
            </a:pPr>
            <a:r>
              <a:rPr sz="1800" spc="-10" dirty="0">
                <a:latin typeface="Rockwell"/>
                <a:cs typeface="Rockwell"/>
              </a:rPr>
              <a:t>Accurate</a:t>
            </a:r>
            <a:endParaRPr sz="1800">
              <a:latin typeface="Rockwell"/>
              <a:cs typeface="Rockwell"/>
            </a:endParaRPr>
          </a:p>
          <a:p>
            <a:pPr marL="101600">
              <a:lnSpc>
                <a:spcPct val="100000"/>
              </a:lnSpc>
            </a:pPr>
            <a:r>
              <a:rPr sz="1800" spc="-10" dirty="0">
                <a:latin typeface="Rockwell"/>
                <a:cs typeface="Rockwell"/>
              </a:rPr>
              <a:t>monitoring</a:t>
            </a:r>
            <a:endParaRPr sz="1800">
              <a:latin typeface="Rockwell"/>
              <a:cs typeface="Rockwe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07152" rIns="0" bIns="0" rtlCol="0">
            <a:spAutoFit/>
          </a:bodyPr>
          <a:lstStyle/>
          <a:p>
            <a:pPr marL="5828665">
              <a:lnSpc>
                <a:spcPct val="100000"/>
              </a:lnSpc>
              <a:spcBef>
                <a:spcPts val="110"/>
              </a:spcBef>
            </a:pPr>
            <a:r>
              <a:rPr spc="-675" dirty="0"/>
              <a:t>System</a:t>
            </a:r>
            <a:r>
              <a:rPr spc="-940" dirty="0"/>
              <a:t> </a:t>
            </a:r>
            <a:r>
              <a:rPr spc="-305" dirty="0"/>
              <a:t>diagram</a:t>
            </a:r>
          </a:p>
        </p:txBody>
      </p:sp>
      <p:sp>
        <p:nvSpPr>
          <p:cNvPr id="3" name="object 3"/>
          <p:cNvSpPr/>
          <p:nvPr/>
        </p:nvSpPr>
        <p:spPr>
          <a:xfrm>
            <a:off x="7162800" y="4914900"/>
            <a:ext cx="1371600" cy="685800"/>
          </a:xfrm>
          <a:custGeom>
            <a:avLst/>
            <a:gdLst/>
            <a:ahLst/>
            <a:cxnLst/>
            <a:rect l="l" t="t" r="r" b="b"/>
            <a:pathLst>
              <a:path w="1371600" h="685800">
                <a:moveTo>
                  <a:pt x="1371600" y="0"/>
                </a:moveTo>
                <a:lnTo>
                  <a:pt x="0" y="0"/>
                </a:lnTo>
                <a:lnTo>
                  <a:pt x="0" y="685800"/>
                </a:lnTo>
                <a:lnTo>
                  <a:pt x="1371600" y="685800"/>
                </a:lnTo>
                <a:lnTo>
                  <a:pt x="1371600" y="0"/>
                </a:lnTo>
                <a:close/>
              </a:path>
            </a:pathLst>
          </a:custGeom>
          <a:solidFill>
            <a:srgbClr val="FFFFFF"/>
          </a:solidFill>
        </p:spPr>
        <p:txBody>
          <a:bodyPr wrap="square" lIns="0" tIns="0" rIns="0" bIns="0" rtlCol="0"/>
          <a:lstStyle/>
          <a:p>
            <a:endParaRPr/>
          </a:p>
        </p:txBody>
      </p:sp>
      <p:sp>
        <p:nvSpPr>
          <p:cNvPr id="4" name="object 4"/>
          <p:cNvSpPr txBox="1"/>
          <p:nvPr/>
        </p:nvSpPr>
        <p:spPr>
          <a:xfrm>
            <a:off x="7162800" y="4914900"/>
            <a:ext cx="1371600" cy="685800"/>
          </a:xfrm>
          <a:prstGeom prst="rect">
            <a:avLst/>
          </a:prstGeom>
          <a:ln w="15875">
            <a:solidFill>
              <a:srgbClr val="05BEDE"/>
            </a:solidFill>
          </a:ln>
        </p:spPr>
        <p:txBody>
          <a:bodyPr vert="horz" wrap="square" lIns="0" tIns="61594" rIns="0" bIns="0" rtlCol="0">
            <a:spAutoFit/>
          </a:bodyPr>
          <a:lstStyle/>
          <a:p>
            <a:pPr marL="217170">
              <a:lnSpc>
                <a:spcPct val="100000"/>
              </a:lnSpc>
              <a:spcBef>
                <a:spcPts val="484"/>
              </a:spcBef>
            </a:pPr>
            <a:r>
              <a:rPr sz="1800" spc="-10" dirty="0">
                <a:latin typeface="Rockwell"/>
                <a:cs typeface="Rockwell"/>
              </a:rPr>
              <a:t>Accurate</a:t>
            </a:r>
            <a:endParaRPr sz="1800">
              <a:latin typeface="Rockwell"/>
              <a:cs typeface="Rockwell"/>
            </a:endParaRPr>
          </a:p>
          <a:p>
            <a:pPr marL="101600">
              <a:lnSpc>
                <a:spcPct val="100000"/>
              </a:lnSpc>
            </a:pPr>
            <a:r>
              <a:rPr sz="1800" spc="-10" dirty="0">
                <a:latin typeface="Rockwell"/>
                <a:cs typeface="Rockwell"/>
              </a:rPr>
              <a:t>monitoring</a:t>
            </a:r>
            <a:endParaRPr sz="1800">
              <a:latin typeface="Rockwell"/>
              <a:cs typeface="Rockwell"/>
            </a:endParaRPr>
          </a:p>
        </p:txBody>
      </p:sp>
      <p:pic>
        <p:nvPicPr>
          <p:cNvPr id="5" name="object 5"/>
          <p:cNvPicPr/>
          <p:nvPr/>
        </p:nvPicPr>
        <p:blipFill>
          <a:blip r:embed="rId2" cstate="print"/>
          <a:stretch>
            <a:fillRect/>
          </a:stretch>
        </p:blipFill>
        <p:spPr>
          <a:xfrm>
            <a:off x="1219200" y="2705100"/>
            <a:ext cx="14970633" cy="40386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68754" y="-354980"/>
            <a:ext cx="11737975" cy="2716530"/>
          </a:xfrm>
          <a:prstGeom prst="rect">
            <a:avLst/>
          </a:prstGeom>
        </p:spPr>
        <p:txBody>
          <a:bodyPr vert="horz" wrap="square" lIns="0" tIns="11430" rIns="0" bIns="0" rtlCol="0">
            <a:spAutoFit/>
          </a:bodyPr>
          <a:lstStyle/>
          <a:p>
            <a:pPr marL="12700" marR="5080">
              <a:lnSpc>
                <a:spcPct val="117000"/>
              </a:lnSpc>
              <a:spcBef>
                <a:spcPts val="90"/>
              </a:spcBef>
            </a:pPr>
            <a:r>
              <a:rPr spc="-310" dirty="0"/>
              <a:t>Modules</a:t>
            </a:r>
            <a:r>
              <a:rPr spc="-955" dirty="0"/>
              <a:t> </a:t>
            </a:r>
            <a:r>
              <a:rPr spc="-40" dirty="0"/>
              <a:t>listed</a:t>
            </a:r>
            <a:r>
              <a:rPr spc="-930" dirty="0"/>
              <a:t> </a:t>
            </a:r>
            <a:r>
              <a:rPr spc="-229" dirty="0"/>
              <a:t>and</a:t>
            </a:r>
            <a:r>
              <a:rPr spc="-965" dirty="0"/>
              <a:t> </a:t>
            </a:r>
            <a:r>
              <a:rPr spc="-70" dirty="0"/>
              <a:t>detailed </a:t>
            </a:r>
            <a:r>
              <a:rPr spc="-10" dirty="0"/>
              <a:t>explanation</a:t>
            </a:r>
          </a:p>
        </p:txBody>
      </p:sp>
      <p:sp>
        <p:nvSpPr>
          <p:cNvPr id="3" name="object 3"/>
          <p:cNvSpPr txBox="1"/>
          <p:nvPr/>
        </p:nvSpPr>
        <p:spPr>
          <a:xfrm>
            <a:off x="1450339" y="1994562"/>
            <a:ext cx="16216630" cy="3453129"/>
          </a:xfrm>
          <a:prstGeom prst="rect">
            <a:avLst/>
          </a:prstGeom>
        </p:spPr>
        <p:txBody>
          <a:bodyPr vert="horz" wrap="square" lIns="0" tIns="514350" rIns="0" bIns="0" rtlCol="0">
            <a:spAutoFit/>
          </a:bodyPr>
          <a:lstStyle/>
          <a:p>
            <a:pPr marL="622300">
              <a:lnSpc>
                <a:spcPct val="100000"/>
              </a:lnSpc>
              <a:spcBef>
                <a:spcPts val="4050"/>
              </a:spcBef>
            </a:pPr>
            <a:r>
              <a:rPr sz="6600" spc="-60" dirty="0">
                <a:solidFill>
                  <a:srgbClr val="C7F6FD"/>
                </a:solidFill>
                <a:latin typeface="Rockwell"/>
                <a:cs typeface="Rockwell"/>
              </a:rPr>
              <a:t>Hardware</a:t>
            </a:r>
            <a:r>
              <a:rPr sz="6600" spc="-340" dirty="0">
                <a:solidFill>
                  <a:srgbClr val="C7F6FD"/>
                </a:solidFill>
                <a:latin typeface="Rockwell"/>
                <a:cs typeface="Rockwell"/>
              </a:rPr>
              <a:t> </a:t>
            </a:r>
            <a:r>
              <a:rPr sz="6600" spc="-10" dirty="0">
                <a:solidFill>
                  <a:srgbClr val="C7F6FD"/>
                </a:solidFill>
                <a:latin typeface="Rockwell"/>
                <a:cs typeface="Rockwell"/>
              </a:rPr>
              <a:t>Design</a:t>
            </a:r>
            <a:endParaRPr sz="6600">
              <a:latin typeface="Rockwell"/>
              <a:cs typeface="Rockwell"/>
            </a:endParaRPr>
          </a:p>
          <a:p>
            <a:pPr marL="172720" indent="-168275">
              <a:lnSpc>
                <a:spcPct val="100000"/>
              </a:lnSpc>
              <a:spcBef>
                <a:spcPts val="2155"/>
              </a:spcBef>
              <a:buSzPct val="97222"/>
              <a:buFont typeface="Arial"/>
              <a:buChar char="•"/>
              <a:tabLst>
                <a:tab pos="172720" algn="l"/>
              </a:tabLst>
            </a:pPr>
            <a:r>
              <a:rPr sz="3600" b="1" dirty="0">
                <a:solidFill>
                  <a:srgbClr val="C7F6FD"/>
                </a:solidFill>
                <a:latin typeface="Arial"/>
                <a:cs typeface="Arial"/>
              </a:rPr>
              <a:t>PCB</a:t>
            </a:r>
            <a:r>
              <a:rPr sz="3600" b="1" spc="-40" dirty="0">
                <a:solidFill>
                  <a:srgbClr val="C7F6FD"/>
                </a:solidFill>
                <a:latin typeface="Arial"/>
                <a:cs typeface="Arial"/>
              </a:rPr>
              <a:t> </a:t>
            </a:r>
            <a:r>
              <a:rPr sz="3600" b="1" dirty="0">
                <a:solidFill>
                  <a:srgbClr val="C7F6FD"/>
                </a:solidFill>
                <a:latin typeface="Arial"/>
                <a:cs typeface="Arial"/>
              </a:rPr>
              <a:t>Fabrication:</a:t>
            </a:r>
            <a:r>
              <a:rPr sz="3600" b="1" spc="-30" dirty="0">
                <a:solidFill>
                  <a:srgbClr val="C7F6FD"/>
                </a:solidFill>
                <a:latin typeface="Arial"/>
                <a:cs typeface="Arial"/>
              </a:rPr>
              <a:t> </a:t>
            </a:r>
            <a:r>
              <a:rPr sz="3600" dirty="0">
                <a:solidFill>
                  <a:srgbClr val="C7F6FD"/>
                </a:solidFill>
                <a:latin typeface="Arial"/>
                <a:cs typeface="Arial"/>
              </a:rPr>
              <a:t>Square</a:t>
            </a:r>
            <a:r>
              <a:rPr sz="3600" spc="-25" dirty="0">
                <a:solidFill>
                  <a:srgbClr val="C7F6FD"/>
                </a:solidFill>
                <a:latin typeface="Arial"/>
                <a:cs typeface="Arial"/>
              </a:rPr>
              <a:t> </a:t>
            </a:r>
            <a:r>
              <a:rPr sz="3600" dirty="0">
                <a:solidFill>
                  <a:srgbClr val="C7F6FD"/>
                </a:solidFill>
                <a:latin typeface="Arial"/>
                <a:cs typeface="Arial"/>
              </a:rPr>
              <a:t>&amp;</a:t>
            </a:r>
            <a:r>
              <a:rPr sz="3600" spc="-45" dirty="0">
                <a:solidFill>
                  <a:srgbClr val="C7F6FD"/>
                </a:solidFill>
                <a:latin typeface="Arial"/>
                <a:cs typeface="Arial"/>
              </a:rPr>
              <a:t> </a:t>
            </a:r>
            <a:r>
              <a:rPr sz="3600" dirty="0">
                <a:solidFill>
                  <a:srgbClr val="C7F6FD"/>
                </a:solidFill>
                <a:latin typeface="Arial"/>
                <a:cs typeface="Arial"/>
              </a:rPr>
              <a:t>circle</a:t>
            </a:r>
            <a:r>
              <a:rPr sz="3600" spc="-40" dirty="0">
                <a:solidFill>
                  <a:srgbClr val="C7F6FD"/>
                </a:solidFill>
                <a:latin typeface="Arial"/>
                <a:cs typeface="Arial"/>
              </a:rPr>
              <a:t> </a:t>
            </a:r>
            <a:r>
              <a:rPr sz="3600" dirty="0">
                <a:solidFill>
                  <a:srgbClr val="C7F6FD"/>
                </a:solidFill>
                <a:latin typeface="Arial"/>
                <a:cs typeface="Arial"/>
              </a:rPr>
              <a:t>design</a:t>
            </a:r>
            <a:r>
              <a:rPr sz="3600" spc="-45" dirty="0">
                <a:solidFill>
                  <a:srgbClr val="C7F6FD"/>
                </a:solidFill>
                <a:latin typeface="Arial"/>
                <a:cs typeface="Arial"/>
              </a:rPr>
              <a:t> </a:t>
            </a:r>
            <a:r>
              <a:rPr sz="3600" dirty="0">
                <a:solidFill>
                  <a:srgbClr val="C7F6FD"/>
                </a:solidFill>
                <a:latin typeface="Arial"/>
                <a:cs typeface="Arial"/>
              </a:rPr>
              <a:t>for</a:t>
            </a:r>
            <a:r>
              <a:rPr sz="3600" spc="-25" dirty="0">
                <a:solidFill>
                  <a:srgbClr val="C7F6FD"/>
                </a:solidFill>
                <a:latin typeface="Arial"/>
                <a:cs typeface="Arial"/>
              </a:rPr>
              <a:t> </a:t>
            </a:r>
            <a:r>
              <a:rPr sz="3600" dirty="0">
                <a:solidFill>
                  <a:srgbClr val="C7F6FD"/>
                </a:solidFill>
                <a:latin typeface="Arial"/>
                <a:cs typeface="Arial"/>
              </a:rPr>
              <a:t>optimal</a:t>
            </a:r>
            <a:r>
              <a:rPr sz="3600" spc="-30" dirty="0">
                <a:solidFill>
                  <a:srgbClr val="C7F6FD"/>
                </a:solidFill>
                <a:latin typeface="Arial"/>
                <a:cs typeface="Arial"/>
              </a:rPr>
              <a:t> </a:t>
            </a:r>
            <a:r>
              <a:rPr sz="3600" dirty="0">
                <a:solidFill>
                  <a:srgbClr val="C7F6FD"/>
                </a:solidFill>
                <a:latin typeface="Arial"/>
                <a:cs typeface="Arial"/>
              </a:rPr>
              <a:t>signal</a:t>
            </a:r>
            <a:r>
              <a:rPr sz="3600" spc="-25" dirty="0">
                <a:solidFill>
                  <a:srgbClr val="C7F6FD"/>
                </a:solidFill>
                <a:latin typeface="Arial"/>
                <a:cs typeface="Arial"/>
              </a:rPr>
              <a:t> </a:t>
            </a:r>
            <a:r>
              <a:rPr sz="3600" spc="-10" dirty="0">
                <a:solidFill>
                  <a:srgbClr val="C7F6FD"/>
                </a:solidFill>
                <a:latin typeface="Arial"/>
                <a:cs typeface="Arial"/>
              </a:rPr>
              <a:t>processing.</a:t>
            </a:r>
            <a:endParaRPr sz="3600">
              <a:latin typeface="Arial"/>
              <a:cs typeface="Arial"/>
            </a:endParaRPr>
          </a:p>
          <a:p>
            <a:pPr marL="172720" indent="-168275">
              <a:lnSpc>
                <a:spcPct val="100000"/>
              </a:lnSpc>
              <a:buSzPct val="97222"/>
              <a:buFont typeface="Arial"/>
              <a:buChar char="•"/>
              <a:tabLst>
                <a:tab pos="172720" algn="l"/>
              </a:tabLst>
            </a:pPr>
            <a:r>
              <a:rPr sz="3600" b="1" dirty="0">
                <a:solidFill>
                  <a:srgbClr val="C7F6FD"/>
                </a:solidFill>
                <a:latin typeface="Arial"/>
                <a:cs typeface="Arial"/>
              </a:rPr>
              <a:t>ECG</a:t>
            </a:r>
            <a:r>
              <a:rPr sz="3600" b="1" spc="-25" dirty="0">
                <a:solidFill>
                  <a:srgbClr val="C7F6FD"/>
                </a:solidFill>
                <a:latin typeface="Arial"/>
                <a:cs typeface="Arial"/>
              </a:rPr>
              <a:t> </a:t>
            </a:r>
            <a:r>
              <a:rPr sz="3600" b="1" dirty="0">
                <a:solidFill>
                  <a:srgbClr val="C7F6FD"/>
                </a:solidFill>
                <a:latin typeface="Arial"/>
                <a:cs typeface="Arial"/>
              </a:rPr>
              <a:t>Sensor</a:t>
            </a:r>
            <a:r>
              <a:rPr sz="3600" b="1" spc="-25" dirty="0">
                <a:solidFill>
                  <a:srgbClr val="C7F6FD"/>
                </a:solidFill>
                <a:latin typeface="Arial"/>
                <a:cs typeface="Arial"/>
              </a:rPr>
              <a:t> </a:t>
            </a:r>
            <a:r>
              <a:rPr sz="3600" b="1" dirty="0">
                <a:solidFill>
                  <a:srgbClr val="C7F6FD"/>
                </a:solidFill>
                <a:latin typeface="Arial"/>
                <a:cs typeface="Arial"/>
              </a:rPr>
              <a:t>&amp;</a:t>
            </a:r>
            <a:r>
              <a:rPr sz="3600" b="1" spc="-25" dirty="0">
                <a:solidFill>
                  <a:srgbClr val="C7F6FD"/>
                </a:solidFill>
                <a:latin typeface="Arial"/>
                <a:cs typeface="Arial"/>
              </a:rPr>
              <a:t> </a:t>
            </a:r>
            <a:r>
              <a:rPr sz="3600" b="1" dirty="0">
                <a:solidFill>
                  <a:srgbClr val="C7F6FD"/>
                </a:solidFill>
                <a:latin typeface="Arial"/>
                <a:cs typeface="Arial"/>
              </a:rPr>
              <a:t>Components:</a:t>
            </a:r>
            <a:r>
              <a:rPr sz="3600" b="1" spc="-20" dirty="0">
                <a:solidFill>
                  <a:srgbClr val="C7F6FD"/>
                </a:solidFill>
                <a:latin typeface="Arial"/>
                <a:cs typeface="Arial"/>
              </a:rPr>
              <a:t> </a:t>
            </a:r>
            <a:r>
              <a:rPr sz="3600" dirty="0">
                <a:solidFill>
                  <a:srgbClr val="C7F6FD"/>
                </a:solidFill>
                <a:latin typeface="Arial"/>
                <a:cs typeface="Arial"/>
              </a:rPr>
              <a:t>Electrodes,</a:t>
            </a:r>
            <a:r>
              <a:rPr sz="3600" spc="-35" dirty="0">
                <a:solidFill>
                  <a:srgbClr val="C7F6FD"/>
                </a:solidFill>
                <a:latin typeface="Arial"/>
                <a:cs typeface="Arial"/>
              </a:rPr>
              <a:t> </a:t>
            </a:r>
            <a:r>
              <a:rPr sz="3600" dirty="0">
                <a:solidFill>
                  <a:srgbClr val="C7F6FD"/>
                </a:solidFill>
                <a:latin typeface="Arial"/>
                <a:cs typeface="Arial"/>
              </a:rPr>
              <a:t>resistors,</a:t>
            </a:r>
            <a:r>
              <a:rPr sz="3600" spc="-25" dirty="0">
                <a:solidFill>
                  <a:srgbClr val="C7F6FD"/>
                </a:solidFill>
                <a:latin typeface="Arial"/>
                <a:cs typeface="Arial"/>
              </a:rPr>
              <a:t> </a:t>
            </a:r>
            <a:r>
              <a:rPr sz="3600" dirty="0">
                <a:solidFill>
                  <a:srgbClr val="C7F6FD"/>
                </a:solidFill>
                <a:latin typeface="Arial"/>
                <a:cs typeface="Arial"/>
              </a:rPr>
              <a:t>capacitors,</a:t>
            </a:r>
            <a:r>
              <a:rPr sz="3600" spc="-25" dirty="0">
                <a:solidFill>
                  <a:srgbClr val="C7F6FD"/>
                </a:solidFill>
                <a:latin typeface="Arial"/>
                <a:cs typeface="Arial"/>
              </a:rPr>
              <a:t> </a:t>
            </a:r>
            <a:r>
              <a:rPr sz="3600" dirty="0">
                <a:solidFill>
                  <a:srgbClr val="C7F6FD"/>
                </a:solidFill>
                <a:latin typeface="Arial"/>
                <a:cs typeface="Arial"/>
              </a:rPr>
              <a:t>and</a:t>
            </a:r>
            <a:r>
              <a:rPr sz="3600" spc="-25" dirty="0">
                <a:solidFill>
                  <a:srgbClr val="C7F6FD"/>
                </a:solidFill>
                <a:latin typeface="Arial"/>
                <a:cs typeface="Arial"/>
              </a:rPr>
              <a:t> </a:t>
            </a:r>
            <a:r>
              <a:rPr sz="3600" spc="-10" dirty="0">
                <a:solidFill>
                  <a:srgbClr val="C7F6FD"/>
                </a:solidFill>
                <a:latin typeface="Arial"/>
                <a:cs typeface="Arial"/>
              </a:rPr>
              <a:t>amplifiers.</a:t>
            </a:r>
            <a:endParaRPr sz="3600">
              <a:latin typeface="Arial"/>
              <a:cs typeface="Arial"/>
            </a:endParaRPr>
          </a:p>
          <a:p>
            <a:pPr marL="172720" indent="-168275">
              <a:lnSpc>
                <a:spcPct val="100000"/>
              </a:lnSpc>
              <a:buSzPct val="97222"/>
              <a:buFont typeface="Arial"/>
              <a:buChar char="•"/>
              <a:tabLst>
                <a:tab pos="172720" algn="l"/>
              </a:tabLst>
            </a:pPr>
            <a:r>
              <a:rPr sz="3600" b="1" dirty="0">
                <a:solidFill>
                  <a:srgbClr val="C7F6FD"/>
                </a:solidFill>
                <a:latin typeface="Arial"/>
                <a:cs typeface="Arial"/>
              </a:rPr>
              <a:t>Soldering</a:t>
            </a:r>
            <a:r>
              <a:rPr sz="3600" b="1" spc="-45" dirty="0">
                <a:solidFill>
                  <a:srgbClr val="C7F6FD"/>
                </a:solidFill>
                <a:latin typeface="Arial"/>
                <a:cs typeface="Arial"/>
              </a:rPr>
              <a:t> </a:t>
            </a:r>
            <a:r>
              <a:rPr sz="3600" b="1" dirty="0">
                <a:solidFill>
                  <a:srgbClr val="C7F6FD"/>
                </a:solidFill>
                <a:latin typeface="Arial"/>
                <a:cs typeface="Arial"/>
              </a:rPr>
              <a:t>&amp;</a:t>
            </a:r>
            <a:r>
              <a:rPr sz="3600" b="1" spc="-50" dirty="0">
                <a:solidFill>
                  <a:srgbClr val="C7F6FD"/>
                </a:solidFill>
                <a:latin typeface="Arial"/>
                <a:cs typeface="Arial"/>
              </a:rPr>
              <a:t> </a:t>
            </a:r>
            <a:r>
              <a:rPr sz="3600" b="1" dirty="0">
                <a:solidFill>
                  <a:srgbClr val="C7F6FD"/>
                </a:solidFill>
                <a:latin typeface="Arial"/>
                <a:cs typeface="Arial"/>
              </a:rPr>
              <a:t>Wiring:</a:t>
            </a:r>
            <a:r>
              <a:rPr sz="3600" b="1" spc="-30" dirty="0">
                <a:solidFill>
                  <a:srgbClr val="C7F6FD"/>
                </a:solidFill>
                <a:latin typeface="Arial"/>
                <a:cs typeface="Arial"/>
              </a:rPr>
              <a:t> </a:t>
            </a:r>
            <a:r>
              <a:rPr sz="3600" dirty="0">
                <a:solidFill>
                  <a:srgbClr val="C7F6FD"/>
                </a:solidFill>
                <a:latin typeface="Arial"/>
                <a:cs typeface="Arial"/>
              </a:rPr>
              <a:t>Ensuring</a:t>
            </a:r>
            <a:r>
              <a:rPr sz="3600" spc="-80" dirty="0">
                <a:solidFill>
                  <a:srgbClr val="C7F6FD"/>
                </a:solidFill>
                <a:latin typeface="Arial"/>
                <a:cs typeface="Arial"/>
              </a:rPr>
              <a:t> </a:t>
            </a:r>
            <a:r>
              <a:rPr sz="3600" dirty="0">
                <a:solidFill>
                  <a:srgbClr val="C7F6FD"/>
                </a:solidFill>
                <a:latin typeface="Arial"/>
                <a:cs typeface="Arial"/>
              </a:rPr>
              <a:t>proper</a:t>
            </a:r>
            <a:r>
              <a:rPr sz="3600" spc="-55" dirty="0">
                <a:solidFill>
                  <a:srgbClr val="C7F6FD"/>
                </a:solidFill>
                <a:latin typeface="Arial"/>
                <a:cs typeface="Arial"/>
              </a:rPr>
              <a:t> </a:t>
            </a:r>
            <a:r>
              <a:rPr sz="3600" i="1" dirty="0">
                <a:solidFill>
                  <a:srgbClr val="C7F6FD"/>
                </a:solidFill>
                <a:latin typeface="Arial"/>
                <a:cs typeface="Arial"/>
              </a:rPr>
              <a:t>connections</a:t>
            </a:r>
            <a:r>
              <a:rPr sz="3600" i="1" spc="-60" dirty="0">
                <a:solidFill>
                  <a:srgbClr val="C7F6FD"/>
                </a:solidFill>
                <a:latin typeface="Arial"/>
                <a:cs typeface="Arial"/>
              </a:rPr>
              <a:t> </a:t>
            </a:r>
            <a:r>
              <a:rPr sz="3600" dirty="0">
                <a:solidFill>
                  <a:srgbClr val="C7F6FD"/>
                </a:solidFill>
                <a:latin typeface="Arial"/>
                <a:cs typeface="Arial"/>
              </a:rPr>
              <a:t>to</a:t>
            </a:r>
            <a:r>
              <a:rPr sz="3600" spc="-50" dirty="0">
                <a:solidFill>
                  <a:srgbClr val="C7F6FD"/>
                </a:solidFill>
                <a:latin typeface="Arial"/>
                <a:cs typeface="Arial"/>
              </a:rPr>
              <a:t> </a:t>
            </a:r>
            <a:r>
              <a:rPr sz="3600" dirty="0">
                <a:solidFill>
                  <a:srgbClr val="C7F6FD"/>
                </a:solidFill>
                <a:latin typeface="Arial"/>
                <a:cs typeface="Arial"/>
              </a:rPr>
              <a:t>minimize</a:t>
            </a:r>
            <a:r>
              <a:rPr sz="3600" spc="-65" dirty="0">
                <a:solidFill>
                  <a:srgbClr val="C7F6FD"/>
                </a:solidFill>
                <a:latin typeface="Arial"/>
                <a:cs typeface="Arial"/>
              </a:rPr>
              <a:t> </a:t>
            </a:r>
            <a:r>
              <a:rPr sz="3600" spc="-10" dirty="0">
                <a:solidFill>
                  <a:srgbClr val="C7F6FD"/>
                </a:solidFill>
                <a:latin typeface="Arial"/>
                <a:cs typeface="Arial"/>
              </a:rPr>
              <a:t>noise.</a:t>
            </a:r>
            <a:endParaRPr sz="3600">
              <a:latin typeface="Arial"/>
              <a:cs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430" rIns="0" bIns="0" rtlCol="0">
            <a:spAutoFit/>
          </a:bodyPr>
          <a:lstStyle/>
          <a:p>
            <a:pPr marL="1917700" marR="5080">
              <a:lnSpc>
                <a:spcPct val="117000"/>
              </a:lnSpc>
              <a:spcBef>
                <a:spcPts val="90"/>
              </a:spcBef>
            </a:pPr>
            <a:r>
              <a:rPr spc="-310" dirty="0"/>
              <a:t>Modules</a:t>
            </a:r>
            <a:r>
              <a:rPr spc="-955" dirty="0"/>
              <a:t> </a:t>
            </a:r>
            <a:r>
              <a:rPr spc="-40" dirty="0"/>
              <a:t>listed</a:t>
            </a:r>
            <a:r>
              <a:rPr spc="-930" dirty="0"/>
              <a:t> </a:t>
            </a:r>
            <a:r>
              <a:rPr spc="-229" dirty="0"/>
              <a:t>and</a:t>
            </a:r>
            <a:r>
              <a:rPr spc="-965" dirty="0"/>
              <a:t> </a:t>
            </a:r>
            <a:r>
              <a:rPr spc="-70" dirty="0"/>
              <a:t>detailed </a:t>
            </a:r>
            <a:r>
              <a:rPr spc="-10" dirty="0"/>
              <a:t>explanation</a:t>
            </a:r>
          </a:p>
          <a:p>
            <a:pPr marL="2008505">
              <a:lnSpc>
                <a:spcPct val="100000"/>
              </a:lnSpc>
              <a:spcBef>
                <a:spcPts val="1265"/>
              </a:spcBef>
            </a:pPr>
            <a:r>
              <a:rPr sz="6600" b="0" spc="-60" dirty="0">
                <a:solidFill>
                  <a:srgbClr val="C7F6FD"/>
                </a:solidFill>
                <a:latin typeface="Rockwell"/>
                <a:cs typeface="Rockwell"/>
              </a:rPr>
              <a:t>Hardware</a:t>
            </a:r>
            <a:r>
              <a:rPr sz="6600" b="0" spc="-340" dirty="0">
                <a:solidFill>
                  <a:srgbClr val="C7F6FD"/>
                </a:solidFill>
                <a:latin typeface="Rockwell"/>
                <a:cs typeface="Rockwell"/>
              </a:rPr>
              <a:t> </a:t>
            </a:r>
            <a:r>
              <a:rPr sz="6600" b="0" spc="-10" dirty="0">
                <a:solidFill>
                  <a:srgbClr val="C7F6FD"/>
                </a:solidFill>
                <a:latin typeface="Rockwell"/>
                <a:cs typeface="Rockwell"/>
              </a:rPr>
              <a:t>Design</a:t>
            </a:r>
            <a:endParaRPr sz="6600">
              <a:latin typeface="Rockwell"/>
              <a:cs typeface="Rockwell"/>
            </a:endParaRPr>
          </a:p>
        </p:txBody>
      </p:sp>
      <p:pic>
        <p:nvPicPr>
          <p:cNvPr id="3" name="object 3"/>
          <p:cNvPicPr/>
          <p:nvPr/>
        </p:nvPicPr>
        <p:blipFill>
          <a:blip r:embed="rId2" cstate="print"/>
          <a:stretch>
            <a:fillRect/>
          </a:stretch>
        </p:blipFill>
        <p:spPr>
          <a:xfrm>
            <a:off x="1524000" y="-2"/>
            <a:ext cx="16002000" cy="1028699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430" rIns="0" bIns="0" rtlCol="0">
            <a:spAutoFit/>
          </a:bodyPr>
          <a:lstStyle/>
          <a:p>
            <a:pPr marL="1917700" marR="5080">
              <a:lnSpc>
                <a:spcPct val="117000"/>
              </a:lnSpc>
              <a:spcBef>
                <a:spcPts val="90"/>
              </a:spcBef>
            </a:pPr>
            <a:r>
              <a:rPr spc="-310" dirty="0"/>
              <a:t>Modules</a:t>
            </a:r>
            <a:r>
              <a:rPr spc="-955" dirty="0"/>
              <a:t> </a:t>
            </a:r>
            <a:r>
              <a:rPr spc="-40" dirty="0"/>
              <a:t>listed</a:t>
            </a:r>
            <a:r>
              <a:rPr spc="-930" dirty="0"/>
              <a:t> </a:t>
            </a:r>
            <a:r>
              <a:rPr spc="-229" dirty="0"/>
              <a:t>and</a:t>
            </a:r>
            <a:r>
              <a:rPr spc="-965" dirty="0"/>
              <a:t> </a:t>
            </a:r>
            <a:r>
              <a:rPr spc="-70" dirty="0"/>
              <a:t>detailed </a:t>
            </a:r>
            <a:r>
              <a:rPr spc="-10" dirty="0"/>
              <a:t>explanation</a:t>
            </a:r>
          </a:p>
          <a:p>
            <a:pPr marL="2008505">
              <a:lnSpc>
                <a:spcPct val="100000"/>
              </a:lnSpc>
              <a:spcBef>
                <a:spcPts val="1265"/>
              </a:spcBef>
            </a:pPr>
            <a:r>
              <a:rPr sz="6600" b="0" spc="-60" dirty="0">
                <a:solidFill>
                  <a:srgbClr val="C7F6FD"/>
                </a:solidFill>
                <a:latin typeface="Rockwell"/>
                <a:cs typeface="Rockwell"/>
              </a:rPr>
              <a:t>Hardware</a:t>
            </a:r>
            <a:r>
              <a:rPr sz="6600" b="0" spc="-340" dirty="0">
                <a:solidFill>
                  <a:srgbClr val="C7F6FD"/>
                </a:solidFill>
                <a:latin typeface="Rockwell"/>
                <a:cs typeface="Rockwell"/>
              </a:rPr>
              <a:t> </a:t>
            </a:r>
            <a:r>
              <a:rPr sz="6600" b="0" spc="-10" dirty="0">
                <a:solidFill>
                  <a:srgbClr val="C7F6FD"/>
                </a:solidFill>
                <a:latin typeface="Rockwell"/>
                <a:cs typeface="Rockwell"/>
              </a:rPr>
              <a:t>Design</a:t>
            </a:r>
            <a:endParaRPr sz="6600">
              <a:latin typeface="Rockwell"/>
              <a:cs typeface="Rockwell"/>
            </a:endParaRPr>
          </a:p>
        </p:txBody>
      </p:sp>
      <p:pic>
        <p:nvPicPr>
          <p:cNvPr id="3" name="object 3"/>
          <p:cNvPicPr/>
          <p:nvPr/>
        </p:nvPicPr>
        <p:blipFill>
          <a:blip r:embed="rId2" cstate="print"/>
          <a:stretch>
            <a:fillRect/>
          </a:stretch>
        </p:blipFill>
        <p:spPr>
          <a:xfrm>
            <a:off x="0" y="0"/>
            <a:ext cx="18288000" cy="1028699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3500" y="-29463"/>
            <a:ext cx="17089120" cy="1177925"/>
          </a:xfrm>
          <a:prstGeom prst="rect">
            <a:avLst/>
          </a:prstGeom>
        </p:spPr>
        <p:txBody>
          <a:bodyPr vert="horz" wrap="square" lIns="0" tIns="13970" rIns="0" bIns="0" rtlCol="0">
            <a:spAutoFit/>
          </a:bodyPr>
          <a:lstStyle/>
          <a:p>
            <a:pPr marL="12700">
              <a:lnSpc>
                <a:spcPct val="100000"/>
              </a:lnSpc>
              <a:spcBef>
                <a:spcPts val="110"/>
              </a:spcBef>
            </a:pPr>
            <a:r>
              <a:rPr spc="-310" dirty="0"/>
              <a:t>Modules</a:t>
            </a:r>
            <a:r>
              <a:rPr spc="-944" dirty="0"/>
              <a:t> </a:t>
            </a:r>
            <a:r>
              <a:rPr spc="-40" dirty="0"/>
              <a:t>listed</a:t>
            </a:r>
            <a:r>
              <a:rPr spc="-919" dirty="0"/>
              <a:t> </a:t>
            </a:r>
            <a:r>
              <a:rPr spc="-229" dirty="0"/>
              <a:t>and</a:t>
            </a:r>
            <a:r>
              <a:rPr spc="-960" dirty="0"/>
              <a:t> </a:t>
            </a:r>
            <a:r>
              <a:rPr spc="-114" dirty="0"/>
              <a:t>detailed</a:t>
            </a:r>
            <a:r>
              <a:rPr spc="-919" dirty="0"/>
              <a:t> </a:t>
            </a:r>
            <a:r>
              <a:rPr spc="-55" dirty="0"/>
              <a:t>explanation</a:t>
            </a:r>
          </a:p>
        </p:txBody>
      </p:sp>
      <p:sp>
        <p:nvSpPr>
          <p:cNvPr id="3" name="object 3"/>
          <p:cNvSpPr txBox="1"/>
          <p:nvPr/>
        </p:nvSpPr>
        <p:spPr>
          <a:xfrm>
            <a:off x="393903" y="1880361"/>
            <a:ext cx="17974945" cy="3379470"/>
          </a:xfrm>
          <a:prstGeom prst="rect">
            <a:avLst/>
          </a:prstGeom>
        </p:spPr>
        <p:txBody>
          <a:bodyPr vert="horz" wrap="square" lIns="0" tIns="12700" rIns="0" bIns="0" rtlCol="0">
            <a:spAutoFit/>
          </a:bodyPr>
          <a:lstStyle/>
          <a:p>
            <a:pPr marL="12700">
              <a:lnSpc>
                <a:spcPct val="100000"/>
              </a:lnSpc>
              <a:spcBef>
                <a:spcPts val="100"/>
              </a:spcBef>
            </a:pPr>
            <a:r>
              <a:rPr sz="4400" b="1" dirty="0">
                <a:solidFill>
                  <a:srgbClr val="C7F6FD"/>
                </a:solidFill>
                <a:latin typeface="Rockwell"/>
                <a:cs typeface="Rockwell"/>
              </a:rPr>
              <a:t>Signal </a:t>
            </a:r>
            <a:r>
              <a:rPr sz="4400" b="1" spc="-10" dirty="0">
                <a:solidFill>
                  <a:srgbClr val="C7F6FD"/>
                </a:solidFill>
                <a:latin typeface="Rockwell"/>
                <a:cs typeface="Rockwell"/>
              </a:rPr>
              <a:t>Processing</a:t>
            </a:r>
            <a:endParaRPr sz="4400">
              <a:latin typeface="Rockwell"/>
              <a:cs typeface="Rockwell"/>
            </a:endParaRPr>
          </a:p>
          <a:p>
            <a:pPr marL="207010" indent="-203200">
              <a:lnSpc>
                <a:spcPct val="100000"/>
              </a:lnSpc>
              <a:spcBef>
                <a:spcPts val="5"/>
              </a:spcBef>
              <a:buSzPct val="97727"/>
              <a:buFont typeface="Arial"/>
              <a:buChar char="•"/>
              <a:tabLst>
                <a:tab pos="207010" algn="l"/>
                <a:tab pos="1913889" algn="l"/>
              </a:tabLst>
            </a:pPr>
            <a:r>
              <a:rPr sz="4400" b="1" spc="-10" dirty="0">
                <a:solidFill>
                  <a:srgbClr val="C7F6FD"/>
                </a:solidFill>
                <a:latin typeface="Rockwell"/>
                <a:cs typeface="Rockwell"/>
              </a:rPr>
              <a:t>Noise</a:t>
            </a:r>
            <a:r>
              <a:rPr sz="4400" b="1" dirty="0">
                <a:solidFill>
                  <a:srgbClr val="C7F6FD"/>
                </a:solidFill>
                <a:latin typeface="Rockwell"/>
                <a:cs typeface="Rockwell"/>
              </a:rPr>
              <a:t>	Reduction</a:t>
            </a:r>
            <a:r>
              <a:rPr sz="4400" b="1" spc="-360" dirty="0">
                <a:solidFill>
                  <a:srgbClr val="C7F6FD"/>
                </a:solidFill>
                <a:latin typeface="Rockwell"/>
                <a:cs typeface="Rockwell"/>
              </a:rPr>
              <a:t> </a:t>
            </a:r>
            <a:r>
              <a:rPr sz="4400" b="1" spc="-10" dirty="0">
                <a:solidFill>
                  <a:srgbClr val="C7F6FD"/>
                </a:solidFill>
                <a:latin typeface="Rockwell"/>
                <a:cs typeface="Rockwell"/>
              </a:rPr>
              <a:t>Techniques:</a:t>
            </a:r>
            <a:endParaRPr sz="4400">
              <a:latin typeface="Rockwell"/>
              <a:cs typeface="Rockwell"/>
            </a:endParaRPr>
          </a:p>
          <a:p>
            <a:pPr marL="756285" lvl="1" indent="-286385">
              <a:lnSpc>
                <a:spcPct val="100000"/>
              </a:lnSpc>
              <a:buFont typeface="Arial"/>
              <a:buChar char="•"/>
              <a:tabLst>
                <a:tab pos="756285" algn="l"/>
                <a:tab pos="10982960" algn="l"/>
                <a:tab pos="13418185" algn="l"/>
              </a:tabLst>
            </a:pPr>
            <a:r>
              <a:rPr sz="4400" spc="-10" dirty="0">
                <a:solidFill>
                  <a:srgbClr val="C7F6FD"/>
                </a:solidFill>
                <a:latin typeface="Rockwell"/>
                <a:cs typeface="Rockwell"/>
              </a:rPr>
              <a:t>Band-</a:t>
            </a:r>
            <a:r>
              <a:rPr sz="4400" dirty="0">
                <a:solidFill>
                  <a:srgbClr val="C7F6FD"/>
                </a:solidFill>
                <a:latin typeface="Rockwell"/>
                <a:cs typeface="Rockwell"/>
              </a:rPr>
              <a:t>pass</a:t>
            </a:r>
            <a:r>
              <a:rPr sz="4400" spc="-60" dirty="0">
                <a:solidFill>
                  <a:srgbClr val="C7F6FD"/>
                </a:solidFill>
                <a:latin typeface="Rockwell"/>
                <a:cs typeface="Rockwell"/>
              </a:rPr>
              <a:t> </a:t>
            </a:r>
            <a:r>
              <a:rPr sz="4400" dirty="0">
                <a:solidFill>
                  <a:srgbClr val="C7F6FD"/>
                </a:solidFill>
                <a:latin typeface="Rockwell"/>
                <a:cs typeface="Rockwell"/>
              </a:rPr>
              <a:t>filtering</a:t>
            </a:r>
            <a:r>
              <a:rPr sz="4400" spc="-55" dirty="0">
                <a:solidFill>
                  <a:srgbClr val="C7F6FD"/>
                </a:solidFill>
                <a:latin typeface="Rockwell"/>
                <a:cs typeface="Rockwell"/>
              </a:rPr>
              <a:t> (removes </a:t>
            </a:r>
            <a:r>
              <a:rPr sz="4400" spc="-10" dirty="0">
                <a:solidFill>
                  <a:srgbClr val="C7F6FD"/>
                </a:solidFill>
                <a:latin typeface="Rockwell"/>
                <a:cs typeface="Rockwell"/>
              </a:rPr>
              <a:t>powerline</a:t>
            </a:r>
            <a:r>
              <a:rPr sz="4400" dirty="0">
                <a:solidFill>
                  <a:srgbClr val="C7F6FD"/>
                </a:solidFill>
                <a:latin typeface="Rockwell"/>
                <a:cs typeface="Rockwell"/>
              </a:rPr>
              <a:t>	&amp;</a:t>
            </a:r>
            <a:r>
              <a:rPr sz="4400" spc="-10" dirty="0">
                <a:solidFill>
                  <a:srgbClr val="C7F6FD"/>
                </a:solidFill>
                <a:latin typeface="Rockwell"/>
                <a:cs typeface="Rockwell"/>
              </a:rPr>
              <a:t> motion</a:t>
            </a:r>
            <a:r>
              <a:rPr sz="4400" dirty="0">
                <a:solidFill>
                  <a:srgbClr val="C7F6FD"/>
                </a:solidFill>
                <a:latin typeface="Rockwell"/>
                <a:cs typeface="Rockwell"/>
              </a:rPr>
              <a:t>	</a:t>
            </a:r>
            <a:r>
              <a:rPr sz="4400" spc="-10" dirty="0">
                <a:solidFill>
                  <a:srgbClr val="C7F6FD"/>
                </a:solidFill>
                <a:latin typeface="Rockwell"/>
                <a:cs typeface="Rockwell"/>
              </a:rPr>
              <a:t>artifacts).</a:t>
            </a:r>
            <a:endParaRPr sz="4400">
              <a:latin typeface="Rockwell"/>
              <a:cs typeface="Rockwell"/>
            </a:endParaRPr>
          </a:p>
          <a:p>
            <a:pPr marL="756285" lvl="1" indent="-286385">
              <a:lnSpc>
                <a:spcPct val="100000"/>
              </a:lnSpc>
              <a:buFont typeface="Arial"/>
              <a:buChar char="•"/>
              <a:tabLst>
                <a:tab pos="756285" algn="l"/>
                <a:tab pos="5565140" algn="l"/>
              </a:tabLst>
            </a:pPr>
            <a:r>
              <a:rPr sz="4400" spc="-65" dirty="0">
                <a:solidFill>
                  <a:srgbClr val="C7F6FD"/>
                </a:solidFill>
                <a:latin typeface="Rockwell"/>
                <a:cs typeface="Rockwell"/>
              </a:rPr>
              <a:t>Wavelet</a:t>
            </a:r>
            <a:r>
              <a:rPr sz="4400" spc="-210" dirty="0">
                <a:solidFill>
                  <a:srgbClr val="C7F6FD"/>
                </a:solidFill>
                <a:latin typeface="Rockwell"/>
                <a:cs typeface="Rockwell"/>
              </a:rPr>
              <a:t> </a:t>
            </a:r>
            <a:r>
              <a:rPr sz="4400" spc="-10" dirty="0">
                <a:solidFill>
                  <a:srgbClr val="C7F6FD"/>
                </a:solidFill>
                <a:latin typeface="Rockwell"/>
                <a:cs typeface="Rockwell"/>
              </a:rPr>
              <a:t>transform</a:t>
            </a:r>
            <a:r>
              <a:rPr sz="4400" dirty="0">
                <a:solidFill>
                  <a:srgbClr val="C7F6FD"/>
                </a:solidFill>
                <a:latin typeface="Rockwell"/>
                <a:cs typeface="Rockwell"/>
              </a:rPr>
              <a:t>	for</a:t>
            </a:r>
            <a:r>
              <a:rPr sz="4400" spc="10" dirty="0">
                <a:solidFill>
                  <a:srgbClr val="C7F6FD"/>
                </a:solidFill>
                <a:latin typeface="Rockwell"/>
                <a:cs typeface="Rockwell"/>
              </a:rPr>
              <a:t> </a:t>
            </a:r>
            <a:r>
              <a:rPr sz="4400" b="1" dirty="0">
                <a:solidFill>
                  <a:srgbClr val="C7F6FD"/>
                </a:solidFill>
                <a:latin typeface="Rockwell"/>
                <a:cs typeface="Rockwell"/>
              </a:rPr>
              <a:t>denoising</a:t>
            </a:r>
            <a:r>
              <a:rPr sz="4400" b="1" spc="-5" dirty="0">
                <a:solidFill>
                  <a:srgbClr val="C7F6FD"/>
                </a:solidFill>
                <a:latin typeface="Rockwell"/>
                <a:cs typeface="Rockwell"/>
              </a:rPr>
              <a:t> </a:t>
            </a:r>
            <a:r>
              <a:rPr sz="4400" b="1" dirty="0">
                <a:solidFill>
                  <a:srgbClr val="C7F6FD"/>
                </a:solidFill>
                <a:latin typeface="Rockwell"/>
                <a:cs typeface="Rockwell"/>
              </a:rPr>
              <a:t>ECG</a:t>
            </a:r>
            <a:r>
              <a:rPr sz="4400" b="1" spc="-20" dirty="0">
                <a:solidFill>
                  <a:srgbClr val="C7F6FD"/>
                </a:solidFill>
                <a:latin typeface="Rockwell"/>
                <a:cs typeface="Rockwell"/>
              </a:rPr>
              <a:t> </a:t>
            </a:r>
            <a:r>
              <a:rPr sz="4400" b="1" spc="-10" dirty="0">
                <a:solidFill>
                  <a:srgbClr val="C7F6FD"/>
                </a:solidFill>
                <a:latin typeface="Rockwell"/>
                <a:cs typeface="Rockwell"/>
              </a:rPr>
              <a:t>signals</a:t>
            </a:r>
            <a:r>
              <a:rPr sz="4400" spc="-10" dirty="0">
                <a:solidFill>
                  <a:srgbClr val="C7F6FD"/>
                </a:solidFill>
                <a:latin typeface="Rockwell"/>
                <a:cs typeface="Rockwell"/>
              </a:rPr>
              <a:t>.</a:t>
            </a:r>
            <a:endParaRPr sz="4400">
              <a:latin typeface="Rockwell"/>
              <a:cs typeface="Rockwell"/>
            </a:endParaRPr>
          </a:p>
          <a:p>
            <a:pPr marL="207010" indent="-203200">
              <a:lnSpc>
                <a:spcPct val="100000"/>
              </a:lnSpc>
              <a:buSzPct val="97727"/>
              <a:buFont typeface="Arial"/>
              <a:buChar char="•"/>
              <a:tabLst>
                <a:tab pos="207010" algn="l"/>
              </a:tabLst>
            </a:pPr>
            <a:r>
              <a:rPr sz="4400" b="1" spc="-35" dirty="0">
                <a:solidFill>
                  <a:srgbClr val="C7F6FD"/>
                </a:solidFill>
                <a:latin typeface="Rockwell"/>
                <a:cs typeface="Rockwell"/>
              </a:rPr>
              <a:t>Feature</a:t>
            </a:r>
            <a:r>
              <a:rPr sz="4400" b="1" spc="-45" dirty="0">
                <a:solidFill>
                  <a:srgbClr val="C7F6FD"/>
                </a:solidFill>
                <a:latin typeface="Rockwell"/>
                <a:cs typeface="Rockwell"/>
              </a:rPr>
              <a:t> </a:t>
            </a:r>
            <a:r>
              <a:rPr sz="4400" b="1" dirty="0">
                <a:solidFill>
                  <a:srgbClr val="C7F6FD"/>
                </a:solidFill>
                <a:latin typeface="Rockwell"/>
                <a:cs typeface="Rockwell"/>
              </a:rPr>
              <a:t>Extraction:</a:t>
            </a:r>
            <a:r>
              <a:rPr sz="4400" b="1" spc="-75" dirty="0">
                <a:solidFill>
                  <a:srgbClr val="C7F6FD"/>
                </a:solidFill>
                <a:latin typeface="Rockwell"/>
                <a:cs typeface="Rockwell"/>
              </a:rPr>
              <a:t> </a:t>
            </a:r>
            <a:r>
              <a:rPr sz="4400" dirty="0">
                <a:solidFill>
                  <a:srgbClr val="C7F6FD"/>
                </a:solidFill>
                <a:latin typeface="Rockwell"/>
                <a:cs typeface="Rockwell"/>
              </a:rPr>
              <a:t>Identifying</a:t>
            </a:r>
            <a:r>
              <a:rPr sz="4400" spc="-40" dirty="0">
                <a:solidFill>
                  <a:srgbClr val="C7F6FD"/>
                </a:solidFill>
                <a:latin typeface="Rockwell"/>
                <a:cs typeface="Rockwell"/>
              </a:rPr>
              <a:t> </a:t>
            </a:r>
            <a:r>
              <a:rPr sz="4400" dirty="0">
                <a:solidFill>
                  <a:srgbClr val="C7F6FD"/>
                </a:solidFill>
                <a:latin typeface="Rockwell"/>
                <a:cs typeface="Rockwell"/>
              </a:rPr>
              <a:t>PQRST</a:t>
            </a:r>
            <a:r>
              <a:rPr sz="4400" spc="-45" dirty="0">
                <a:solidFill>
                  <a:srgbClr val="C7F6FD"/>
                </a:solidFill>
                <a:latin typeface="Rockwell"/>
                <a:cs typeface="Rockwell"/>
              </a:rPr>
              <a:t> </a:t>
            </a:r>
            <a:r>
              <a:rPr sz="4400" dirty="0">
                <a:solidFill>
                  <a:srgbClr val="C7F6FD"/>
                </a:solidFill>
                <a:latin typeface="Rockwell"/>
                <a:cs typeface="Rockwell"/>
              </a:rPr>
              <a:t>peaks</a:t>
            </a:r>
            <a:r>
              <a:rPr sz="4400" spc="-45" dirty="0">
                <a:solidFill>
                  <a:srgbClr val="C7F6FD"/>
                </a:solidFill>
                <a:latin typeface="Rockwell"/>
                <a:cs typeface="Rockwell"/>
              </a:rPr>
              <a:t> </a:t>
            </a:r>
            <a:r>
              <a:rPr sz="4400" dirty="0">
                <a:solidFill>
                  <a:srgbClr val="C7F6FD"/>
                </a:solidFill>
                <a:latin typeface="Rockwell"/>
                <a:cs typeface="Rockwell"/>
              </a:rPr>
              <a:t>&amp;</a:t>
            </a:r>
            <a:r>
              <a:rPr sz="4400" spc="-55" dirty="0">
                <a:solidFill>
                  <a:srgbClr val="C7F6FD"/>
                </a:solidFill>
                <a:latin typeface="Rockwell"/>
                <a:cs typeface="Rockwell"/>
              </a:rPr>
              <a:t> </a:t>
            </a:r>
            <a:r>
              <a:rPr sz="4400" dirty="0">
                <a:solidFill>
                  <a:srgbClr val="C7F6FD"/>
                </a:solidFill>
                <a:latin typeface="Rockwell"/>
                <a:cs typeface="Rockwell"/>
              </a:rPr>
              <a:t>heart</a:t>
            </a:r>
            <a:r>
              <a:rPr sz="4400" spc="-45" dirty="0">
                <a:solidFill>
                  <a:srgbClr val="C7F6FD"/>
                </a:solidFill>
                <a:latin typeface="Rockwell"/>
                <a:cs typeface="Rockwell"/>
              </a:rPr>
              <a:t> </a:t>
            </a:r>
            <a:r>
              <a:rPr sz="4400" dirty="0">
                <a:solidFill>
                  <a:srgbClr val="C7F6FD"/>
                </a:solidFill>
                <a:latin typeface="Rockwell"/>
                <a:cs typeface="Rockwell"/>
              </a:rPr>
              <a:t>rate</a:t>
            </a:r>
            <a:r>
              <a:rPr sz="4400" spc="-40" dirty="0">
                <a:solidFill>
                  <a:srgbClr val="C7F6FD"/>
                </a:solidFill>
                <a:latin typeface="Rockwell"/>
                <a:cs typeface="Rockwell"/>
              </a:rPr>
              <a:t> </a:t>
            </a:r>
            <a:r>
              <a:rPr sz="4400" spc="-70" dirty="0">
                <a:solidFill>
                  <a:srgbClr val="C7F6FD"/>
                </a:solidFill>
                <a:latin typeface="Rockwell"/>
                <a:cs typeface="Rockwell"/>
              </a:rPr>
              <a:t>v</a:t>
            </a:r>
            <a:r>
              <a:rPr sz="4400" spc="15" dirty="0">
                <a:solidFill>
                  <a:srgbClr val="C7F6FD"/>
                </a:solidFill>
                <a:latin typeface="Rockwell"/>
                <a:cs typeface="Rockwell"/>
              </a:rPr>
              <a:t>a</a:t>
            </a:r>
            <a:r>
              <a:rPr sz="4400" spc="90" dirty="0">
                <a:solidFill>
                  <a:srgbClr val="C7F6FD"/>
                </a:solidFill>
                <a:latin typeface="Rockwell"/>
                <a:cs typeface="Rockwell"/>
              </a:rPr>
              <a:t>r</a:t>
            </a:r>
            <a:r>
              <a:rPr sz="4400" spc="15" dirty="0">
                <a:solidFill>
                  <a:srgbClr val="C7F6FD"/>
                </a:solidFill>
                <a:latin typeface="Rockwell"/>
                <a:cs typeface="Rockwell"/>
              </a:rPr>
              <a:t>iabilit</a:t>
            </a:r>
            <a:r>
              <a:rPr sz="4400" spc="-434" dirty="0">
                <a:solidFill>
                  <a:srgbClr val="C7F6FD"/>
                </a:solidFill>
                <a:latin typeface="Rockwell"/>
                <a:cs typeface="Rockwell"/>
              </a:rPr>
              <a:t>y</a:t>
            </a:r>
            <a:r>
              <a:rPr sz="4400" spc="15" dirty="0">
                <a:solidFill>
                  <a:srgbClr val="C7F6FD"/>
                </a:solidFill>
                <a:latin typeface="Rockwell"/>
                <a:cs typeface="Rockwell"/>
              </a:rPr>
              <a:t>.</a:t>
            </a:r>
            <a:endParaRPr sz="4400">
              <a:latin typeface="Rockwell"/>
              <a:cs typeface="Rockwe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28715" y="-29463"/>
            <a:ext cx="16323944" cy="1177925"/>
          </a:xfrm>
          <a:prstGeom prst="rect">
            <a:avLst/>
          </a:prstGeom>
        </p:spPr>
        <p:txBody>
          <a:bodyPr vert="horz" wrap="square" lIns="0" tIns="13970" rIns="0" bIns="0" rtlCol="0">
            <a:spAutoFit/>
          </a:bodyPr>
          <a:lstStyle/>
          <a:p>
            <a:pPr marL="12700">
              <a:lnSpc>
                <a:spcPct val="100000"/>
              </a:lnSpc>
              <a:spcBef>
                <a:spcPts val="110"/>
              </a:spcBef>
            </a:pPr>
            <a:r>
              <a:rPr sz="7550" b="1" spc="-325" dirty="0">
                <a:solidFill>
                  <a:srgbClr val="D6FCFF"/>
                </a:solidFill>
                <a:latin typeface="Arial"/>
                <a:cs typeface="Arial"/>
              </a:rPr>
              <a:t>odules</a:t>
            </a:r>
            <a:r>
              <a:rPr sz="7550" b="1" spc="-950" dirty="0">
                <a:solidFill>
                  <a:srgbClr val="D6FCFF"/>
                </a:solidFill>
                <a:latin typeface="Arial"/>
                <a:cs typeface="Arial"/>
              </a:rPr>
              <a:t> </a:t>
            </a:r>
            <a:r>
              <a:rPr sz="7550" b="1" spc="-40" dirty="0">
                <a:solidFill>
                  <a:srgbClr val="D6FCFF"/>
                </a:solidFill>
                <a:latin typeface="Arial"/>
                <a:cs typeface="Arial"/>
              </a:rPr>
              <a:t>listed</a:t>
            </a:r>
            <a:r>
              <a:rPr sz="7550" b="1" spc="-930" dirty="0">
                <a:solidFill>
                  <a:srgbClr val="D6FCFF"/>
                </a:solidFill>
                <a:latin typeface="Arial"/>
                <a:cs typeface="Arial"/>
              </a:rPr>
              <a:t> </a:t>
            </a:r>
            <a:r>
              <a:rPr sz="7550" b="1" spc="-229" dirty="0">
                <a:solidFill>
                  <a:srgbClr val="D6FCFF"/>
                </a:solidFill>
                <a:latin typeface="Arial"/>
                <a:cs typeface="Arial"/>
              </a:rPr>
              <a:t>and</a:t>
            </a:r>
            <a:r>
              <a:rPr sz="7550" b="1" spc="-960" dirty="0">
                <a:solidFill>
                  <a:srgbClr val="D6FCFF"/>
                </a:solidFill>
                <a:latin typeface="Arial"/>
                <a:cs typeface="Arial"/>
              </a:rPr>
              <a:t> </a:t>
            </a:r>
            <a:r>
              <a:rPr sz="7550" b="1" spc="-114" dirty="0">
                <a:solidFill>
                  <a:srgbClr val="D6FCFF"/>
                </a:solidFill>
                <a:latin typeface="Arial"/>
                <a:cs typeface="Arial"/>
              </a:rPr>
              <a:t>detailed</a:t>
            </a:r>
            <a:r>
              <a:rPr sz="7550" b="1" spc="-930" dirty="0">
                <a:solidFill>
                  <a:srgbClr val="D6FCFF"/>
                </a:solidFill>
                <a:latin typeface="Arial"/>
                <a:cs typeface="Arial"/>
              </a:rPr>
              <a:t> </a:t>
            </a:r>
            <a:r>
              <a:rPr sz="7550" b="1" spc="-45" dirty="0">
                <a:solidFill>
                  <a:srgbClr val="D6FCFF"/>
                </a:solidFill>
                <a:latin typeface="Arial"/>
                <a:cs typeface="Arial"/>
              </a:rPr>
              <a:t>explanation</a:t>
            </a:r>
            <a:endParaRPr sz="7550">
              <a:latin typeface="Arial"/>
              <a:cs typeface="Arial"/>
            </a:endParaRPr>
          </a:p>
        </p:txBody>
      </p:sp>
      <p:sp>
        <p:nvSpPr>
          <p:cNvPr id="3" name="object 3"/>
          <p:cNvSpPr txBox="1"/>
          <p:nvPr/>
        </p:nvSpPr>
        <p:spPr>
          <a:xfrm>
            <a:off x="393903" y="1880361"/>
            <a:ext cx="17793970" cy="2708910"/>
          </a:xfrm>
          <a:prstGeom prst="rect">
            <a:avLst/>
          </a:prstGeom>
        </p:spPr>
        <p:txBody>
          <a:bodyPr vert="horz" wrap="square" lIns="0" tIns="12700" rIns="0" bIns="0" rtlCol="0">
            <a:spAutoFit/>
          </a:bodyPr>
          <a:lstStyle/>
          <a:p>
            <a:pPr marL="12700">
              <a:lnSpc>
                <a:spcPct val="100000"/>
              </a:lnSpc>
              <a:spcBef>
                <a:spcPts val="100"/>
              </a:spcBef>
              <a:tabLst>
                <a:tab pos="2592705" algn="l"/>
              </a:tabLst>
            </a:pPr>
            <a:r>
              <a:rPr sz="4400" b="1" spc="-10" dirty="0">
                <a:solidFill>
                  <a:srgbClr val="C7F6FD"/>
                </a:solidFill>
                <a:latin typeface="Rockwell"/>
                <a:cs typeface="Rockwell"/>
              </a:rPr>
              <a:t>Machine</a:t>
            </a:r>
            <a:r>
              <a:rPr sz="4400" b="1" dirty="0">
                <a:solidFill>
                  <a:srgbClr val="C7F6FD"/>
                </a:solidFill>
                <a:latin typeface="Rockwell"/>
                <a:cs typeface="Rockwell"/>
              </a:rPr>
              <a:t>	Learning/Deep</a:t>
            </a:r>
            <a:r>
              <a:rPr sz="4400" b="1" spc="125" dirty="0">
                <a:solidFill>
                  <a:srgbClr val="C7F6FD"/>
                </a:solidFill>
                <a:latin typeface="Rockwell"/>
                <a:cs typeface="Rockwell"/>
              </a:rPr>
              <a:t> </a:t>
            </a:r>
            <a:r>
              <a:rPr sz="4400" b="1" dirty="0">
                <a:solidFill>
                  <a:srgbClr val="C7F6FD"/>
                </a:solidFill>
                <a:latin typeface="Rockwell"/>
                <a:cs typeface="Rockwell"/>
              </a:rPr>
              <a:t>Learning</a:t>
            </a:r>
            <a:r>
              <a:rPr sz="4400" b="1" spc="130" dirty="0">
                <a:solidFill>
                  <a:srgbClr val="C7F6FD"/>
                </a:solidFill>
                <a:latin typeface="Rockwell"/>
                <a:cs typeface="Rockwell"/>
              </a:rPr>
              <a:t> </a:t>
            </a:r>
            <a:r>
              <a:rPr sz="4400" b="1" spc="-10" dirty="0">
                <a:solidFill>
                  <a:srgbClr val="C7F6FD"/>
                </a:solidFill>
                <a:latin typeface="Rockwell"/>
                <a:cs typeface="Rockwell"/>
              </a:rPr>
              <a:t>Model</a:t>
            </a:r>
            <a:endParaRPr sz="4400">
              <a:latin typeface="Rockwell"/>
              <a:cs typeface="Rockwell"/>
            </a:endParaRPr>
          </a:p>
          <a:p>
            <a:pPr marL="207010" indent="-203200">
              <a:lnSpc>
                <a:spcPct val="100000"/>
              </a:lnSpc>
              <a:spcBef>
                <a:spcPts val="5"/>
              </a:spcBef>
              <a:buSzPct val="97727"/>
              <a:buFont typeface="Arial"/>
              <a:buChar char="•"/>
              <a:tabLst>
                <a:tab pos="207010" algn="l"/>
              </a:tabLst>
            </a:pPr>
            <a:r>
              <a:rPr sz="4400" b="1" dirty="0">
                <a:solidFill>
                  <a:srgbClr val="C7F6FD"/>
                </a:solidFill>
                <a:latin typeface="Rockwell"/>
                <a:cs typeface="Rockwell"/>
              </a:rPr>
              <a:t>Model</a:t>
            </a:r>
            <a:r>
              <a:rPr sz="4400" b="1" spc="-55" dirty="0">
                <a:solidFill>
                  <a:srgbClr val="C7F6FD"/>
                </a:solidFill>
                <a:latin typeface="Rockwell"/>
                <a:cs typeface="Rockwell"/>
              </a:rPr>
              <a:t> </a:t>
            </a:r>
            <a:r>
              <a:rPr sz="4400" b="1" dirty="0">
                <a:solidFill>
                  <a:srgbClr val="C7F6FD"/>
                </a:solidFill>
                <a:latin typeface="Rockwell"/>
                <a:cs typeface="Rockwell"/>
              </a:rPr>
              <a:t>Selection:</a:t>
            </a:r>
            <a:r>
              <a:rPr sz="4400" b="1" spc="-10" dirty="0">
                <a:solidFill>
                  <a:srgbClr val="C7F6FD"/>
                </a:solidFill>
                <a:latin typeface="Rockwell"/>
                <a:cs typeface="Rockwell"/>
              </a:rPr>
              <a:t> </a:t>
            </a:r>
            <a:r>
              <a:rPr sz="4400" spc="-60" dirty="0">
                <a:solidFill>
                  <a:srgbClr val="C7F6FD"/>
                </a:solidFill>
                <a:latin typeface="Rockwell"/>
                <a:cs typeface="Rockwell"/>
              </a:rPr>
              <a:t>CNN,</a:t>
            </a:r>
            <a:r>
              <a:rPr sz="4400" spc="-370" dirty="0">
                <a:solidFill>
                  <a:srgbClr val="C7F6FD"/>
                </a:solidFill>
                <a:latin typeface="Rockwell"/>
                <a:cs typeface="Rockwell"/>
              </a:rPr>
              <a:t> </a:t>
            </a:r>
            <a:r>
              <a:rPr sz="4400" dirty="0">
                <a:solidFill>
                  <a:srgbClr val="C7F6FD"/>
                </a:solidFill>
                <a:latin typeface="Rockwell"/>
                <a:cs typeface="Rockwell"/>
              </a:rPr>
              <a:t>LSTM,</a:t>
            </a:r>
            <a:r>
              <a:rPr sz="4400" spc="-360" dirty="0">
                <a:solidFill>
                  <a:srgbClr val="C7F6FD"/>
                </a:solidFill>
                <a:latin typeface="Rockwell"/>
                <a:cs typeface="Rockwell"/>
              </a:rPr>
              <a:t> </a:t>
            </a:r>
            <a:r>
              <a:rPr sz="4400" dirty="0">
                <a:solidFill>
                  <a:srgbClr val="C7F6FD"/>
                </a:solidFill>
                <a:latin typeface="Rockwell"/>
                <a:cs typeface="Rockwell"/>
              </a:rPr>
              <a:t>or</a:t>
            </a:r>
            <a:r>
              <a:rPr sz="4400" spc="-20" dirty="0">
                <a:solidFill>
                  <a:srgbClr val="C7F6FD"/>
                </a:solidFill>
                <a:latin typeface="Rockwell"/>
                <a:cs typeface="Rockwell"/>
              </a:rPr>
              <a:t> </a:t>
            </a:r>
            <a:r>
              <a:rPr sz="4400" dirty="0">
                <a:solidFill>
                  <a:srgbClr val="C7F6FD"/>
                </a:solidFill>
                <a:latin typeface="Rockwell"/>
                <a:cs typeface="Rockwell"/>
              </a:rPr>
              <a:t>traditional</a:t>
            </a:r>
            <a:r>
              <a:rPr sz="4400" spc="-20" dirty="0">
                <a:solidFill>
                  <a:srgbClr val="C7F6FD"/>
                </a:solidFill>
                <a:latin typeface="Rockwell"/>
                <a:cs typeface="Rockwell"/>
              </a:rPr>
              <a:t> </a:t>
            </a:r>
            <a:r>
              <a:rPr sz="4400" dirty="0">
                <a:solidFill>
                  <a:srgbClr val="C7F6FD"/>
                </a:solidFill>
                <a:latin typeface="Rockwell"/>
                <a:cs typeface="Rockwell"/>
              </a:rPr>
              <a:t>ML</a:t>
            </a:r>
            <a:r>
              <a:rPr sz="4400" spc="-40" dirty="0">
                <a:solidFill>
                  <a:srgbClr val="C7F6FD"/>
                </a:solidFill>
                <a:latin typeface="Rockwell"/>
                <a:cs typeface="Rockwell"/>
              </a:rPr>
              <a:t> </a:t>
            </a:r>
            <a:r>
              <a:rPr sz="4400" dirty="0">
                <a:solidFill>
                  <a:srgbClr val="C7F6FD"/>
                </a:solidFill>
                <a:latin typeface="Rockwell"/>
                <a:cs typeface="Rockwell"/>
              </a:rPr>
              <a:t>classifiers</a:t>
            </a:r>
            <a:r>
              <a:rPr sz="4400" spc="-40" dirty="0">
                <a:solidFill>
                  <a:srgbClr val="C7F6FD"/>
                </a:solidFill>
                <a:latin typeface="Rockwell"/>
                <a:cs typeface="Rockwell"/>
              </a:rPr>
              <a:t> </a:t>
            </a:r>
            <a:r>
              <a:rPr sz="4400" dirty="0">
                <a:solidFill>
                  <a:srgbClr val="C7F6FD"/>
                </a:solidFill>
                <a:latin typeface="Rockwell"/>
                <a:cs typeface="Rockwell"/>
              </a:rPr>
              <a:t>(SVM,</a:t>
            </a:r>
            <a:r>
              <a:rPr sz="4400" spc="-365" dirty="0">
                <a:solidFill>
                  <a:srgbClr val="C7F6FD"/>
                </a:solidFill>
                <a:latin typeface="Rockwell"/>
                <a:cs typeface="Rockwell"/>
              </a:rPr>
              <a:t> </a:t>
            </a:r>
            <a:r>
              <a:rPr sz="4400" spc="-25" dirty="0">
                <a:solidFill>
                  <a:srgbClr val="C7F6FD"/>
                </a:solidFill>
                <a:latin typeface="Rockwell"/>
                <a:cs typeface="Rockwell"/>
              </a:rPr>
              <a:t>Ran</a:t>
            </a:r>
            <a:endParaRPr sz="4400">
              <a:latin typeface="Rockwell"/>
              <a:cs typeface="Rockwell"/>
            </a:endParaRPr>
          </a:p>
          <a:p>
            <a:pPr marL="207010" indent="-203200">
              <a:lnSpc>
                <a:spcPct val="100000"/>
              </a:lnSpc>
              <a:buSzPct val="97727"/>
              <a:buFont typeface="Arial"/>
              <a:buChar char="•"/>
              <a:tabLst>
                <a:tab pos="207010" algn="l"/>
              </a:tabLst>
            </a:pPr>
            <a:r>
              <a:rPr sz="4400" b="1" dirty="0">
                <a:solidFill>
                  <a:srgbClr val="C7F6FD"/>
                </a:solidFill>
                <a:latin typeface="Rockwell"/>
                <a:cs typeface="Rockwell"/>
              </a:rPr>
              <a:t>Training</a:t>
            </a:r>
            <a:r>
              <a:rPr sz="4400" b="1" spc="-30" dirty="0">
                <a:solidFill>
                  <a:srgbClr val="C7F6FD"/>
                </a:solidFill>
                <a:latin typeface="Rockwell"/>
                <a:cs typeface="Rockwell"/>
              </a:rPr>
              <a:t> </a:t>
            </a:r>
            <a:r>
              <a:rPr sz="4400" b="1" dirty="0">
                <a:solidFill>
                  <a:srgbClr val="C7F6FD"/>
                </a:solidFill>
                <a:latin typeface="Rockwell"/>
                <a:cs typeface="Rockwell"/>
              </a:rPr>
              <a:t>Data:</a:t>
            </a:r>
            <a:r>
              <a:rPr sz="4400" b="1" spc="-55" dirty="0">
                <a:solidFill>
                  <a:srgbClr val="C7F6FD"/>
                </a:solidFill>
                <a:latin typeface="Rockwell"/>
                <a:cs typeface="Rockwell"/>
              </a:rPr>
              <a:t> </a:t>
            </a:r>
            <a:r>
              <a:rPr sz="4400" spc="-20" dirty="0">
                <a:solidFill>
                  <a:srgbClr val="C7F6FD"/>
                </a:solidFill>
                <a:latin typeface="Rockwell"/>
                <a:cs typeface="Rockwell"/>
              </a:rPr>
              <a:t>MI</a:t>
            </a:r>
            <a:r>
              <a:rPr sz="4400" spc="-580" dirty="0">
                <a:solidFill>
                  <a:srgbClr val="C7F6FD"/>
                </a:solidFill>
                <a:latin typeface="Rockwell"/>
                <a:cs typeface="Rockwell"/>
              </a:rPr>
              <a:t>T</a:t>
            </a:r>
            <a:r>
              <a:rPr sz="4400" spc="-15" dirty="0">
                <a:solidFill>
                  <a:srgbClr val="C7F6FD"/>
                </a:solidFill>
                <a:latin typeface="Rockwell"/>
                <a:cs typeface="Rockwell"/>
              </a:rPr>
              <a:t>-</a:t>
            </a:r>
            <a:r>
              <a:rPr sz="4400" dirty="0">
                <a:solidFill>
                  <a:srgbClr val="C7F6FD"/>
                </a:solidFill>
                <a:latin typeface="Rockwell"/>
                <a:cs typeface="Rockwell"/>
              </a:rPr>
              <a:t>BIH</a:t>
            </a:r>
            <a:r>
              <a:rPr sz="4400" spc="-25" dirty="0">
                <a:solidFill>
                  <a:srgbClr val="C7F6FD"/>
                </a:solidFill>
                <a:latin typeface="Rockwell"/>
                <a:cs typeface="Rockwell"/>
              </a:rPr>
              <a:t> </a:t>
            </a:r>
            <a:r>
              <a:rPr sz="4400" dirty="0">
                <a:solidFill>
                  <a:srgbClr val="C7F6FD"/>
                </a:solidFill>
                <a:latin typeface="Rockwell"/>
                <a:cs typeface="Rockwell"/>
              </a:rPr>
              <a:t>arrhythmia</a:t>
            </a:r>
            <a:r>
              <a:rPr sz="4400" spc="-30" dirty="0">
                <a:solidFill>
                  <a:srgbClr val="C7F6FD"/>
                </a:solidFill>
                <a:latin typeface="Rockwell"/>
                <a:cs typeface="Rockwell"/>
              </a:rPr>
              <a:t> </a:t>
            </a:r>
            <a:r>
              <a:rPr sz="4400" dirty="0">
                <a:solidFill>
                  <a:srgbClr val="C7F6FD"/>
                </a:solidFill>
                <a:latin typeface="Rockwell"/>
                <a:cs typeface="Rockwell"/>
              </a:rPr>
              <a:t>dataset</a:t>
            </a:r>
            <a:r>
              <a:rPr sz="4400" spc="-25" dirty="0">
                <a:solidFill>
                  <a:srgbClr val="C7F6FD"/>
                </a:solidFill>
                <a:latin typeface="Rockwell"/>
                <a:cs typeface="Rockwell"/>
              </a:rPr>
              <a:t> </a:t>
            </a:r>
            <a:r>
              <a:rPr sz="4400" dirty="0">
                <a:solidFill>
                  <a:srgbClr val="C7F6FD"/>
                </a:solidFill>
                <a:latin typeface="Rockwell"/>
                <a:cs typeface="Rockwell"/>
              </a:rPr>
              <a:t>/</a:t>
            </a:r>
            <a:r>
              <a:rPr sz="4400" spc="-30" dirty="0">
                <a:solidFill>
                  <a:srgbClr val="C7F6FD"/>
                </a:solidFill>
                <a:latin typeface="Rockwell"/>
                <a:cs typeface="Rockwell"/>
              </a:rPr>
              <a:t> </a:t>
            </a:r>
            <a:r>
              <a:rPr sz="4400" dirty="0">
                <a:solidFill>
                  <a:srgbClr val="C7F6FD"/>
                </a:solidFill>
                <a:latin typeface="Rockwell"/>
                <a:cs typeface="Rockwell"/>
              </a:rPr>
              <a:t>Custom</a:t>
            </a:r>
            <a:r>
              <a:rPr sz="4400" spc="-65" dirty="0">
                <a:solidFill>
                  <a:srgbClr val="C7F6FD"/>
                </a:solidFill>
                <a:latin typeface="Rockwell"/>
                <a:cs typeface="Rockwell"/>
              </a:rPr>
              <a:t> </a:t>
            </a:r>
            <a:r>
              <a:rPr sz="4400" spc="-10" dirty="0">
                <a:solidFill>
                  <a:srgbClr val="C7F6FD"/>
                </a:solidFill>
                <a:latin typeface="Rockwell"/>
                <a:cs typeface="Rockwell"/>
              </a:rPr>
              <a:t>dataset.</a:t>
            </a:r>
            <a:endParaRPr sz="4400">
              <a:latin typeface="Rockwell"/>
              <a:cs typeface="Rockwell"/>
            </a:endParaRPr>
          </a:p>
          <a:p>
            <a:pPr marL="207010" indent="-203200">
              <a:lnSpc>
                <a:spcPct val="100000"/>
              </a:lnSpc>
              <a:buSzPct val="97727"/>
              <a:buFont typeface="Arial"/>
              <a:buChar char="•"/>
              <a:tabLst>
                <a:tab pos="207010" algn="l"/>
                <a:tab pos="3938904" algn="l"/>
              </a:tabLst>
            </a:pPr>
            <a:r>
              <a:rPr sz="4400" b="1" spc="-10" dirty="0">
                <a:solidFill>
                  <a:srgbClr val="C7F6FD"/>
                </a:solidFill>
                <a:latin typeface="Rockwell"/>
                <a:cs typeface="Rockwell"/>
              </a:rPr>
              <a:t>Performance</a:t>
            </a:r>
            <a:r>
              <a:rPr sz="4400" b="1" dirty="0">
                <a:solidFill>
                  <a:srgbClr val="C7F6FD"/>
                </a:solidFill>
                <a:latin typeface="Rockwell"/>
                <a:cs typeface="Rockwell"/>
              </a:rPr>
              <a:t>	Metrics:</a:t>
            </a:r>
            <a:r>
              <a:rPr sz="4400" b="1" spc="100" dirty="0">
                <a:solidFill>
                  <a:srgbClr val="C7F6FD"/>
                </a:solidFill>
                <a:latin typeface="Rockwell"/>
                <a:cs typeface="Rockwell"/>
              </a:rPr>
              <a:t> </a:t>
            </a:r>
            <a:r>
              <a:rPr sz="4400" spc="-75" dirty="0">
                <a:solidFill>
                  <a:srgbClr val="C7F6FD"/>
                </a:solidFill>
                <a:latin typeface="Rockwell"/>
                <a:cs typeface="Rockwell"/>
              </a:rPr>
              <a:t>Accuracy,</a:t>
            </a:r>
            <a:r>
              <a:rPr sz="4400" spc="-320" dirty="0">
                <a:solidFill>
                  <a:srgbClr val="C7F6FD"/>
                </a:solidFill>
                <a:latin typeface="Rockwell"/>
                <a:cs typeface="Rockwell"/>
              </a:rPr>
              <a:t> </a:t>
            </a:r>
            <a:r>
              <a:rPr sz="4400" spc="-40" dirty="0">
                <a:solidFill>
                  <a:srgbClr val="C7F6FD"/>
                </a:solidFill>
                <a:latin typeface="Rockwell"/>
                <a:cs typeface="Rockwell"/>
              </a:rPr>
              <a:t>precision,</a:t>
            </a:r>
            <a:r>
              <a:rPr sz="4400" spc="-280" dirty="0">
                <a:solidFill>
                  <a:srgbClr val="C7F6FD"/>
                </a:solidFill>
                <a:latin typeface="Rockwell"/>
                <a:cs typeface="Rockwell"/>
              </a:rPr>
              <a:t> </a:t>
            </a:r>
            <a:r>
              <a:rPr sz="4400" spc="-40" dirty="0">
                <a:solidFill>
                  <a:srgbClr val="C7F6FD"/>
                </a:solidFill>
                <a:latin typeface="Rockwell"/>
                <a:cs typeface="Rockwell"/>
              </a:rPr>
              <a:t>recall,</a:t>
            </a:r>
            <a:r>
              <a:rPr sz="4400" spc="-300" dirty="0">
                <a:solidFill>
                  <a:srgbClr val="C7F6FD"/>
                </a:solidFill>
                <a:latin typeface="Rockwell"/>
                <a:cs typeface="Rockwell"/>
              </a:rPr>
              <a:t> </a:t>
            </a:r>
            <a:r>
              <a:rPr sz="4400" spc="-10" dirty="0">
                <a:solidFill>
                  <a:srgbClr val="C7F6FD"/>
                </a:solidFill>
                <a:latin typeface="Rockwell"/>
                <a:cs typeface="Rockwell"/>
              </a:rPr>
              <a:t>F1-score.</a:t>
            </a:r>
            <a:endParaRPr sz="4400">
              <a:latin typeface="Rockwell"/>
              <a:cs typeface="Rockwell"/>
            </a:endParaRPr>
          </a:p>
        </p:txBody>
      </p:sp>
      <p:sp>
        <p:nvSpPr>
          <p:cNvPr id="4" name="object 4"/>
          <p:cNvSpPr txBox="1">
            <a:spLocks noGrp="1"/>
          </p:cNvSpPr>
          <p:nvPr>
            <p:ph type="title"/>
          </p:nvPr>
        </p:nvSpPr>
        <p:spPr>
          <a:xfrm>
            <a:off x="38100" y="-430276"/>
            <a:ext cx="691515" cy="1177925"/>
          </a:xfrm>
          <a:prstGeom prst="rect">
            <a:avLst/>
          </a:prstGeom>
        </p:spPr>
        <p:txBody>
          <a:bodyPr vert="horz" wrap="square" lIns="0" tIns="13970" rIns="0" bIns="0" rtlCol="0">
            <a:spAutoFit/>
          </a:bodyPr>
          <a:lstStyle/>
          <a:p>
            <a:pPr marL="38100">
              <a:lnSpc>
                <a:spcPct val="100000"/>
              </a:lnSpc>
              <a:spcBef>
                <a:spcPts val="110"/>
              </a:spcBef>
            </a:pPr>
            <a:r>
              <a:rPr sz="11325" spc="-3787" baseline="-23178" dirty="0"/>
              <a:t>M</a:t>
            </a:r>
            <a:r>
              <a:rPr sz="1800" b="0" spc="-100" dirty="0">
                <a:solidFill>
                  <a:srgbClr val="FFFFFF"/>
                </a:solidFill>
                <a:latin typeface="Arial"/>
                <a:cs typeface="Arial"/>
              </a:rPr>
              <a:t>•</a:t>
            </a:r>
            <a:r>
              <a:rPr sz="1800" b="0" spc="-90" dirty="0">
                <a:solidFill>
                  <a:srgbClr val="FFFFFF"/>
                </a:solidFill>
                <a:latin typeface="Arial"/>
                <a:cs typeface="Arial"/>
              </a:rPr>
              <a:t>.</a:t>
            </a:r>
            <a:endParaRPr sz="1800">
              <a:latin typeface="Arial"/>
              <a:cs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28715" y="-29463"/>
            <a:ext cx="16323944" cy="1177925"/>
          </a:xfrm>
          <a:prstGeom prst="rect">
            <a:avLst/>
          </a:prstGeom>
        </p:spPr>
        <p:txBody>
          <a:bodyPr vert="horz" wrap="square" lIns="0" tIns="13970" rIns="0" bIns="0" rtlCol="0">
            <a:spAutoFit/>
          </a:bodyPr>
          <a:lstStyle/>
          <a:p>
            <a:pPr marL="12700">
              <a:lnSpc>
                <a:spcPct val="100000"/>
              </a:lnSpc>
              <a:spcBef>
                <a:spcPts val="110"/>
              </a:spcBef>
            </a:pPr>
            <a:r>
              <a:rPr sz="7550" b="1" spc="-325" dirty="0">
                <a:solidFill>
                  <a:srgbClr val="D6FCFF"/>
                </a:solidFill>
                <a:latin typeface="Arial"/>
                <a:cs typeface="Arial"/>
              </a:rPr>
              <a:t>odules</a:t>
            </a:r>
            <a:r>
              <a:rPr sz="7550" b="1" spc="-950" dirty="0">
                <a:solidFill>
                  <a:srgbClr val="D6FCFF"/>
                </a:solidFill>
                <a:latin typeface="Arial"/>
                <a:cs typeface="Arial"/>
              </a:rPr>
              <a:t> </a:t>
            </a:r>
            <a:r>
              <a:rPr sz="7550" b="1" spc="-40" dirty="0">
                <a:solidFill>
                  <a:srgbClr val="D6FCFF"/>
                </a:solidFill>
                <a:latin typeface="Arial"/>
                <a:cs typeface="Arial"/>
              </a:rPr>
              <a:t>listed</a:t>
            </a:r>
            <a:r>
              <a:rPr sz="7550" b="1" spc="-930" dirty="0">
                <a:solidFill>
                  <a:srgbClr val="D6FCFF"/>
                </a:solidFill>
                <a:latin typeface="Arial"/>
                <a:cs typeface="Arial"/>
              </a:rPr>
              <a:t> </a:t>
            </a:r>
            <a:r>
              <a:rPr sz="7550" b="1" spc="-229" dirty="0">
                <a:solidFill>
                  <a:srgbClr val="D6FCFF"/>
                </a:solidFill>
                <a:latin typeface="Arial"/>
                <a:cs typeface="Arial"/>
              </a:rPr>
              <a:t>and</a:t>
            </a:r>
            <a:r>
              <a:rPr sz="7550" b="1" spc="-960" dirty="0">
                <a:solidFill>
                  <a:srgbClr val="D6FCFF"/>
                </a:solidFill>
                <a:latin typeface="Arial"/>
                <a:cs typeface="Arial"/>
              </a:rPr>
              <a:t> </a:t>
            </a:r>
            <a:r>
              <a:rPr sz="7550" b="1" spc="-114" dirty="0">
                <a:solidFill>
                  <a:srgbClr val="D6FCFF"/>
                </a:solidFill>
                <a:latin typeface="Arial"/>
                <a:cs typeface="Arial"/>
              </a:rPr>
              <a:t>detailed</a:t>
            </a:r>
            <a:r>
              <a:rPr sz="7550" b="1" spc="-930" dirty="0">
                <a:solidFill>
                  <a:srgbClr val="D6FCFF"/>
                </a:solidFill>
                <a:latin typeface="Arial"/>
                <a:cs typeface="Arial"/>
              </a:rPr>
              <a:t> </a:t>
            </a:r>
            <a:r>
              <a:rPr sz="7550" b="1" spc="-45" dirty="0">
                <a:solidFill>
                  <a:srgbClr val="D6FCFF"/>
                </a:solidFill>
                <a:latin typeface="Arial"/>
                <a:cs typeface="Arial"/>
              </a:rPr>
              <a:t>explanation</a:t>
            </a:r>
            <a:endParaRPr sz="7550">
              <a:latin typeface="Arial"/>
              <a:cs typeface="Arial"/>
            </a:endParaRPr>
          </a:p>
        </p:txBody>
      </p:sp>
      <p:sp>
        <p:nvSpPr>
          <p:cNvPr id="3" name="object 3"/>
          <p:cNvSpPr txBox="1"/>
          <p:nvPr/>
        </p:nvSpPr>
        <p:spPr>
          <a:xfrm>
            <a:off x="393903" y="1880361"/>
            <a:ext cx="17868900" cy="2713355"/>
          </a:xfrm>
          <a:prstGeom prst="rect">
            <a:avLst/>
          </a:prstGeom>
        </p:spPr>
        <p:txBody>
          <a:bodyPr vert="horz" wrap="square" lIns="0" tIns="12700" rIns="0" bIns="0" rtlCol="0">
            <a:spAutoFit/>
          </a:bodyPr>
          <a:lstStyle/>
          <a:p>
            <a:pPr marL="207010" indent="-203200">
              <a:lnSpc>
                <a:spcPct val="100000"/>
              </a:lnSpc>
              <a:spcBef>
                <a:spcPts val="100"/>
              </a:spcBef>
              <a:buSzPct val="97727"/>
              <a:buFont typeface="Arial"/>
              <a:buChar char="•"/>
              <a:tabLst>
                <a:tab pos="207010" algn="l"/>
              </a:tabLst>
            </a:pPr>
            <a:r>
              <a:rPr sz="4400" dirty="0">
                <a:solidFill>
                  <a:srgbClr val="C7F6FD"/>
                </a:solidFill>
                <a:latin typeface="Rockwell"/>
                <a:cs typeface="Rockwell"/>
              </a:rPr>
              <a:t>Output</a:t>
            </a:r>
            <a:r>
              <a:rPr sz="4400" spc="-25" dirty="0">
                <a:solidFill>
                  <a:srgbClr val="C7F6FD"/>
                </a:solidFill>
                <a:latin typeface="Rockwell"/>
                <a:cs typeface="Rockwell"/>
              </a:rPr>
              <a:t> </a:t>
            </a:r>
            <a:r>
              <a:rPr sz="4400" dirty="0">
                <a:solidFill>
                  <a:srgbClr val="C7F6FD"/>
                </a:solidFill>
                <a:latin typeface="Rockwell"/>
                <a:cs typeface="Rockwell"/>
              </a:rPr>
              <a:t>&amp; </a:t>
            </a:r>
            <a:r>
              <a:rPr sz="4400" spc="-10" dirty="0">
                <a:solidFill>
                  <a:srgbClr val="C7F6FD"/>
                </a:solidFill>
                <a:latin typeface="Rockwell"/>
                <a:cs typeface="Rockwell"/>
              </a:rPr>
              <a:t>Interpretation:</a:t>
            </a:r>
            <a:endParaRPr sz="4400">
              <a:latin typeface="Rockwell"/>
              <a:cs typeface="Rockwell"/>
            </a:endParaRPr>
          </a:p>
          <a:p>
            <a:pPr marL="207010" indent="-203200">
              <a:lnSpc>
                <a:spcPct val="100000"/>
              </a:lnSpc>
              <a:spcBef>
                <a:spcPts val="5320"/>
              </a:spcBef>
              <a:buSzPct val="97727"/>
              <a:buFont typeface="Arial"/>
              <a:buChar char="•"/>
              <a:tabLst>
                <a:tab pos="207010" algn="l"/>
              </a:tabLst>
            </a:pPr>
            <a:r>
              <a:rPr sz="4400" b="1" dirty="0">
                <a:solidFill>
                  <a:srgbClr val="C7F6FD"/>
                </a:solidFill>
                <a:latin typeface="Arial"/>
                <a:cs typeface="Arial"/>
              </a:rPr>
              <a:t>Graphical</a:t>
            </a:r>
            <a:r>
              <a:rPr sz="4400" b="1" spc="-15" dirty="0">
                <a:solidFill>
                  <a:srgbClr val="C7F6FD"/>
                </a:solidFill>
                <a:latin typeface="Arial"/>
                <a:cs typeface="Arial"/>
              </a:rPr>
              <a:t> </a:t>
            </a:r>
            <a:r>
              <a:rPr sz="4400" b="1" dirty="0">
                <a:solidFill>
                  <a:srgbClr val="C7F6FD"/>
                </a:solidFill>
                <a:latin typeface="Arial"/>
                <a:cs typeface="Arial"/>
              </a:rPr>
              <a:t>representation</a:t>
            </a:r>
            <a:r>
              <a:rPr sz="4400" b="1" spc="-40" dirty="0">
                <a:solidFill>
                  <a:srgbClr val="C7F6FD"/>
                </a:solidFill>
                <a:latin typeface="Arial"/>
                <a:cs typeface="Arial"/>
              </a:rPr>
              <a:t> </a:t>
            </a:r>
            <a:r>
              <a:rPr sz="4400" dirty="0">
                <a:solidFill>
                  <a:srgbClr val="C7F6FD"/>
                </a:solidFill>
                <a:latin typeface="Arial"/>
                <a:cs typeface="Arial"/>
              </a:rPr>
              <a:t>of</a:t>
            </a:r>
            <a:r>
              <a:rPr sz="4400" spc="-15" dirty="0">
                <a:solidFill>
                  <a:srgbClr val="C7F6FD"/>
                </a:solidFill>
                <a:latin typeface="Arial"/>
                <a:cs typeface="Arial"/>
              </a:rPr>
              <a:t> </a:t>
            </a:r>
            <a:r>
              <a:rPr sz="4400" dirty="0">
                <a:solidFill>
                  <a:srgbClr val="C7F6FD"/>
                </a:solidFill>
                <a:latin typeface="Arial"/>
                <a:cs typeface="Arial"/>
              </a:rPr>
              <a:t>normal</a:t>
            </a:r>
            <a:r>
              <a:rPr sz="4400" spc="-10" dirty="0">
                <a:solidFill>
                  <a:srgbClr val="C7F6FD"/>
                </a:solidFill>
                <a:latin typeface="Arial"/>
                <a:cs typeface="Arial"/>
              </a:rPr>
              <a:t> </a:t>
            </a:r>
            <a:r>
              <a:rPr sz="4400" dirty="0">
                <a:solidFill>
                  <a:srgbClr val="C7F6FD"/>
                </a:solidFill>
                <a:latin typeface="Arial"/>
                <a:cs typeface="Arial"/>
              </a:rPr>
              <a:t>vs.</a:t>
            </a:r>
            <a:r>
              <a:rPr sz="4400" spc="-15" dirty="0">
                <a:solidFill>
                  <a:srgbClr val="C7F6FD"/>
                </a:solidFill>
                <a:latin typeface="Arial"/>
                <a:cs typeface="Arial"/>
              </a:rPr>
              <a:t> </a:t>
            </a:r>
            <a:r>
              <a:rPr sz="4400" dirty="0">
                <a:solidFill>
                  <a:srgbClr val="C7F6FD"/>
                </a:solidFill>
                <a:latin typeface="Arial"/>
                <a:cs typeface="Arial"/>
              </a:rPr>
              <a:t>abnormal</a:t>
            </a:r>
            <a:r>
              <a:rPr sz="4400" spc="-10" dirty="0">
                <a:solidFill>
                  <a:srgbClr val="C7F6FD"/>
                </a:solidFill>
                <a:latin typeface="Arial"/>
                <a:cs typeface="Arial"/>
              </a:rPr>
              <a:t> </a:t>
            </a:r>
            <a:r>
              <a:rPr sz="4400" dirty="0">
                <a:solidFill>
                  <a:srgbClr val="C7F6FD"/>
                </a:solidFill>
                <a:latin typeface="Arial"/>
                <a:cs typeface="Arial"/>
              </a:rPr>
              <a:t>ECG</a:t>
            </a:r>
            <a:r>
              <a:rPr sz="4400" spc="-15" dirty="0">
                <a:solidFill>
                  <a:srgbClr val="C7F6FD"/>
                </a:solidFill>
                <a:latin typeface="Arial"/>
                <a:cs typeface="Arial"/>
              </a:rPr>
              <a:t> </a:t>
            </a:r>
            <a:r>
              <a:rPr sz="4400" spc="-10" dirty="0">
                <a:solidFill>
                  <a:srgbClr val="C7F6FD"/>
                </a:solidFill>
                <a:latin typeface="Arial"/>
                <a:cs typeface="Arial"/>
              </a:rPr>
              <a:t>signals.</a:t>
            </a:r>
            <a:endParaRPr sz="4400">
              <a:latin typeface="Arial"/>
              <a:cs typeface="Arial"/>
            </a:endParaRPr>
          </a:p>
          <a:p>
            <a:pPr marL="207010" indent="-203200">
              <a:lnSpc>
                <a:spcPct val="100000"/>
              </a:lnSpc>
              <a:buSzPct val="97727"/>
              <a:buFont typeface="Arial"/>
              <a:buChar char="•"/>
              <a:tabLst>
                <a:tab pos="207010" algn="l"/>
              </a:tabLst>
            </a:pPr>
            <a:r>
              <a:rPr sz="4400" b="1" dirty="0">
                <a:solidFill>
                  <a:srgbClr val="C7F6FD"/>
                </a:solidFill>
                <a:latin typeface="Arial"/>
                <a:cs typeface="Arial"/>
              </a:rPr>
              <a:t>Automated</a:t>
            </a:r>
            <a:r>
              <a:rPr sz="4400" b="1" spc="-25" dirty="0">
                <a:solidFill>
                  <a:srgbClr val="C7F6FD"/>
                </a:solidFill>
                <a:latin typeface="Arial"/>
                <a:cs typeface="Arial"/>
              </a:rPr>
              <a:t> </a:t>
            </a:r>
            <a:r>
              <a:rPr sz="4400" b="1" dirty="0">
                <a:solidFill>
                  <a:srgbClr val="C7F6FD"/>
                </a:solidFill>
                <a:latin typeface="Arial"/>
                <a:cs typeface="Arial"/>
              </a:rPr>
              <a:t>classification</a:t>
            </a:r>
            <a:r>
              <a:rPr sz="4400" b="1" spc="-15" dirty="0">
                <a:solidFill>
                  <a:srgbClr val="C7F6FD"/>
                </a:solidFill>
                <a:latin typeface="Arial"/>
                <a:cs typeface="Arial"/>
              </a:rPr>
              <a:t> </a:t>
            </a:r>
            <a:r>
              <a:rPr sz="4400" dirty="0">
                <a:solidFill>
                  <a:srgbClr val="C7F6FD"/>
                </a:solidFill>
                <a:latin typeface="Arial"/>
                <a:cs typeface="Arial"/>
              </a:rPr>
              <a:t>into</a:t>
            </a:r>
            <a:r>
              <a:rPr sz="4400" spc="-15" dirty="0">
                <a:solidFill>
                  <a:srgbClr val="C7F6FD"/>
                </a:solidFill>
                <a:latin typeface="Arial"/>
                <a:cs typeface="Arial"/>
              </a:rPr>
              <a:t> </a:t>
            </a:r>
            <a:r>
              <a:rPr sz="4400" b="1" dirty="0">
                <a:solidFill>
                  <a:srgbClr val="C7F6FD"/>
                </a:solidFill>
                <a:latin typeface="Arial"/>
                <a:cs typeface="Arial"/>
              </a:rPr>
              <a:t>normal,</a:t>
            </a:r>
            <a:r>
              <a:rPr sz="4400" b="1" spc="-20" dirty="0">
                <a:solidFill>
                  <a:srgbClr val="C7F6FD"/>
                </a:solidFill>
                <a:latin typeface="Arial"/>
                <a:cs typeface="Arial"/>
              </a:rPr>
              <a:t> </a:t>
            </a:r>
            <a:r>
              <a:rPr sz="4400" b="1" dirty="0">
                <a:solidFill>
                  <a:srgbClr val="C7F6FD"/>
                </a:solidFill>
                <a:latin typeface="Arial"/>
                <a:cs typeface="Arial"/>
              </a:rPr>
              <a:t>arrhythmia,</a:t>
            </a:r>
            <a:r>
              <a:rPr sz="4400" b="1" spc="-25" dirty="0">
                <a:solidFill>
                  <a:srgbClr val="C7F6FD"/>
                </a:solidFill>
                <a:latin typeface="Arial"/>
                <a:cs typeface="Arial"/>
              </a:rPr>
              <a:t> </a:t>
            </a:r>
            <a:r>
              <a:rPr sz="4400" b="1" dirty="0">
                <a:solidFill>
                  <a:srgbClr val="C7F6FD"/>
                </a:solidFill>
                <a:latin typeface="Arial"/>
                <a:cs typeface="Arial"/>
              </a:rPr>
              <a:t>or</a:t>
            </a:r>
            <a:r>
              <a:rPr sz="4400" b="1" spc="-35" dirty="0">
                <a:solidFill>
                  <a:srgbClr val="C7F6FD"/>
                </a:solidFill>
                <a:latin typeface="Arial"/>
                <a:cs typeface="Arial"/>
              </a:rPr>
              <a:t> </a:t>
            </a:r>
            <a:r>
              <a:rPr sz="4400" b="1" dirty="0">
                <a:solidFill>
                  <a:srgbClr val="C7F6FD"/>
                </a:solidFill>
                <a:latin typeface="Arial"/>
                <a:cs typeface="Arial"/>
              </a:rPr>
              <a:t>other</a:t>
            </a:r>
            <a:r>
              <a:rPr sz="4400" b="1" spc="-20" dirty="0">
                <a:solidFill>
                  <a:srgbClr val="C7F6FD"/>
                </a:solidFill>
                <a:latin typeface="Arial"/>
                <a:cs typeface="Arial"/>
              </a:rPr>
              <a:t> </a:t>
            </a:r>
            <a:r>
              <a:rPr sz="4400" b="1" dirty="0">
                <a:solidFill>
                  <a:srgbClr val="C7F6FD"/>
                </a:solidFill>
                <a:latin typeface="Arial"/>
                <a:cs typeface="Arial"/>
              </a:rPr>
              <a:t>heart</a:t>
            </a:r>
            <a:r>
              <a:rPr sz="4400" b="1" spc="-20" dirty="0">
                <a:solidFill>
                  <a:srgbClr val="C7F6FD"/>
                </a:solidFill>
                <a:latin typeface="Arial"/>
                <a:cs typeface="Arial"/>
              </a:rPr>
              <a:t> </a:t>
            </a:r>
            <a:r>
              <a:rPr sz="4400" b="1" spc="-25" dirty="0">
                <a:solidFill>
                  <a:srgbClr val="C7F6FD"/>
                </a:solidFill>
                <a:latin typeface="Arial"/>
                <a:cs typeface="Arial"/>
              </a:rPr>
              <a:t>co</a:t>
            </a:r>
            <a:endParaRPr sz="4400">
              <a:latin typeface="Arial"/>
              <a:cs typeface="Arial"/>
            </a:endParaRPr>
          </a:p>
        </p:txBody>
      </p:sp>
      <p:sp>
        <p:nvSpPr>
          <p:cNvPr id="4" name="object 4"/>
          <p:cNvSpPr txBox="1">
            <a:spLocks noGrp="1"/>
          </p:cNvSpPr>
          <p:nvPr>
            <p:ph type="title"/>
          </p:nvPr>
        </p:nvSpPr>
        <p:spPr>
          <a:xfrm>
            <a:off x="38100" y="-430276"/>
            <a:ext cx="691515" cy="1177925"/>
          </a:xfrm>
          <a:prstGeom prst="rect">
            <a:avLst/>
          </a:prstGeom>
        </p:spPr>
        <p:txBody>
          <a:bodyPr vert="horz" wrap="square" lIns="0" tIns="13970" rIns="0" bIns="0" rtlCol="0">
            <a:spAutoFit/>
          </a:bodyPr>
          <a:lstStyle/>
          <a:p>
            <a:pPr marL="38100">
              <a:lnSpc>
                <a:spcPct val="100000"/>
              </a:lnSpc>
              <a:spcBef>
                <a:spcPts val="110"/>
              </a:spcBef>
            </a:pPr>
            <a:r>
              <a:rPr sz="11325" spc="-3787" baseline="-23178" dirty="0"/>
              <a:t>M</a:t>
            </a:r>
            <a:r>
              <a:rPr sz="1800" b="0" spc="-100" dirty="0">
                <a:solidFill>
                  <a:srgbClr val="FFFFFF"/>
                </a:solidFill>
                <a:latin typeface="Arial"/>
                <a:cs typeface="Arial"/>
              </a:rPr>
              <a:t>•</a:t>
            </a:r>
            <a:r>
              <a:rPr sz="1800" b="0" spc="-90" dirty="0">
                <a:solidFill>
                  <a:srgbClr val="FFFFFF"/>
                </a:solidFill>
                <a:latin typeface="Arial"/>
                <a:cs typeface="Arial"/>
              </a:rPr>
              <a:t>.</a:t>
            </a:r>
            <a:endParaRPr sz="1800">
              <a:latin typeface="Arial"/>
              <a:cs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43318" y="2099945"/>
            <a:ext cx="15170404" cy="2389378"/>
          </a:xfrm>
          <a:prstGeom prst="rect">
            <a:avLst/>
          </a:prstGeom>
        </p:spPr>
      </p:pic>
      <p:sp>
        <p:nvSpPr>
          <p:cNvPr id="3" name="object 3"/>
          <p:cNvSpPr txBox="1">
            <a:spLocks noGrp="1"/>
          </p:cNvSpPr>
          <p:nvPr>
            <p:ph type="title"/>
          </p:nvPr>
        </p:nvSpPr>
        <p:spPr>
          <a:prstGeom prst="rect">
            <a:avLst/>
          </a:prstGeom>
        </p:spPr>
        <p:txBody>
          <a:bodyPr vert="horz" wrap="square" lIns="0" tIns="207152" rIns="0" bIns="0" rtlCol="0">
            <a:spAutoFit/>
          </a:bodyPr>
          <a:lstStyle/>
          <a:p>
            <a:pPr marL="5828665">
              <a:lnSpc>
                <a:spcPct val="100000"/>
              </a:lnSpc>
              <a:spcBef>
                <a:spcPts val="110"/>
              </a:spcBef>
            </a:pPr>
            <a:r>
              <a:rPr spc="-919" dirty="0"/>
              <a:t>DATASET</a:t>
            </a:r>
            <a:r>
              <a:rPr spc="-940" dirty="0"/>
              <a:t> </a:t>
            </a:r>
            <a:r>
              <a:rPr spc="-760" dirty="0"/>
              <a:t>LOADING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69363" y="1439799"/>
            <a:ext cx="12525248" cy="6748018"/>
          </a:xfrm>
          <a:prstGeom prst="rect">
            <a:avLst/>
          </a:prstGeom>
        </p:spPr>
      </p:pic>
      <p:sp>
        <p:nvSpPr>
          <p:cNvPr id="3" name="object 3"/>
          <p:cNvSpPr txBox="1">
            <a:spLocks noGrp="1"/>
          </p:cNvSpPr>
          <p:nvPr>
            <p:ph type="title"/>
          </p:nvPr>
        </p:nvSpPr>
        <p:spPr>
          <a:prstGeom prst="rect">
            <a:avLst/>
          </a:prstGeom>
        </p:spPr>
        <p:txBody>
          <a:bodyPr vert="horz" wrap="square" lIns="0" tIns="207152" rIns="0" bIns="0" rtlCol="0">
            <a:spAutoFit/>
          </a:bodyPr>
          <a:lstStyle/>
          <a:p>
            <a:pPr marL="5828665">
              <a:lnSpc>
                <a:spcPct val="100000"/>
              </a:lnSpc>
              <a:spcBef>
                <a:spcPts val="110"/>
              </a:spcBef>
            </a:pPr>
            <a:r>
              <a:rPr spc="-1365" dirty="0"/>
              <a:t>ECG</a:t>
            </a:r>
            <a:r>
              <a:rPr spc="-960" dirty="0"/>
              <a:t> </a:t>
            </a:r>
            <a:r>
              <a:rPr spc="-815" dirty="0"/>
              <a:t>WAVE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891915" y="1840992"/>
            <a:ext cx="10504169" cy="6951853"/>
          </a:xfrm>
          <a:prstGeom prst="rect">
            <a:avLst/>
          </a:prstGeom>
        </p:spPr>
      </p:pic>
      <p:sp>
        <p:nvSpPr>
          <p:cNvPr id="3" name="object 3"/>
          <p:cNvSpPr txBox="1">
            <a:spLocks noGrp="1"/>
          </p:cNvSpPr>
          <p:nvPr>
            <p:ph type="title"/>
          </p:nvPr>
        </p:nvSpPr>
        <p:spPr>
          <a:prstGeom prst="rect">
            <a:avLst/>
          </a:prstGeom>
        </p:spPr>
        <p:txBody>
          <a:bodyPr vert="horz" wrap="square" lIns="0" tIns="207152" rIns="0" bIns="0" rtlCol="0">
            <a:spAutoFit/>
          </a:bodyPr>
          <a:lstStyle/>
          <a:p>
            <a:pPr marL="5828665">
              <a:lnSpc>
                <a:spcPct val="100000"/>
              </a:lnSpc>
              <a:spcBef>
                <a:spcPts val="110"/>
              </a:spcBef>
            </a:pPr>
            <a:r>
              <a:rPr spc="-885" dirty="0"/>
              <a:t>ABNORMAL</a:t>
            </a:r>
            <a:r>
              <a:rPr spc="-925" dirty="0"/>
              <a:t> </a:t>
            </a:r>
            <a:r>
              <a:rPr spc="-1390" dirty="0"/>
              <a:t>ECG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24941" y="1767077"/>
            <a:ext cx="16037814" cy="6896227"/>
          </a:xfrm>
          <a:prstGeom prst="rect">
            <a:avLst/>
          </a:prstGeom>
        </p:spPr>
      </p:pic>
      <p:sp>
        <p:nvSpPr>
          <p:cNvPr id="3" name="object 3"/>
          <p:cNvSpPr txBox="1">
            <a:spLocks noGrp="1"/>
          </p:cNvSpPr>
          <p:nvPr>
            <p:ph type="title"/>
          </p:nvPr>
        </p:nvSpPr>
        <p:spPr>
          <a:prstGeom prst="rect">
            <a:avLst/>
          </a:prstGeom>
        </p:spPr>
        <p:txBody>
          <a:bodyPr vert="horz" wrap="square" lIns="0" tIns="207152" rIns="0" bIns="0" rtlCol="0">
            <a:spAutoFit/>
          </a:bodyPr>
          <a:lstStyle/>
          <a:p>
            <a:pPr marL="3194050">
              <a:lnSpc>
                <a:spcPct val="100000"/>
              </a:lnSpc>
              <a:spcBef>
                <a:spcPts val="110"/>
              </a:spcBef>
            </a:pPr>
            <a:r>
              <a:rPr spc="-885" dirty="0"/>
              <a:t>COMPILE</a:t>
            </a:r>
            <a:r>
              <a:rPr spc="-960" dirty="0"/>
              <a:t> </a:t>
            </a:r>
            <a:r>
              <a:rPr spc="-545" dirty="0"/>
              <a:t>AND</a:t>
            </a:r>
            <a:r>
              <a:rPr spc="-960" dirty="0"/>
              <a:t> </a:t>
            </a:r>
            <a:r>
              <a:rPr spc="-600" dirty="0"/>
              <a:t>TRAIN</a:t>
            </a:r>
            <a:r>
              <a:rPr spc="-960" dirty="0"/>
              <a:t> </a:t>
            </a:r>
            <a:r>
              <a:rPr spc="-885" dirty="0"/>
              <a:t>MODEL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884423" y="2291460"/>
            <a:ext cx="11013059" cy="6607809"/>
          </a:xfrm>
          <a:prstGeom prst="rect">
            <a:avLst/>
          </a:prstGeom>
        </p:spPr>
      </p:pic>
      <p:sp>
        <p:nvSpPr>
          <p:cNvPr id="3" name="object 3"/>
          <p:cNvSpPr txBox="1">
            <a:spLocks noGrp="1"/>
          </p:cNvSpPr>
          <p:nvPr>
            <p:ph type="title"/>
          </p:nvPr>
        </p:nvSpPr>
        <p:spPr>
          <a:prstGeom prst="rect">
            <a:avLst/>
          </a:prstGeom>
        </p:spPr>
        <p:txBody>
          <a:bodyPr vert="horz" wrap="square" lIns="0" tIns="207152" rIns="0" bIns="0" rtlCol="0">
            <a:spAutoFit/>
          </a:bodyPr>
          <a:lstStyle/>
          <a:p>
            <a:pPr marL="1877060">
              <a:lnSpc>
                <a:spcPct val="100000"/>
              </a:lnSpc>
              <a:spcBef>
                <a:spcPts val="110"/>
              </a:spcBef>
            </a:pPr>
            <a:r>
              <a:rPr spc="-905" dirty="0"/>
              <a:t>RECONSTURCTION</a:t>
            </a:r>
            <a:r>
              <a:rPr spc="-1005" dirty="0"/>
              <a:t> </a:t>
            </a:r>
            <a:r>
              <a:rPr spc="-1105" dirty="0"/>
              <a:t>OF</a:t>
            </a:r>
            <a:r>
              <a:rPr spc="-935" dirty="0"/>
              <a:t> </a:t>
            </a:r>
            <a:r>
              <a:rPr spc="-1365" dirty="0"/>
              <a:t>ECG</a:t>
            </a:r>
            <a:r>
              <a:rPr spc="-940" dirty="0"/>
              <a:t> </a:t>
            </a:r>
            <a:r>
              <a:rPr spc="-855" dirty="0"/>
              <a:t>SIGNA;L</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092579" y="2380424"/>
            <a:ext cx="11733149" cy="7538593"/>
          </a:xfrm>
          <a:prstGeom prst="rect">
            <a:avLst/>
          </a:prstGeom>
        </p:spPr>
      </p:pic>
      <p:sp>
        <p:nvSpPr>
          <p:cNvPr id="3" name="object 3"/>
          <p:cNvSpPr txBox="1">
            <a:spLocks noGrp="1"/>
          </p:cNvSpPr>
          <p:nvPr>
            <p:ph type="title"/>
          </p:nvPr>
        </p:nvSpPr>
        <p:spPr>
          <a:xfrm>
            <a:off x="792276" y="-354980"/>
            <a:ext cx="13008610" cy="2716530"/>
          </a:xfrm>
          <a:prstGeom prst="rect">
            <a:avLst/>
          </a:prstGeom>
        </p:spPr>
        <p:txBody>
          <a:bodyPr vert="horz" wrap="square" lIns="0" tIns="11430" rIns="0" bIns="0" rtlCol="0">
            <a:spAutoFit/>
          </a:bodyPr>
          <a:lstStyle/>
          <a:p>
            <a:pPr marL="12700" marR="5080">
              <a:lnSpc>
                <a:spcPct val="117000"/>
              </a:lnSpc>
              <a:spcBef>
                <a:spcPts val="90"/>
              </a:spcBef>
            </a:pPr>
            <a:r>
              <a:rPr spc="-810" dirty="0"/>
              <a:t>CONFUSION</a:t>
            </a:r>
            <a:r>
              <a:rPr spc="-935" dirty="0"/>
              <a:t> </a:t>
            </a:r>
            <a:r>
              <a:rPr spc="-535" dirty="0"/>
              <a:t>MATRIX</a:t>
            </a:r>
            <a:r>
              <a:rPr spc="-980" dirty="0"/>
              <a:t> </a:t>
            </a:r>
            <a:r>
              <a:rPr spc="-1065" dirty="0"/>
              <a:t>FOR</a:t>
            </a:r>
            <a:r>
              <a:rPr spc="-935" dirty="0"/>
              <a:t> </a:t>
            </a:r>
            <a:r>
              <a:rPr spc="-844" dirty="0"/>
              <a:t>HEART </a:t>
            </a:r>
            <a:r>
              <a:rPr spc="-900" dirty="0"/>
              <a:t>DISEASE</a:t>
            </a:r>
            <a:r>
              <a:rPr spc="-960" dirty="0"/>
              <a:t> </a:t>
            </a:r>
            <a:r>
              <a:rPr spc="-835" dirty="0"/>
              <a:t>DETECTION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102357" y="2580424"/>
            <a:ext cx="12003151" cy="6946773"/>
          </a:xfrm>
          <a:prstGeom prst="rect">
            <a:avLst/>
          </a:prstGeom>
        </p:spPr>
      </p:pic>
      <p:sp>
        <p:nvSpPr>
          <p:cNvPr id="3" name="object 3"/>
          <p:cNvSpPr txBox="1">
            <a:spLocks noGrp="1"/>
          </p:cNvSpPr>
          <p:nvPr>
            <p:ph type="title"/>
          </p:nvPr>
        </p:nvSpPr>
        <p:spPr>
          <a:prstGeom prst="rect">
            <a:avLst/>
          </a:prstGeom>
        </p:spPr>
        <p:txBody>
          <a:bodyPr vert="horz" wrap="square" lIns="0" tIns="11430" rIns="0" bIns="0" rtlCol="0">
            <a:spAutoFit/>
          </a:bodyPr>
          <a:lstStyle/>
          <a:p>
            <a:pPr marL="741045" marR="5080">
              <a:lnSpc>
                <a:spcPct val="117000"/>
              </a:lnSpc>
              <a:spcBef>
                <a:spcPts val="90"/>
              </a:spcBef>
            </a:pPr>
            <a:r>
              <a:rPr spc="-585" dirty="0"/>
              <a:t>DISTRIBUTION</a:t>
            </a:r>
            <a:r>
              <a:rPr spc="-960" dirty="0"/>
              <a:t> </a:t>
            </a:r>
            <a:r>
              <a:rPr spc="-1105" dirty="0"/>
              <a:t>OF</a:t>
            </a:r>
            <a:r>
              <a:rPr spc="-935" dirty="0"/>
              <a:t> </a:t>
            </a:r>
            <a:r>
              <a:rPr spc="-875" dirty="0"/>
              <a:t>PREDICTED</a:t>
            </a:r>
            <a:r>
              <a:rPr spc="-935" dirty="0"/>
              <a:t> </a:t>
            </a:r>
            <a:r>
              <a:rPr spc="-844" dirty="0"/>
              <a:t>HEART </a:t>
            </a:r>
            <a:r>
              <a:rPr spc="-965" dirty="0"/>
              <a:t>DISEASES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991361"/>
            <a:ext cx="16466185" cy="6062345"/>
          </a:xfrm>
          <a:prstGeom prst="rect">
            <a:avLst/>
          </a:prstGeom>
        </p:spPr>
        <p:txBody>
          <a:bodyPr vert="horz" wrap="square" lIns="0" tIns="12700" rIns="0" bIns="0" rtlCol="0">
            <a:spAutoFit/>
          </a:bodyPr>
          <a:lstStyle/>
          <a:p>
            <a:pPr marL="207010" indent="-203200">
              <a:lnSpc>
                <a:spcPct val="100000"/>
              </a:lnSpc>
              <a:spcBef>
                <a:spcPts val="100"/>
              </a:spcBef>
              <a:buClr>
                <a:srgbClr val="C7F6FD"/>
              </a:buClr>
              <a:buSzPct val="97727"/>
              <a:buFont typeface="Arial"/>
              <a:buChar char="•"/>
              <a:tabLst>
                <a:tab pos="207010" algn="l"/>
                <a:tab pos="4401820" algn="l"/>
              </a:tabLst>
            </a:pPr>
            <a:r>
              <a:rPr sz="4400" spc="-10" dirty="0">
                <a:solidFill>
                  <a:srgbClr val="C7F6FD"/>
                </a:solidFill>
                <a:latin typeface="Rockwell"/>
                <a:cs typeface="Rockwell"/>
              </a:rPr>
              <a:t>Implementation</a:t>
            </a:r>
            <a:r>
              <a:rPr sz="4400" dirty="0">
                <a:solidFill>
                  <a:srgbClr val="C7F6FD"/>
                </a:solidFill>
                <a:latin typeface="Rockwell"/>
                <a:cs typeface="Rockwell"/>
              </a:rPr>
              <a:t>	</a:t>
            </a:r>
            <a:r>
              <a:rPr sz="4400" spc="-10" dirty="0">
                <a:solidFill>
                  <a:srgbClr val="C7F6FD"/>
                </a:solidFill>
                <a:latin typeface="Rockwell"/>
                <a:cs typeface="Rockwell"/>
              </a:rPr>
              <a:t>Results:</a:t>
            </a:r>
            <a:endParaRPr sz="4400">
              <a:latin typeface="Rockwell"/>
              <a:cs typeface="Rockwell"/>
            </a:endParaRPr>
          </a:p>
          <a:p>
            <a:pPr marL="12700">
              <a:lnSpc>
                <a:spcPct val="100000"/>
              </a:lnSpc>
              <a:spcBef>
                <a:spcPts val="5"/>
              </a:spcBef>
            </a:pPr>
            <a:r>
              <a:rPr sz="4400" b="1" dirty="0">
                <a:solidFill>
                  <a:srgbClr val="C7F6FD"/>
                </a:solidFill>
                <a:latin typeface="Rockwell"/>
                <a:cs typeface="Rockwell"/>
              </a:rPr>
              <a:t>Model</a:t>
            </a:r>
            <a:r>
              <a:rPr sz="4400" b="1" spc="-35" dirty="0">
                <a:solidFill>
                  <a:srgbClr val="C7F6FD"/>
                </a:solidFill>
                <a:latin typeface="Rockwell"/>
                <a:cs typeface="Rockwell"/>
              </a:rPr>
              <a:t> </a:t>
            </a:r>
            <a:r>
              <a:rPr sz="4400" b="1" dirty="0">
                <a:solidFill>
                  <a:srgbClr val="C7F6FD"/>
                </a:solidFill>
                <a:latin typeface="Rockwell"/>
                <a:cs typeface="Rockwell"/>
              </a:rPr>
              <a:t>Performance</a:t>
            </a:r>
            <a:r>
              <a:rPr sz="4400" b="1" spc="-30" dirty="0">
                <a:solidFill>
                  <a:srgbClr val="C7F6FD"/>
                </a:solidFill>
                <a:latin typeface="Rockwell"/>
                <a:cs typeface="Rockwell"/>
              </a:rPr>
              <a:t> </a:t>
            </a:r>
            <a:r>
              <a:rPr sz="4400" b="1" dirty="0">
                <a:solidFill>
                  <a:srgbClr val="C7F6FD"/>
                </a:solidFill>
                <a:latin typeface="Rockwell"/>
                <a:cs typeface="Rockwell"/>
              </a:rPr>
              <a:t>&amp;</a:t>
            </a:r>
            <a:r>
              <a:rPr sz="4400" b="1" spc="-50" dirty="0">
                <a:solidFill>
                  <a:srgbClr val="C7F6FD"/>
                </a:solidFill>
                <a:latin typeface="Rockwell"/>
                <a:cs typeface="Rockwell"/>
              </a:rPr>
              <a:t> </a:t>
            </a:r>
            <a:r>
              <a:rPr sz="4400" b="1" spc="-10" dirty="0">
                <a:solidFill>
                  <a:srgbClr val="C7F6FD"/>
                </a:solidFill>
                <a:latin typeface="Rockwell"/>
                <a:cs typeface="Rockwell"/>
              </a:rPr>
              <a:t>Evaluation</a:t>
            </a:r>
            <a:endParaRPr sz="4400">
              <a:latin typeface="Rockwell"/>
              <a:cs typeface="Rockwell"/>
            </a:endParaRPr>
          </a:p>
          <a:p>
            <a:pPr marL="207010" indent="-203200">
              <a:lnSpc>
                <a:spcPct val="100000"/>
              </a:lnSpc>
              <a:buSzPct val="97727"/>
              <a:buFont typeface="Arial"/>
              <a:buChar char="•"/>
              <a:tabLst>
                <a:tab pos="207010" algn="l"/>
              </a:tabLst>
            </a:pPr>
            <a:r>
              <a:rPr sz="4400" b="1" dirty="0">
                <a:solidFill>
                  <a:srgbClr val="C7F6FD"/>
                </a:solidFill>
                <a:latin typeface="Rockwell"/>
                <a:cs typeface="Rockwell"/>
              </a:rPr>
              <a:t>Confusion</a:t>
            </a:r>
            <a:r>
              <a:rPr sz="4400" b="1" spc="-20" dirty="0">
                <a:solidFill>
                  <a:srgbClr val="C7F6FD"/>
                </a:solidFill>
                <a:latin typeface="Rockwell"/>
                <a:cs typeface="Rockwell"/>
              </a:rPr>
              <a:t> </a:t>
            </a:r>
            <a:r>
              <a:rPr sz="4400" b="1" spc="-10" dirty="0">
                <a:solidFill>
                  <a:srgbClr val="C7F6FD"/>
                </a:solidFill>
                <a:latin typeface="Rockwell"/>
                <a:cs typeface="Rockwell"/>
              </a:rPr>
              <a:t>Matrix</a:t>
            </a:r>
            <a:endParaRPr sz="4400">
              <a:latin typeface="Rockwell"/>
              <a:cs typeface="Rockwell"/>
            </a:endParaRPr>
          </a:p>
          <a:p>
            <a:pPr marL="207010" indent="-203200">
              <a:lnSpc>
                <a:spcPct val="100000"/>
              </a:lnSpc>
              <a:buSzPct val="97727"/>
              <a:buFont typeface="Arial"/>
              <a:buChar char="•"/>
              <a:tabLst>
                <a:tab pos="207010" algn="l"/>
              </a:tabLst>
            </a:pPr>
            <a:r>
              <a:rPr sz="4400" b="1" spc="-10" dirty="0">
                <a:solidFill>
                  <a:srgbClr val="C7F6FD"/>
                </a:solidFill>
                <a:latin typeface="Rockwell"/>
                <a:cs typeface="Rockwell"/>
              </a:rPr>
              <a:t>Precision-</a:t>
            </a:r>
            <a:r>
              <a:rPr sz="4400" b="1" dirty="0">
                <a:solidFill>
                  <a:srgbClr val="C7F6FD"/>
                </a:solidFill>
                <a:latin typeface="Rockwell"/>
                <a:cs typeface="Rockwell"/>
              </a:rPr>
              <a:t>Recall</a:t>
            </a:r>
            <a:r>
              <a:rPr sz="4400" b="1" spc="85" dirty="0">
                <a:solidFill>
                  <a:srgbClr val="C7F6FD"/>
                </a:solidFill>
                <a:latin typeface="Rockwell"/>
                <a:cs typeface="Rockwell"/>
              </a:rPr>
              <a:t> </a:t>
            </a:r>
            <a:r>
              <a:rPr sz="4400" b="1" spc="-10" dirty="0">
                <a:solidFill>
                  <a:srgbClr val="C7F6FD"/>
                </a:solidFill>
                <a:latin typeface="Rockwell"/>
                <a:cs typeface="Rockwell"/>
              </a:rPr>
              <a:t>Curve</a:t>
            </a:r>
            <a:endParaRPr sz="4400">
              <a:latin typeface="Rockwell"/>
              <a:cs typeface="Rockwell"/>
            </a:endParaRPr>
          </a:p>
          <a:p>
            <a:pPr marL="12700" marR="5080" indent="-8890">
              <a:lnSpc>
                <a:spcPct val="100000"/>
              </a:lnSpc>
              <a:buSzPct val="97727"/>
              <a:buFont typeface="Arial"/>
              <a:buChar char="•"/>
              <a:tabLst>
                <a:tab pos="207010" algn="l"/>
              </a:tabLst>
            </a:pPr>
            <a:r>
              <a:rPr sz="4400" b="1" dirty="0">
                <a:solidFill>
                  <a:srgbClr val="C7F6FD"/>
                </a:solidFill>
                <a:latin typeface="Rockwell"/>
                <a:cs typeface="Rockwell"/>
              </a:rPr>
              <a:t>	Comparison</a:t>
            </a:r>
            <a:r>
              <a:rPr sz="4400" b="1" spc="-25" dirty="0">
                <a:solidFill>
                  <a:srgbClr val="C7F6FD"/>
                </a:solidFill>
                <a:latin typeface="Rockwell"/>
                <a:cs typeface="Rockwell"/>
              </a:rPr>
              <a:t> </a:t>
            </a:r>
            <a:r>
              <a:rPr sz="4400" b="1" dirty="0">
                <a:solidFill>
                  <a:srgbClr val="C7F6FD"/>
                </a:solidFill>
                <a:latin typeface="Rockwell"/>
                <a:cs typeface="Rockwell"/>
              </a:rPr>
              <a:t>with</a:t>
            </a:r>
            <a:r>
              <a:rPr sz="4400" b="1" spc="-25" dirty="0">
                <a:solidFill>
                  <a:srgbClr val="C7F6FD"/>
                </a:solidFill>
                <a:latin typeface="Rockwell"/>
                <a:cs typeface="Rockwell"/>
              </a:rPr>
              <a:t> </a:t>
            </a:r>
            <a:r>
              <a:rPr sz="4400" b="1" dirty="0">
                <a:solidFill>
                  <a:srgbClr val="C7F6FD"/>
                </a:solidFill>
                <a:latin typeface="Rockwell"/>
                <a:cs typeface="Rockwell"/>
              </a:rPr>
              <a:t>existing</a:t>
            </a:r>
            <a:r>
              <a:rPr sz="4400" b="1" spc="-30" dirty="0">
                <a:solidFill>
                  <a:srgbClr val="C7F6FD"/>
                </a:solidFill>
                <a:latin typeface="Rockwell"/>
                <a:cs typeface="Rockwell"/>
              </a:rPr>
              <a:t> </a:t>
            </a:r>
            <a:r>
              <a:rPr sz="4400" b="1" dirty="0">
                <a:solidFill>
                  <a:srgbClr val="C7F6FD"/>
                </a:solidFill>
                <a:latin typeface="Rockwell"/>
                <a:cs typeface="Rockwell"/>
              </a:rPr>
              <a:t>ECG</a:t>
            </a:r>
            <a:r>
              <a:rPr sz="4400" b="1" spc="-25" dirty="0">
                <a:solidFill>
                  <a:srgbClr val="C7F6FD"/>
                </a:solidFill>
                <a:latin typeface="Rockwell"/>
                <a:cs typeface="Rockwell"/>
              </a:rPr>
              <a:t> </a:t>
            </a:r>
            <a:r>
              <a:rPr sz="4400" b="1" dirty="0">
                <a:solidFill>
                  <a:srgbClr val="C7F6FD"/>
                </a:solidFill>
                <a:latin typeface="Rockwell"/>
                <a:cs typeface="Rockwell"/>
              </a:rPr>
              <a:t>anomaly</a:t>
            </a:r>
            <a:r>
              <a:rPr sz="4400" b="1" spc="-10" dirty="0">
                <a:solidFill>
                  <a:srgbClr val="C7F6FD"/>
                </a:solidFill>
                <a:latin typeface="Rockwell"/>
                <a:cs typeface="Rockwell"/>
              </a:rPr>
              <a:t> </a:t>
            </a:r>
            <a:r>
              <a:rPr sz="4400" b="1" dirty="0">
                <a:solidFill>
                  <a:srgbClr val="C7F6FD"/>
                </a:solidFill>
                <a:latin typeface="Rockwell"/>
                <a:cs typeface="Rockwell"/>
              </a:rPr>
              <a:t>detection</a:t>
            </a:r>
            <a:r>
              <a:rPr sz="4400" b="1" spc="-20" dirty="0">
                <a:solidFill>
                  <a:srgbClr val="C7F6FD"/>
                </a:solidFill>
                <a:latin typeface="Rockwell"/>
                <a:cs typeface="Rockwell"/>
              </a:rPr>
              <a:t> </a:t>
            </a:r>
            <a:r>
              <a:rPr sz="4400" b="1" spc="-10" dirty="0">
                <a:solidFill>
                  <a:srgbClr val="C7F6FD"/>
                </a:solidFill>
                <a:latin typeface="Rockwell"/>
                <a:cs typeface="Rockwell"/>
              </a:rPr>
              <a:t>methods </a:t>
            </a:r>
            <a:r>
              <a:rPr sz="4400" b="1" dirty="0">
                <a:solidFill>
                  <a:srgbClr val="C7F6FD"/>
                </a:solidFill>
                <a:latin typeface="Rockwell"/>
                <a:cs typeface="Rockwell"/>
              </a:rPr>
              <a:t>Graphs</a:t>
            </a:r>
            <a:r>
              <a:rPr sz="4400" b="1" spc="-105" dirty="0">
                <a:solidFill>
                  <a:srgbClr val="C7F6FD"/>
                </a:solidFill>
                <a:latin typeface="Rockwell"/>
                <a:cs typeface="Rockwell"/>
              </a:rPr>
              <a:t> </a:t>
            </a:r>
            <a:r>
              <a:rPr sz="4400" b="1" dirty="0">
                <a:solidFill>
                  <a:srgbClr val="C7F6FD"/>
                </a:solidFill>
                <a:latin typeface="Rockwell"/>
                <a:cs typeface="Rockwell"/>
              </a:rPr>
              <a:t>&amp;</a:t>
            </a:r>
            <a:r>
              <a:rPr sz="4400" b="1" spc="-459" dirty="0">
                <a:solidFill>
                  <a:srgbClr val="C7F6FD"/>
                </a:solidFill>
                <a:latin typeface="Rockwell"/>
                <a:cs typeface="Rockwell"/>
              </a:rPr>
              <a:t> </a:t>
            </a:r>
            <a:r>
              <a:rPr sz="4400" b="1" spc="-10" dirty="0">
                <a:solidFill>
                  <a:srgbClr val="C7F6FD"/>
                </a:solidFill>
                <a:latin typeface="Rockwell"/>
                <a:cs typeface="Rockwell"/>
              </a:rPr>
              <a:t>Visualizations</a:t>
            </a:r>
            <a:endParaRPr sz="4400">
              <a:latin typeface="Rockwell"/>
              <a:cs typeface="Rockwell"/>
            </a:endParaRPr>
          </a:p>
          <a:p>
            <a:pPr marL="207010" indent="-203200">
              <a:lnSpc>
                <a:spcPct val="100000"/>
              </a:lnSpc>
              <a:buSzPct val="97727"/>
              <a:buFont typeface="Arial"/>
              <a:buChar char="•"/>
              <a:tabLst>
                <a:tab pos="207010" algn="l"/>
                <a:tab pos="2942590" algn="l"/>
              </a:tabLst>
            </a:pPr>
            <a:r>
              <a:rPr sz="4400" b="1" dirty="0">
                <a:solidFill>
                  <a:srgbClr val="C7F6FD"/>
                </a:solidFill>
                <a:latin typeface="Rockwell"/>
                <a:cs typeface="Rockwell"/>
              </a:rPr>
              <a:t>Raw</a:t>
            </a:r>
            <a:r>
              <a:rPr sz="4400" b="1" spc="-155" dirty="0">
                <a:solidFill>
                  <a:srgbClr val="C7F6FD"/>
                </a:solidFill>
                <a:latin typeface="Rockwell"/>
                <a:cs typeface="Rockwell"/>
              </a:rPr>
              <a:t> </a:t>
            </a:r>
            <a:r>
              <a:rPr sz="4400" b="1" spc="-25" dirty="0">
                <a:solidFill>
                  <a:srgbClr val="C7F6FD"/>
                </a:solidFill>
                <a:latin typeface="Rockwell"/>
                <a:cs typeface="Rockwell"/>
              </a:rPr>
              <a:t>ECG</a:t>
            </a:r>
            <a:r>
              <a:rPr sz="4400" b="1" dirty="0">
                <a:solidFill>
                  <a:srgbClr val="C7F6FD"/>
                </a:solidFill>
                <a:latin typeface="Rockwell"/>
                <a:cs typeface="Rockwell"/>
              </a:rPr>
              <a:t>	signal</a:t>
            </a:r>
            <a:r>
              <a:rPr sz="4400" b="1" spc="-65" dirty="0">
                <a:solidFill>
                  <a:srgbClr val="C7F6FD"/>
                </a:solidFill>
                <a:latin typeface="Rockwell"/>
                <a:cs typeface="Rockwell"/>
              </a:rPr>
              <a:t> </a:t>
            </a:r>
            <a:r>
              <a:rPr sz="4400" b="1" spc="-75" dirty="0">
                <a:solidFill>
                  <a:srgbClr val="C7F6FD"/>
                </a:solidFill>
                <a:latin typeface="Rockwell"/>
                <a:cs typeface="Rockwell"/>
              </a:rPr>
              <a:t>vs.</a:t>
            </a:r>
            <a:r>
              <a:rPr sz="4400" b="1" spc="-325" dirty="0">
                <a:solidFill>
                  <a:srgbClr val="C7F6FD"/>
                </a:solidFill>
                <a:latin typeface="Rockwell"/>
                <a:cs typeface="Rockwell"/>
              </a:rPr>
              <a:t> </a:t>
            </a:r>
            <a:r>
              <a:rPr sz="4400" b="1" dirty="0">
                <a:solidFill>
                  <a:srgbClr val="C7F6FD"/>
                </a:solidFill>
                <a:latin typeface="Rockwell"/>
                <a:cs typeface="Rockwell"/>
              </a:rPr>
              <a:t>filtered</a:t>
            </a:r>
            <a:r>
              <a:rPr sz="4400" b="1" spc="-40" dirty="0">
                <a:solidFill>
                  <a:srgbClr val="C7F6FD"/>
                </a:solidFill>
                <a:latin typeface="Rockwell"/>
                <a:cs typeface="Rockwell"/>
              </a:rPr>
              <a:t> </a:t>
            </a:r>
            <a:r>
              <a:rPr sz="4400" b="1" dirty="0">
                <a:solidFill>
                  <a:srgbClr val="C7F6FD"/>
                </a:solidFill>
                <a:latin typeface="Rockwell"/>
                <a:cs typeface="Rockwell"/>
              </a:rPr>
              <a:t>ECG</a:t>
            </a:r>
            <a:r>
              <a:rPr sz="4400" b="1" spc="-60" dirty="0">
                <a:solidFill>
                  <a:srgbClr val="C7F6FD"/>
                </a:solidFill>
                <a:latin typeface="Rockwell"/>
                <a:cs typeface="Rockwell"/>
              </a:rPr>
              <a:t> </a:t>
            </a:r>
            <a:r>
              <a:rPr sz="4400" b="1" spc="-10" dirty="0">
                <a:solidFill>
                  <a:srgbClr val="C7F6FD"/>
                </a:solidFill>
                <a:latin typeface="Rockwell"/>
                <a:cs typeface="Rockwell"/>
              </a:rPr>
              <a:t>signal.</a:t>
            </a:r>
            <a:endParaRPr sz="4400">
              <a:latin typeface="Rockwell"/>
              <a:cs typeface="Rockwell"/>
            </a:endParaRPr>
          </a:p>
          <a:p>
            <a:pPr marL="207010" indent="-203200">
              <a:lnSpc>
                <a:spcPct val="100000"/>
              </a:lnSpc>
              <a:buSzPct val="97727"/>
              <a:buFont typeface="Arial"/>
              <a:buChar char="•"/>
              <a:tabLst>
                <a:tab pos="207010" algn="l"/>
              </a:tabLst>
            </a:pPr>
            <a:r>
              <a:rPr sz="4400" b="1" dirty="0">
                <a:solidFill>
                  <a:srgbClr val="C7F6FD"/>
                </a:solidFill>
                <a:latin typeface="Rockwell"/>
                <a:cs typeface="Rockwell"/>
              </a:rPr>
              <a:t>Anomaly</a:t>
            </a:r>
            <a:r>
              <a:rPr sz="4400" b="1" spc="-20" dirty="0">
                <a:solidFill>
                  <a:srgbClr val="C7F6FD"/>
                </a:solidFill>
                <a:latin typeface="Rockwell"/>
                <a:cs typeface="Rockwell"/>
              </a:rPr>
              <a:t> </a:t>
            </a:r>
            <a:r>
              <a:rPr sz="4400" b="1" dirty="0">
                <a:solidFill>
                  <a:srgbClr val="C7F6FD"/>
                </a:solidFill>
                <a:latin typeface="Rockwell"/>
                <a:cs typeface="Rockwell"/>
              </a:rPr>
              <a:t>detection</a:t>
            </a:r>
            <a:r>
              <a:rPr sz="4400" b="1" spc="-30" dirty="0">
                <a:solidFill>
                  <a:srgbClr val="C7F6FD"/>
                </a:solidFill>
                <a:latin typeface="Rockwell"/>
                <a:cs typeface="Rockwell"/>
              </a:rPr>
              <a:t> </a:t>
            </a:r>
            <a:r>
              <a:rPr sz="4400" b="1" dirty="0">
                <a:solidFill>
                  <a:srgbClr val="C7F6FD"/>
                </a:solidFill>
                <a:latin typeface="Rockwell"/>
                <a:cs typeface="Rockwell"/>
              </a:rPr>
              <a:t>in</a:t>
            </a:r>
            <a:r>
              <a:rPr sz="4400" b="1" spc="-15" dirty="0">
                <a:solidFill>
                  <a:srgbClr val="C7F6FD"/>
                </a:solidFill>
                <a:latin typeface="Rockwell"/>
                <a:cs typeface="Rockwell"/>
              </a:rPr>
              <a:t> </a:t>
            </a:r>
            <a:r>
              <a:rPr sz="4400" b="1" spc="-10" dirty="0">
                <a:solidFill>
                  <a:srgbClr val="C7F6FD"/>
                </a:solidFill>
                <a:latin typeface="Rockwell"/>
                <a:cs typeface="Rockwell"/>
              </a:rPr>
              <a:t>real-</a:t>
            </a:r>
            <a:r>
              <a:rPr sz="4400" b="1" dirty="0">
                <a:solidFill>
                  <a:srgbClr val="C7F6FD"/>
                </a:solidFill>
                <a:latin typeface="Rockwell"/>
                <a:cs typeface="Rockwell"/>
              </a:rPr>
              <a:t>time</a:t>
            </a:r>
            <a:r>
              <a:rPr sz="4400" b="1" spc="-20" dirty="0">
                <a:solidFill>
                  <a:srgbClr val="C7F6FD"/>
                </a:solidFill>
                <a:latin typeface="Rockwell"/>
                <a:cs typeface="Rockwell"/>
              </a:rPr>
              <a:t> </a:t>
            </a:r>
            <a:r>
              <a:rPr sz="4400" b="1" dirty="0">
                <a:solidFill>
                  <a:srgbClr val="C7F6FD"/>
                </a:solidFill>
                <a:latin typeface="Rockwell"/>
                <a:cs typeface="Rockwell"/>
              </a:rPr>
              <a:t>ECG</a:t>
            </a:r>
            <a:r>
              <a:rPr sz="4400" b="1" spc="-30" dirty="0">
                <a:solidFill>
                  <a:srgbClr val="C7F6FD"/>
                </a:solidFill>
                <a:latin typeface="Rockwell"/>
                <a:cs typeface="Rockwell"/>
              </a:rPr>
              <a:t> </a:t>
            </a:r>
            <a:r>
              <a:rPr sz="4400" b="1" spc="-10" dirty="0">
                <a:solidFill>
                  <a:srgbClr val="C7F6FD"/>
                </a:solidFill>
                <a:latin typeface="Rockwell"/>
                <a:cs typeface="Rockwell"/>
              </a:rPr>
              <a:t>data.</a:t>
            </a:r>
            <a:endParaRPr sz="4400">
              <a:latin typeface="Rockwell"/>
              <a:cs typeface="Rockwell"/>
            </a:endParaRPr>
          </a:p>
          <a:p>
            <a:pPr marL="207010" indent="-203200">
              <a:lnSpc>
                <a:spcPct val="100000"/>
              </a:lnSpc>
              <a:spcBef>
                <a:spcPts val="5"/>
              </a:spcBef>
              <a:buSzPct val="97727"/>
              <a:buFont typeface="Arial"/>
              <a:buChar char="•"/>
              <a:tabLst>
                <a:tab pos="207010" algn="l"/>
                <a:tab pos="13150850" algn="l"/>
              </a:tabLst>
            </a:pPr>
            <a:r>
              <a:rPr sz="4400" dirty="0">
                <a:solidFill>
                  <a:srgbClr val="C7F6FD"/>
                </a:solidFill>
                <a:latin typeface="Rockwell"/>
                <a:cs typeface="Rockwell"/>
              </a:rPr>
              <a:t>Equations</a:t>
            </a:r>
            <a:r>
              <a:rPr sz="4400" spc="-10" dirty="0">
                <a:solidFill>
                  <a:srgbClr val="C7F6FD"/>
                </a:solidFill>
                <a:latin typeface="Rockwell"/>
                <a:cs typeface="Rockwell"/>
              </a:rPr>
              <a:t> </a:t>
            </a:r>
            <a:r>
              <a:rPr sz="4400" dirty="0">
                <a:solidFill>
                  <a:srgbClr val="C7F6FD"/>
                </a:solidFill>
                <a:latin typeface="Rockwell"/>
                <a:cs typeface="Rockwell"/>
              </a:rPr>
              <a:t>used</a:t>
            </a:r>
            <a:r>
              <a:rPr sz="4400" spc="-25" dirty="0">
                <a:solidFill>
                  <a:srgbClr val="C7F6FD"/>
                </a:solidFill>
                <a:latin typeface="Rockwell"/>
                <a:cs typeface="Rockwell"/>
              </a:rPr>
              <a:t> </a:t>
            </a:r>
            <a:r>
              <a:rPr sz="4400" dirty="0">
                <a:solidFill>
                  <a:srgbClr val="C7F6FD"/>
                </a:solidFill>
                <a:latin typeface="Rockwell"/>
                <a:cs typeface="Rockwell"/>
              </a:rPr>
              <a:t>in</a:t>
            </a:r>
            <a:r>
              <a:rPr sz="4400" spc="-5" dirty="0">
                <a:solidFill>
                  <a:srgbClr val="C7F6FD"/>
                </a:solidFill>
                <a:latin typeface="Rockwell"/>
                <a:cs typeface="Rockwell"/>
              </a:rPr>
              <a:t> </a:t>
            </a:r>
            <a:r>
              <a:rPr sz="4400" b="1" dirty="0">
                <a:solidFill>
                  <a:srgbClr val="C7F6FD"/>
                </a:solidFill>
                <a:latin typeface="Rockwell"/>
                <a:cs typeface="Rockwell"/>
              </a:rPr>
              <a:t>signal</a:t>
            </a:r>
            <a:r>
              <a:rPr sz="4400" b="1" spc="-25" dirty="0">
                <a:solidFill>
                  <a:srgbClr val="C7F6FD"/>
                </a:solidFill>
                <a:latin typeface="Rockwell"/>
                <a:cs typeface="Rockwell"/>
              </a:rPr>
              <a:t> </a:t>
            </a:r>
            <a:r>
              <a:rPr sz="4400" b="1" dirty="0">
                <a:solidFill>
                  <a:srgbClr val="C7F6FD"/>
                </a:solidFill>
                <a:latin typeface="Rockwell"/>
                <a:cs typeface="Rockwell"/>
              </a:rPr>
              <a:t>processing</a:t>
            </a:r>
            <a:r>
              <a:rPr sz="4400" b="1" spc="-35" dirty="0">
                <a:solidFill>
                  <a:srgbClr val="C7F6FD"/>
                </a:solidFill>
                <a:latin typeface="Rockwell"/>
                <a:cs typeface="Rockwell"/>
              </a:rPr>
              <a:t> </a:t>
            </a:r>
            <a:r>
              <a:rPr sz="4400" b="1" dirty="0">
                <a:solidFill>
                  <a:srgbClr val="C7F6FD"/>
                </a:solidFill>
                <a:latin typeface="Rockwell"/>
                <a:cs typeface="Rockwell"/>
              </a:rPr>
              <a:t>and</a:t>
            </a:r>
            <a:r>
              <a:rPr sz="4400" b="1" spc="-5" dirty="0">
                <a:solidFill>
                  <a:srgbClr val="C7F6FD"/>
                </a:solidFill>
                <a:latin typeface="Rockwell"/>
                <a:cs typeface="Rockwell"/>
              </a:rPr>
              <a:t> </a:t>
            </a:r>
            <a:r>
              <a:rPr sz="4400" b="1" spc="-10" dirty="0">
                <a:solidFill>
                  <a:srgbClr val="C7F6FD"/>
                </a:solidFill>
                <a:latin typeface="Rockwell"/>
                <a:cs typeface="Rockwell"/>
              </a:rPr>
              <a:t>feature</a:t>
            </a:r>
            <a:r>
              <a:rPr sz="4400" b="1" dirty="0">
                <a:solidFill>
                  <a:srgbClr val="C7F6FD"/>
                </a:solidFill>
                <a:latin typeface="Rockwell"/>
                <a:cs typeface="Rockwell"/>
              </a:rPr>
              <a:t>	</a:t>
            </a:r>
            <a:r>
              <a:rPr sz="4400" b="1" spc="-10" dirty="0">
                <a:solidFill>
                  <a:srgbClr val="C7F6FD"/>
                </a:solidFill>
                <a:latin typeface="Rockwell"/>
                <a:cs typeface="Rockwell"/>
              </a:rPr>
              <a:t>extraction</a:t>
            </a:r>
            <a:r>
              <a:rPr sz="4400" spc="-10" dirty="0">
                <a:solidFill>
                  <a:srgbClr val="C7F6FD"/>
                </a:solidFill>
                <a:latin typeface="Rockwell"/>
                <a:cs typeface="Rockwell"/>
              </a:rPr>
              <a:t>.</a:t>
            </a:r>
            <a:endParaRPr sz="4400">
              <a:latin typeface="Rockwell"/>
              <a:cs typeface="Rockwell"/>
            </a:endParaRPr>
          </a:p>
        </p:txBody>
      </p:sp>
      <p:sp>
        <p:nvSpPr>
          <p:cNvPr id="3" name="object 3"/>
          <p:cNvSpPr txBox="1"/>
          <p:nvPr/>
        </p:nvSpPr>
        <p:spPr>
          <a:xfrm>
            <a:off x="535940" y="301243"/>
            <a:ext cx="168275" cy="299720"/>
          </a:xfrm>
          <a:prstGeom prst="rect">
            <a:avLst/>
          </a:prstGeom>
        </p:spPr>
        <p:txBody>
          <a:bodyPr vert="horz" wrap="square" lIns="0" tIns="12700" rIns="0" bIns="0" rtlCol="0">
            <a:spAutoFit/>
          </a:bodyPr>
          <a:lstStyle/>
          <a:p>
            <a:pPr marL="12700">
              <a:lnSpc>
                <a:spcPct val="100000"/>
              </a:lnSpc>
              <a:spcBef>
                <a:spcPts val="100"/>
              </a:spcBef>
            </a:pPr>
            <a:r>
              <a:rPr sz="1800" spc="-25" dirty="0">
                <a:solidFill>
                  <a:srgbClr val="FFFFFF"/>
                </a:solidFill>
                <a:latin typeface="Arial"/>
                <a:cs typeface="Arial"/>
              </a:rPr>
              <a:t>•.</a:t>
            </a:r>
            <a:endParaRPr sz="1800">
              <a:latin typeface="Arial"/>
              <a:cs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424048" y="1914270"/>
            <a:ext cx="10503916" cy="6973951"/>
          </a:xfrm>
          <a:prstGeom prst="rect">
            <a:avLst/>
          </a:prstGeom>
        </p:spPr>
      </p:pic>
      <p:sp>
        <p:nvSpPr>
          <p:cNvPr id="3" name="object 3"/>
          <p:cNvSpPr txBox="1">
            <a:spLocks noGrp="1"/>
          </p:cNvSpPr>
          <p:nvPr>
            <p:ph type="title"/>
          </p:nvPr>
        </p:nvSpPr>
        <p:spPr>
          <a:prstGeom prst="rect">
            <a:avLst/>
          </a:prstGeom>
        </p:spPr>
        <p:txBody>
          <a:bodyPr vert="horz" wrap="square" lIns="0" tIns="207152" rIns="0" bIns="0" rtlCol="0">
            <a:spAutoFit/>
          </a:bodyPr>
          <a:lstStyle/>
          <a:p>
            <a:pPr marL="741045">
              <a:lnSpc>
                <a:spcPct val="100000"/>
              </a:lnSpc>
              <a:spcBef>
                <a:spcPts val="110"/>
              </a:spcBef>
            </a:pPr>
            <a:r>
              <a:rPr spc="-550" dirty="0"/>
              <a:t>TRAINING</a:t>
            </a:r>
            <a:r>
              <a:rPr spc="-975" dirty="0"/>
              <a:t> </a:t>
            </a:r>
            <a:r>
              <a:rPr spc="-545" dirty="0"/>
              <a:t>AND</a:t>
            </a:r>
            <a:r>
              <a:rPr spc="-940" dirty="0"/>
              <a:t> </a:t>
            </a:r>
            <a:r>
              <a:rPr spc="-650" dirty="0"/>
              <a:t>VALIDATION</a:t>
            </a:r>
            <a:r>
              <a:rPr spc="-940" dirty="0"/>
              <a:t> </a:t>
            </a:r>
            <a:r>
              <a:rPr spc="-1255" dirty="0"/>
              <a:t>LOSS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894967" y="2206879"/>
            <a:ext cx="13331190" cy="5873369"/>
          </a:xfrm>
          <a:prstGeom prst="rect">
            <a:avLst/>
          </a:prstGeom>
        </p:spPr>
      </p:pic>
      <p:sp>
        <p:nvSpPr>
          <p:cNvPr id="3" name="object 3"/>
          <p:cNvSpPr txBox="1">
            <a:spLocks noGrp="1"/>
          </p:cNvSpPr>
          <p:nvPr>
            <p:ph type="title"/>
          </p:nvPr>
        </p:nvSpPr>
        <p:spPr>
          <a:prstGeom prst="rect">
            <a:avLst/>
          </a:prstGeom>
        </p:spPr>
        <p:txBody>
          <a:bodyPr vert="horz" wrap="square" lIns="0" tIns="207152" rIns="0" bIns="0" rtlCol="0">
            <a:spAutoFit/>
          </a:bodyPr>
          <a:lstStyle/>
          <a:p>
            <a:pPr marL="741045">
              <a:lnSpc>
                <a:spcPct val="100000"/>
              </a:lnSpc>
              <a:spcBef>
                <a:spcPts val="110"/>
              </a:spcBef>
            </a:pPr>
            <a:r>
              <a:rPr spc="-300" dirty="0"/>
              <a:t>precision</a:t>
            </a:r>
            <a:r>
              <a:rPr spc="-950" dirty="0"/>
              <a:t> </a:t>
            </a:r>
            <a:r>
              <a:rPr spc="50" dirty="0"/>
              <a:t>,recall</a:t>
            </a:r>
            <a:r>
              <a:rPr spc="-969" dirty="0"/>
              <a:t> </a:t>
            </a:r>
            <a:r>
              <a:rPr spc="-229" dirty="0"/>
              <a:t>and</a:t>
            </a:r>
            <a:r>
              <a:rPr spc="-944" dirty="0"/>
              <a:t> </a:t>
            </a:r>
            <a:r>
              <a:rPr spc="-470" dirty="0"/>
              <a:t>f1</a:t>
            </a:r>
            <a:r>
              <a:rPr spc="210" dirty="0"/>
              <a:t> </a:t>
            </a:r>
            <a:r>
              <a:rPr spc="-375" dirty="0"/>
              <a:t>score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28700" y="1600453"/>
            <a:ext cx="15056739" cy="5853303"/>
          </a:xfrm>
          <a:prstGeom prst="rect">
            <a:avLst/>
          </a:prstGeom>
        </p:spPr>
      </p:pic>
      <p:sp>
        <p:nvSpPr>
          <p:cNvPr id="3" name="object 3"/>
          <p:cNvSpPr txBox="1">
            <a:spLocks noGrp="1"/>
          </p:cNvSpPr>
          <p:nvPr>
            <p:ph type="title"/>
          </p:nvPr>
        </p:nvSpPr>
        <p:spPr>
          <a:prstGeom prst="rect">
            <a:avLst/>
          </a:prstGeom>
        </p:spPr>
        <p:txBody>
          <a:bodyPr vert="horz" wrap="square" lIns="0" tIns="274919" rIns="0" bIns="0" rtlCol="0">
            <a:spAutoFit/>
          </a:bodyPr>
          <a:lstStyle/>
          <a:p>
            <a:pPr marL="3148330">
              <a:lnSpc>
                <a:spcPct val="100000"/>
              </a:lnSpc>
              <a:spcBef>
                <a:spcPts val="110"/>
              </a:spcBef>
            </a:pPr>
            <a:r>
              <a:rPr spc="-710" dirty="0"/>
              <a:t>MANUAL</a:t>
            </a:r>
            <a:r>
              <a:rPr spc="-955" dirty="0"/>
              <a:t> </a:t>
            </a:r>
            <a:r>
              <a:rPr spc="-1365" dirty="0"/>
              <a:t>ECG</a:t>
            </a:r>
            <a:r>
              <a:rPr spc="-955" dirty="0"/>
              <a:t> </a:t>
            </a:r>
            <a:r>
              <a:rPr spc="-869" dirty="0"/>
              <a:t>SIGNAL</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28700" y="2242692"/>
            <a:ext cx="15561437" cy="5304917"/>
          </a:xfrm>
          <a:prstGeom prst="rect">
            <a:avLst/>
          </a:prstGeom>
        </p:spPr>
      </p:pic>
      <p:sp>
        <p:nvSpPr>
          <p:cNvPr id="3" name="object 3"/>
          <p:cNvSpPr txBox="1">
            <a:spLocks noGrp="1"/>
          </p:cNvSpPr>
          <p:nvPr>
            <p:ph type="title"/>
          </p:nvPr>
        </p:nvSpPr>
        <p:spPr>
          <a:prstGeom prst="rect">
            <a:avLst/>
          </a:prstGeom>
        </p:spPr>
        <p:txBody>
          <a:bodyPr vert="horz" wrap="square" lIns="0" tIns="274919" rIns="0" bIns="0" rtlCol="0">
            <a:spAutoFit/>
          </a:bodyPr>
          <a:lstStyle/>
          <a:p>
            <a:pPr marL="3148330">
              <a:lnSpc>
                <a:spcPct val="100000"/>
              </a:lnSpc>
              <a:spcBef>
                <a:spcPts val="110"/>
              </a:spcBef>
            </a:pPr>
            <a:r>
              <a:rPr spc="-710" dirty="0"/>
              <a:t>MANUAL</a:t>
            </a:r>
            <a:r>
              <a:rPr spc="-955" dirty="0"/>
              <a:t> </a:t>
            </a:r>
            <a:r>
              <a:rPr spc="-1365" dirty="0"/>
              <a:t>ECG</a:t>
            </a:r>
            <a:r>
              <a:rPr spc="-955" dirty="0"/>
              <a:t> </a:t>
            </a:r>
            <a:r>
              <a:rPr spc="-869" dirty="0"/>
              <a:t>SIGNAL</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74919" rIns="0" bIns="0" rtlCol="0">
            <a:spAutoFit/>
          </a:bodyPr>
          <a:lstStyle/>
          <a:p>
            <a:pPr marL="3148330">
              <a:lnSpc>
                <a:spcPct val="100000"/>
              </a:lnSpc>
              <a:spcBef>
                <a:spcPts val="110"/>
              </a:spcBef>
            </a:pPr>
            <a:r>
              <a:rPr spc="-710" dirty="0"/>
              <a:t>MANUAL</a:t>
            </a:r>
            <a:r>
              <a:rPr spc="-955" dirty="0"/>
              <a:t> </a:t>
            </a:r>
            <a:r>
              <a:rPr spc="-1365" dirty="0"/>
              <a:t>ECG</a:t>
            </a:r>
            <a:r>
              <a:rPr spc="-955" dirty="0"/>
              <a:t> </a:t>
            </a:r>
            <a:r>
              <a:rPr spc="-869" dirty="0"/>
              <a:t>SIGNAL</a:t>
            </a:r>
          </a:p>
        </p:txBody>
      </p:sp>
      <p:pic>
        <p:nvPicPr>
          <p:cNvPr id="3" name="object 3"/>
          <p:cNvPicPr/>
          <p:nvPr/>
        </p:nvPicPr>
        <p:blipFill>
          <a:blip r:embed="rId2" cstate="print"/>
          <a:stretch>
            <a:fillRect/>
          </a:stretch>
        </p:blipFill>
        <p:spPr>
          <a:xfrm>
            <a:off x="1028700" y="1305521"/>
            <a:ext cx="16094837" cy="8075803"/>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C8684-FE3F-B364-67A1-13EBD8722F4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FDBA993-A911-1ADB-76DC-20D0A529ABC9}"/>
              </a:ext>
            </a:extLst>
          </p:cNvPr>
          <p:cNvSpPr txBox="1">
            <a:spLocks noGrp="1"/>
          </p:cNvSpPr>
          <p:nvPr>
            <p:ph type="title"/>
          </p:nvPr>
        </p:nvSpPr>
        <p:spPr>
          <a:xfrm>
            <a:off x="63500" y="-354980"/>
            <a:ext cx="18161000" cy="1439460"/>
          </a:xfrm>
          <a:prstGeom prst="rect">
            <a:avLst/>
          </a:prstGeom>
        </p:spPr>
        <p:txBody>
          <a:bodyPr vert="horz" wrap="square" lIns="0" tIns="274919" rIns="0" bIns="0" rtlCol="0">
            <a:spAutoFit/>
          </a:bodyPr>
          <a:lstStyle/>
          <a:p>
            <a:pPr marL="3148330">
              <a:lnSpc>
                <a:spcPct val="100000"/>
              </a:lnSpc>
              <a:spcBef>
                <a:spcPts val="110"/>
              </a:spcBef>
            </a:pPr>
            <a:r>
              <a:rPr lang="en-US" spc="-869" dirty="0"/>
              <a:t>STANDARDS USED</a:t>
            </a:r>
            <a:endParaRPr spc="-869" dirty="0"/>
          </a:p>
        </p:txBody>
      </p:sp>
      <p:sp>
        <p:nvSpPr>
          <p:cNvPr id="5" name="TextBox 4">
            <a:extLst>
              <a:ext uri="{FF2B5EF4-FFF2-40B4-BE49-F238E27FC236}">
                <a16:creationId xmlns:a16="http://schemas.microsoft.com/office/drawing/2014/main" id="{77E576CC-75E7-9896-4FE1-7CC6DD375347}"/>
              </a:ext>
            </a:extLst>
          </p:cNvPr>
          <p:cNvSpPr txBox="1"/>
          <p:nvPr/>
        </p:nvSpPr>
        <p:spPr>
          <a:xfrm>
            <a:off x="914400" y="1084480"/>
            <a:ext cx="11430000" cy="8833187"/>
          </a:xfrm>
          <a:prstGeom prst="rect">
            <a:avLst/>
          </a:prstGeom>
          <a:noFill/>
        </p:spPr>
        <p:txBody>
          <a:bodyPr wrap="square">
            <a:spAutoFit/>
          </a:bodyPr>
          <a:lstStyle/>
          <a:p>
            <a:pPr>
              <a:buFont typeface="+mj-lt"/>
              <a:buAutoNum type="arabicPeriod"/>
            </a:pPr>
            <a:r>
              <a:rPr lang="en-US" sz="3550" i="1" dirty="0">
                <a:solidFill>
                  <a:schemeClr val="accent5">
                    <a:lumMod val="40000"/>
                    <a:lumOff val="60000"/>
                  </a:schemeClr>
                </a:solidFill>
              </a:rPr>
              <a:t>MIT-BIH Arrhythmia Database Standard</a:t>
            </a:r>
            <a:br>
              <a:rPr lang="en-US" sz="3550" dirty="0">
                <a:solidFill>
                  <a:schemeClr val="accent5">
                    <a:lumMod val="40000"/>
                    <a:lumOff val="60000"/>
                  </a:schemeClr>
                </a:solidFill>
              </a:rPr>
            </a:br>
            <a:r>
              <a:rPr lang="en-US" sz="3550" dirty="0">
                <a:solidFill>
                  <a:schemeClr val="accent5">
                    <a:lumMod val="40000"/>
                    <a:lumOff val="60000"/>
                  </a:schemeClr>
                </a:solidFill>
              </a:rPr>
              <a:t>→ For ECG signal dataset and annotations.</a:t>
            </a:r>
          </a:p>
          <a:p>
            <a:pPr>
              <a:buFont typeface="+mj-lt"/>
              <a:buAutoNum type="arabicPeriod"/>
            </a:pPr>
            <a:r>
              <a:rPr lang="en-US" sz="3550" i="1" dirty="0">
                <a:solidFill>
                  <a:schemeClr val="accent5">
                    <a:lumMod val="40000"/>
                    <a:lumOff val="60000"/>
                  </a:schemeClr>
                </a:solidFill>
              </a:rPr>
              <a:t>ANSI/AAMI EC57:2012 Standard</a:t>
            </a:r>
            <a:br>
              <a:rPr lang="en-US" sz="3550" dirty="0">
                <a:solidFill>
                  <a:schemeClr val="accent5">
                    <a:lumMod val="40000"/>
                    <a:lumOff val="60000"/>
                  </a:schemeClr>
                </a:solidFill>
              </a:rPr>
            </a:br>
            <a:r>
              <a:rPr lang="en-US" sz="3550" dirty="0">
                <a:solidFill>
                  <a:schemeClr val="accent5">
                    <a:lumMod val="40000"/>
                    <a:lumOff val="60000"/>
                  </a:schemeClr>
                </a:solidFill>
              </a:rPr>
              <a:t>→ For performance testing and reporting of cardiac anomaly detection algorithms.</a:t>
            </a:r>
          </a:p>
          <a:p>
            <a:pPr>
              <a:buFont typeface="+mj-lt"/>
              <a:buAutoNum type="arabicPeriod"/>
            </a:pPr>
            <a:r>
              <a:rPr lang="en-US" sz="3550" i="1" dirty="0">
                <a:solidFill>
                  <a:schemeClr val="accent5">
                    <a:lumMod val="40000"/>
                    <a:lumOff val="60000"/>
                  </a:schemeClr>
                </a:solidFill>
              </a:rPr>
              <a:t>IEC 60601-2-47 Standard</a:t>
            </a:r>
            <a:br>
              <a:rPr lang="en-US" sz="3550" dirty="0">
                <a:solidFill>
                  <a:schemeClr val="accent5">
                    <a:lumMod val="40000"/>
                    <a:lumOff val="60000"/>
                  </a:schemeClr>
                </a:solidFill>
              </a:rPr>
            </a:br>
            <a:r>
              <a:rPr lang="en-US" sz="3550" dirty="0">
                <a:solidFill>
                  <a:schemeClr val="accent5">
                    <a:lumMod val="40000"/>
                    <a:lumOff val="60000"/>
                  </a:schemeClr>
                </a:solidFill>
              </a:rPr>
              <a:t>→ For medical device safety and performance in ECG monitoring systems.</a:t>
            </a:r>
          </a:p>
          <a:p>
            <a:pPr>
              <a:buFont typeface="+mj-lt"/>
              <a:buAutoNum type="arabicPeriod"/>
            </a:pPr>
            <a:r>
              <a:rPr lang="en-US" sz="3550" i="1" dirty="0">
                <a:solidFill>
                  <a:schemeClr val="accent5">
                    <a:lumMod val="40000"/>
                    <a:lumOff val="60000"/>
                  </a:schemeClr>
                </a:solidFill>
              </a:rPr>
              <a:t>IEEE 1708-2014 Standard</a:t>
            </a:r>
            <a:br>
              <a:rPr lang="en-US" sz="3550" dirty="0">
                <a:solidFill>
                  <a:schemeClr val="accent5">
                    <a:lumMod val="40000"/>
                    <a:lumOff val="60000"/>
                  </a:schemeClr>
                </a:solidFill>
              </a:rPr>
            </a:br>
            <a:r>
              <a:rPr lang="en-US" sz="3550" dirty="0">
                <a:solidFill>
                  <a:schemeClr val="accent5">
                    <a:lumMod val="40000"/>
                    <a:lumOff val="60000"/>
                  </a:schemeClr>
                </a:solidFill>
              </a:rPr>
              <a:t>→ For wearable ECG-based monitoring devices.</a:t>
            </a:r>
          </a:p>
          <a:p>
            <a:pPr>
              <a:buFont typeface="+mj-lt"/>
              <a:buAutoNum type="arabicPeriod"/>
            </a:pPr>
            <a:r>
              <a:rPr lang="en-US" sz="3550" i="1" dirty="0">
                <a:solidFill>
                  <a:schemeClr val="accent5">
                    <a:lumMod val="40000"/>
                    <a:lumOff val="60000"/>
                  </a:schemeClr>
                </a:solidFill>
              </a:rPr>
              <a:t>ISO/IEC 20546:2019 Standard</a:t>
            </a:r>
            <a:br>
              <a:rPr lang="en-US" sz="3550" dirty="0">
                <a:solidFill>
                  <a:schemeClr val="accent5">
                    <a:lumMod val="40000"/>
                    <a:lumOff val="60000"/>
                  </a:schemeClr>
                </a:solidFill>
              </a:rPr>
            </a:br>
            <a:r>
              <a:rPr lang="en-US" sz="3550" dirty="0">
                <a:solidFill>
                  <a:schemeClr val="accent5">
                    <a:lumMod val="40000"/>
                    <a:lumOff val="60000"/>
                  </a:schemeClr>
                </a:solidFill>
              </a:rPr>
              <a:t>→ For big data analytics model evaluation like accuracy, precision, recall, F1-score.</a:t>
            </a:r>
          </a:p>
          <a:p>
            <a:pPr>
              <a:buFont typeface="+mj-lt"/>
              <a:buAutoNum type="arabicPeriod"/>
            </a:pPr>
            <a:r>
              <a:rPr lang="en-US" sz="3550" i="1" dirty="0">
                <a:solidFill>
                  <a:schemeClr val="accent5">
                    <a:lumMod val="40000"/>
                    <a:lumOff val="60000"/>
                  </a:schemeClr>
                </a:solidFill>
              </a:rPr>
              <a:t>ISO/IEC 2382-37 Standard</a:t>
            </a:r>
            <a:br>
              <a:rPr lang="en-US" sz="3550" dirty="0">
                <a:solidFill>
                  <a:schemeClr val="accent5">
                    <a:lumMod val="40000"/>
                    <a:lumOff val="60000"/>
                  </a:schemeClr>
                </a:solidFill>
              </a:rPr>
            </a:br>
            <a:r>
              <a:rPr lang="en-US" sz="3550" dirty="0">
                <a:solidFill>
                  <a:schemeClr val="accent5">
                    <a:lumMod val="40000"/>
                    <a:lumOff val="60000"/>
                  </a:schemeClr>
                </a:solidFill>
              </a:rPr>
              <a:t>→ For terminology and process of artificial intelligence and machine learning.</a:t>
            </a:r>
          </a:p>
        </p:txBody>
      </p:sp>
    </p:spTree>
    <p:extLst>
      <p:ext uri="{BB962C8B-B14F-4D97-AF65-F5344CB8AC3E}">
        <p14:creationId xmlns:p14="http://schemas.microsoft.com/office/powerpoint/2010/main" val="36073687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C1230-53D7-2E40-8CEC-1142B8D9C44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BFD1619-E778-EE6F-4C7B-F8F76DC41861}"/>
              </a:ext>
            </a:extLst>
          </p:cNvPr>
          <p:cNvSpPr txBox="1">
            <a:spLocks noGrp="1"/>
          </p:cNvSpPr>
          <p:nvPr>
            <p:ph type="title"/>
          </p:nvPr>
        </p:nvSpPr>
        <p:spPr>
          <a:xfrm>
            <a:off x="63500" y="-354980"/>
            <a:ext cx="18161000" cy="1439460"/>
          </a:xfrm>
          <a:prstGeom prst="rect">
            <a:avLst/>
          </a:prstGeom>
        </p:spPr>
        <p:txBody>
          <a:bodyPr vert="horz" wrap="square" lIns="0" tIns="274919" rIns="0" bIns="0" rtlCol="0">
            <a:spAutoFit/>
          </a:bodyPr>
          <a:lstStyle/>
          <a:p>
            <a:pPr marL="3148330">
              <a:lnSpc>
                <a:spcPct val="100000"/>
              </a:lnSpc>
              <a:spcBef>
                <a:spcPts val="110"/>
              </a:spcBef>
            </a:pPr>
            <a:r>
              <a:rPr lang="en-US" spc="-869" dirty="0"/>
              <a:t>STANDARDS USED</a:t>
            </a:r>
            <a:endParaRPr spc="-869" dirty="0"/>
          </a:p>
        </p:txBody>
      </p:sp>
      <p:sp>
        <p:nvSpPr>
          <p:cNvPr id="10" name="Rectangle 4">
            <a:extLst>
              <a:ext uri="{FF2B5EF4-FFF2-40B4-BE49-F238E27FC236}">
                <a16:creationId xmlns:a16="http://schemas.microsoft.com/office/drawing/2014/main" id="{1DAC75EF-80C0-DEAE-C9FB-738AD197B6CD}"/>
              </a:ext>
            </a:extLst>
          </p:cNvPr>
          <p:cNvSpPr>
            <a:spLocks noChangeArrowheads="1"/>
          </p:cNvSpPr>
          <p:nvPr/>
        </p:nvSpPr>
        <p:spPr bwMode="auto">
          <a:xfrm>
            <a:off x="1143000" y="880527"/>
            <a:ext cx="17650986" cy="2277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550" b="0" i="1" u="none" strike="noStrike" cap="none" normalizeH="0" baseline="0" dirty="0">
                <a:ln>
                  <a:noFill/>
                </a:ln>
                <a:solidFill>
                  <a:schemeClr val="accent5">
                    <a:lumMod val="40000"/>
                    <a:lumOff val="60000"/>
                  </a:schemeClr>
                </a:solidFill>
                <a:effectLst/>
                <a:latin typeface="Arial" panose="020B0604020202020204" pitchFamily="34" charset="0"/>
              </a:rPr>
              <a:t>ISO/IEC 25010 Standard</a:t>
            </a:r>
            <a:br>
              <a:rPr kumimoji="0" lang="en-US" altLang="en-US" sz="3550" b="0" i="0" u="none" strike="noStrike" cap="none" normalizeH="0" baseline="0" dirty="0">
                <a:ln>
                  <a:noFill/>
                </a:ln>
                <a:solidFill>
                  <a:schemeClr val="accent5">
                    <a:lumMod val="40000"/>
                    <a:lumOff val="60000"/>
                  </a:schemeClr>
                </a:solidFill>
                <a:effectLst/>
                <a:latin typeface="Arial" panose="020B0604020202020204" pitchFamily="34" charset="0"/>
              </a:rPr>
            </a:br>
            <a:r>
              <a:rPr kumimoji="0" lang="en-US" altLang="en-US" sz="3550" b="0" i="0" u="none" strike="noStrike" cap="none" normalizeH="0" baseline="0" dirty="0">
                <a:ln>
                  <a:noFill/>
                </a:ln>
                <a:solidFill>
                  <a:schemeClr val="accent5">
                    <a:lumMod val="40000"/>
                    <a:lumOff val="60000"/>
                  </a:schemeClr>
                </a:solidFill>
                <a:effectLst/>
                <a:latin typeface="Arial" panose="020B0604020202020204" pitchFamily="34" charset="0"/>
              </a:rPr>
              <a:t>→ For software quality evaluation including metrics like precision, recall, and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550" b="0" i="1" u="none" strike="noStrike" cap="none" normalizeH="0" baseline="0" dirty="0">
                <a:ln>
                  <a:noFill/>
                </a:ln>
                <a:solidFill>
                  <a:schemeClr val="accent5">
                    <a:lumMod val="40000"/>
                    <a:lumOff val="60000"/>
                  </a:schemeClr>
                </a:solidFill>
                <a:effectLst/>
                <a:latin typeface="Arial" panose="020B0604020202020204" pitchFamily="34" charset="0"/>
              </a:rPr>
              <a:t>GDPR &amp; HIPAA Compliance</a:t>
            </a:r>
            <a:br>
              <a:rPr kumimoji="0" lang="en-US" altLang="en-US" sz="3550" b="0" i="0" u="none" strike="noStrike" cap="none" normalizeH="0" baseline="0" dirty="0">
                <a:ln>
                  <a:noFill/>
                </a:ln>
                <a:solidFill>
                  <a:schemeClr val="accent5">
                    <a:lumMod val="40000"/>
                    <a:lumOff val="60000"/>
                  </a:schemeClr>
                </a:solidFill>
                <a:effectLst/>
                <a:latin typeface="Arial" panose="020B0604020202020204" pitchFamily="34" charset="0"/>
              </a:rPr>
            </a:br>
            <a:r>
              <a:rPr kumimoji="0" lang="en-US" altLang="en-US" sz="3550" b="0" i="0" u="none" strike="noStrike" cap="none" normalizeH="0" baseline="0" dirty="0">
                <a:ln>
                  <a:noFill/>
                </a:ln>
                <a:solidFill>
                  <a:schemeClr val="accent5">
                    <a:lumMod val="40000"/>
                    <a:lumOff val="60000"/>
                  </a:schemeClr>
                </a:solidFill>
                <a:effectLst/>
                <a:latin typeface="Arial" panose="020B0604020202020204" pitchFamily="34" charset="0"/>
              </a:rPr>
              <a:t>→ For ensuring privacy and security of sensitive ECG data.</a:t>
            </a:r>
          </a:p>
        </p:txBody>
      </p:sp>
    </p:spTree>
    <p:extLst>
      <p:ext uri="{BB962C8B-B14F-4D97-AF65-F5344CB8AC3E}">
        <p14:creationId xmlns:p14="http://schemas.microsoft.com/office/powerpoint/2010/main" val="26000209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58900" y="-81534"/>
            <a:ext cx="14502765" cy="1366520"/>
          </a:xfrm>
          <a:prstGeom prst="rect">
            <a:avLst/>
          </a:prstGeom>
        </p:spPr>
        <p:txBody>
          <a:bodyPr vert="horz" wrap="square" lIns="0" tIns="12065" rIns="0" bIns="0" rtlCol="0">
            <a:spAutoFit/>
          </a:bodyPr>
          <a:lstStyle/>
          <a:p>
            <a:pPr marL="12700">
              <a:lnSpc>
                <a:spcPct val="100000"/>
              </a:lnSpc>
              <a:spcBef>
                <a:spcPts val="95"/>
              </a:spcBef>
            </a:pPr>
            <a:r>
              <a:rPr sz="8800" b="0" dirty="0">
                <a:solidFill>
                  <a:srgbClr val="C7F6FD"/>
                </a:solidFill>
                <a:latin typeface="Rockwell"/>
                <a:cs typeface="Rockwell"/>
              </a:rPr>
              <a:t>Conclusion</a:t>
            </a:r>
            <a:r>
              <a:rPr sz="8800" b="0" spc="-335" dirty="0">
                <a:solidFill>
                  <a:srgbClr val="C7F6FD"/>
                </a:solidFill>
                <a:latin typeface="Rockwell"/>
                <a:cs typeface="Rockwell"/>
              </a:rPr>
              <a:t> </a:t>
            </a:r>
            <a:r>
              <a:rPr sz="8800" b="0" dirty="0">
                <a:solidFill>
                  <a:srgbClr val="C7F6FD"/>
                </a:solidFill>
                <a:latin typeface="Rockwell"/>
                <a:cs typeface="Rockwell"/>
              </a:rPr>
              <a:t>and</a:t>
            </a:r>
            <a:r>
              <a:rPr sz="8800" b="0" spc="-220" dirty="0">
                <a:solidFill>
                  <a:srgbClr val="C7F6FD"/>
                </a:solidFill>
                <a:latin typeface="Rockwell"/>
                <a:cs typeface="Rockwell"/>
              </a:rPr>
              <a:t> </a:t>
            </a:r>
            <a:r>
              <a:rPr sz="8800" b="0" spc="-95" dirty="0">
                <a:solidFill>
                  <a:srgbClr val="C7F6FD"/>
                </a:solidFill>
                <a:latin typeface="Rockwell"/>
                <a:cs typeface="Rockwell"/>
              </a:rPr>
              <a:t>Future</a:t>
            </a:r>
            <a:r>
              <a:rPr sz="8800" b="0" spc="-690" dirty="0">
                <a:solidFill>
                  <a:srgbClr val="C7F6FD"/>
                </a:solidFill>
                <a:latin typeface="Rockwell"/>
                <a:cs typeface="Rockwell"/>
              </a:rPr>
              <a:t> </a:t>
            </a:r>
            <a:r>
              <a:rPr sz="8800" b="0" spc="-880" dirty="0">
                <a:solidFill>
                  <a:srgbClr val="C7F6FD"/>
                </a:solidFill>
                <a:latin typeface="Rockwell"/>
                <a:cs typeface="Rockwell"/>
              </a:rPr>
              <a:t>W</a:t>
            </a:r>
            <a:r>
              <a:rPr sz="8800" b="0" spc="-75" dirty="0">
                <a:solidFill>
                  <a:srgbClr val="C7F6FD"/>
                </a:solidFill>
                <a:latin typeface="Rockwell"/>
                <a:cs typeface="Rockwell"/>
              </a:rPr>
              <a:t>o</a:t>
            </a:r>
            <a:r>
              <a:rPr sz="8800" b="0" spc="-250" dirty="0">
                <a:solidFill>
                  <a:srgbClr val="C7F6FD"/>
                </a:solidFill>
                <a:latin typeface="Rockwell"/>
                <a:cs typeface="Rockwell"/>
              </a:rPr>
              <a:t>r</a:t>
            </a:r>
            <a:r>
              <a:rPr sz="8800" b="0" spc="-75" dirty="0">
                <a:solidFill>
                  <a:srgbClr val="C7F6FD"/>
                </a:solidFill>
                <a:latin typeface="Rockwell"/>
                <a:cs typeface="Rockwell"/>
              </a:rPr>
              <a:t>k</a:t>
            </a:r>
            <a:endParaRPr sz="8800">
              <a:latin typeface="Rockwell"/>
              <a:cs typeface="Rockwell"/>
            </a:endParaRPr>
          </a:p>
        </p:txBody>
      </p:sp>
      <p:sp>
        <p:nvSpPr>
          <p:cNvPr id="3" name="object 3"/>
          <p:cNvSpPr txBox="1"/>
          <p:nvPr/>
        </p:nvSpPr>
        <p:spPr>
          <a:xfrm>
            <a:off x="1773682" y="1276858"/>
            <a:ext cx="13011785" cy="3683000"/>
          </a:xfrm>
          <a:prstGeom prst="rect">
            <a:avLst/>
          </a:prstGeom>
        </p:spPr>
        <p:txBody>
          <a:bodyPr vert="horz" wrap="square" lIns="0" tIns="12065" rIns="0" bIns="0" rtlCol="0">
            <a:spAutoFit/>
          </a:bodyPr>
          <a:lstStyle/>
          <a:p>
            <a:pPr marL="12700">
              <a:lnSpc>
                <a:spcPct val="100000"/>
              </a:lnSpc>
              <a:spcBef>
                <a:spcPts val="95"/>
              </a:spcBef>
            </a:pPr>
            <a:r>
              <a:rPr sz="4000" b="1" dirty="0">
                <a:solidFill>
                  <a:srgbClr val="C7F6FD"/>
                </a:solidFill>
                <a:latin typeface="Rockwell"/>
                <a:cs typeface="Rockwell"/>
              </a:rPr>
              <a:t>Summary</a:t>
            </a:r>
            <a:r>
              <a:rPr sz="4000" b="1" spc="5" dirty="0">
                <a:solidFill>
                  <a:srgbClr val="C7F6FD"/>
                </a:solidFill>
                <a:latin typeface="Rockwell"/>
                <a:cs typeface="Rockwell"/>
              </a:rPr>
              <a:t> </a:t>
            </a:r>
            <a:r>
              <a:rPr sz="4000" b="1" dirty="0">
                <a:solidFill>
                  <a:srgbClr val="C7F6FD"/>
                </a:solidFill>
                <a:latin typeface="Rockwell"/>
                <a:cs typeface="Rockwell"/>
              </a:rPr>
              <a:t>&amp;</a:t>
            </a:r>
            <a:r>
              <a:rPr sz="4000" b="1" spc="-5" dirty="0">
                <a:solidFill>
                  <a:srgbClr val="C7F6FD"/>
                </a:solidFill>
                <a:latin typeface="Rockwell"/>
                <a:cs typeface="Rockwell"/>
              </a:rPr>
              <a:t> </a:t>
            </a:r>
            <a:r>
              <a:rPr sz="4000" b="1" dirty="0">
                <a:solidFill>
                  <a:srgbClr val="C7F6FD"/>
                </a:solidFill>
                <a:latin typeface="Rockwell"/>
                <a:cs typeface="Rockwell"/>
              </a:rPr>
              <a:t>Next</a:t>
            </a:r>
            <a:r>
              <a:rPr sz="4000" b="1" spc="-25" dirty="0">
                <a:solidFill>
                  <a:srgbClr val="C7F6FD"/>
                </a:solidFill>
                <a:latin typeface="Rockwell"/>
                <a:cs typeface="Rockwell"/>
              </a:rPr>
              <a:t> </a:t>
            </a:r>
            <a:r>
              <a:rPr sz="4000" b="1" spc="-10" dirty="0">
                <a:solidFill>
                  <a:srgbClr val="C7F6FD"/>
                </a:solidFill>
                <a:latin typeface="Rockwell"/>
                <a:cs typeface="Rockwell"/>
              </a:rPr>
              <a:t>Steps</a:t>
            </a:r>
            <a:endParaRPr sz="4000">
              <a:latin typeface="Rockwell"/>
              <a:cs typeface="Rockwell"/>
            </a:endParaRPr>
          </a:p>
          <a:p>
            <a:pPr marL="190500" indent="-185420">
              <a:lnSpc>
                <a:spcPct val="100000"/>
              </a:lnSpc>
              <a:buSzPct val="97500"/>
              <a:buFont typeface="Arial"/>
              <a:buChar char="•"/>
              <a:tabLst>
                <a:tab pos="190500" algn="l"/>
              </a:tabLst>
            </a:pPr>
            <a:r>
              <a:rPr sz="4000" b="1" dirty="0">
                <a:solidFill>
                  <a:srgbClr val="C7F6FD"/>
                </a:solidFill>
                <a:latin typeface="Rockwell"/>
                <a:cs typeface="Rockwell"/>
              </a:rPr>
              <a:t>Key</a:t>
            </a:r>
            <a:r>
              <a:rPr sz="4000" b="1" spc="-180" dirty="0">
                <a:solidFill>
                  <a:srgbClr val="C7F6FD"/>
                </a:solidFill>
                <a:latin typeface="Rockwell"/>
                <a:cs typeface="Rockwell"/>
              </a:rPr>
              <a:t> </a:t>
            </a:r>
            <a:r>
              <a:rPr sz="4000" b="1" spc="-10" dirty="0">
                <a:solidFill>
                  <a:srgbClr val="C7F6FD"/>
                </a:solidFill>
                <a:latin typeface="Rockwell"/>
                <a:cs typeface="Rockwell"/>
              </a:rPr>
              <a:t>Findings:</a:t>
            </a:r>
            <a:endParaRPr sz="4000">
              <a:latin typeface="Rockwell"/>
              <a:cs typeface="Rockwell"/>
            </a:endParaRPr>
          </a:p>
          <a:p>
            <a:pPr marL="755650" lvl="1" indent="-285750">
              <a:lnSpc>
                <a:spcPct val="100000"/>
              </a:lnSpc>
              <a:buFont typeface="Arial"/>
              <a:buChar char="•"/>
              <a:tabLst>
                <a:tab pos="755650" algn="l"/>
              </a:tabLst>
            </a:pPr>
            <a:r>
              <a:rPr sz="4000" dirty="0">
                <a:solidFill>
                  <a:srgbClr val="C7F6FD"/>
                </a:solidFill>
                <a:latin typeface="Rockwell"/>
                <a:cs typeface="Rockwell"/>
              </a:rPr>
              <a:t>Successful</a:t>
            </a:r>
            <a:r>
              <a:rPr sz="4000" spc="-110" dirty="0">
                <a:solidFill>
                  <a:srgbClr val="C7F6FD"/>
                </a:solidFill>
                <a:latin typeface="Rockwell"/>
                <a:cs typeface="Rockwell"/>
              </a:rPr>
              <a:t> </a:t>
            </a:r>
            <a:r>
              <a:rPr sz="4000" spc="-40" dirty="0">
                <a:solidFill>
                  <a:srgbClr val="C7F6FD"/>
                </a:solidFill>
                <a:latin typeface="Rockwell"/>
                <a:cs typeface="Rockwell"/>
              </a:rPr>
              <a:t>real-</a:t>
            </a:r>
            <a:r>
              <a:rPr sz="4000" dirty="0">
                <a:solidFill>
                  <a:srgbClr val="C7F6FD"/>
                </a:solidFill>
                <a:latin typeface="Rockwell"/>
                <a:cs typeface="Rockwell"/>
              </a:rPr>
              <a:t>time</a:t>
            </a:r>
            <a:r>
              <a:rPr sz="4000" spc="-120" dirty="0">
                <a:solidFill>
                  <a:srgbClr val="C7F6FD"/>
                </a:solidFill>
                <a:latin typeface="Rockwell"/>
                <a:cs typeface="Rockwell"/>
              </a:rPr>
              <a:t> </a:t>
            </a:r>
            <a:r>
              <a:rPr sz="4000" dirty="0">
                <a:solidFill>
                  <a:srgbClr val="C7F6FD"/>
                </a:solidFill>
                <a:latin typeface="Rockwell"/>
                <a:cs typeface="Rockwell"/>
              </a:rPr>
              <a:t>ECG</a:t>
            </a:r>
            <a:r>
              <a:rPr sz="4000" spc="-114" dirty="0">
                <a:solidFill>
                  <a:srgbClr val="C7F6FD"/>
                </a:solidFill>
                <a:latin typeface="Rockwell"/>
                <a:cs typeface="Rockwell"/>
              </a:rPr>
              <a:t> </a:t>
            </a:r>
            <a:r>
              <a:rPr sz="4000" dirty="0">
                <a:solidFill>
                  <a:srgbClr val="C7F6FD"/>
                </a:solidFill>
                <a:latin typeface="Rockwell"/>
                <a:cs typeface="Rockwell"/>
              </a:rPr>
              <a:t>anomaly</a:t>
            </a:r>
            <a:r>
              <a:rPr sz="4000" spc="-120" dirty="0">
                <a:solidFill>
                  <a:srgbClr val="C7F6FD"/>
                </a:solidFill>
                <a:latin typeface="Rockwell"/>
                <a:cs typeface="Rockwell"/>
              </a:rPr>
              <a:t> </a:t>
            </a:r>
            <a:r>
              <a:rPr sz="4000" spc="-10" dirty="0">
                <a:solidFill>
                  <a:srgbClr val="C7F6FD"/>
                </a:solidFill>
                <a:latin typeface="Rockwell"/>
                <a:cs typeface="Rockwell"/>
              </a:rPr>
              <a:t>detection.</a:t>
            </a:r>
            <a:endParaRPr sz="4000">
              <a:latin typeface="Rockwell"/>
              <a:cs typeface="Rockwell"/>
            </a:endParaRPr>
          </a:p>
          <a:p>
            <a:pPr marL="756285" lvl="1" indent="-286385">
              <a:lnSpc>
                <a:spcPct val="100000"/>
              </a:lnSpc>
              <a:spcBef>
                <a:spcPts val="5"/>
              </a:spcBef>
              <a:buFont typeface="Arial"/>
              <a:buChar char="•"/>
              <a:tabLst>
                <a:tab pos="756285" algn="l"/>
              </a:tabLst>
            </a:pPr>
            <a:r>
              <a:rPr sz="4000" dirty="0">
                <a:solidFill>
                  <a:srgbClr val="C7F6FD"/>
                </a:solidFill>
                <a:latin typeface="Rockwell"/>
                <a:cs typeface="Rockwell"/>
              </a:rPr>
              <a:t>AI-based</a:t>
            </a:r>
            <a:r>
              <a:rPr sz="4000" spc="-114" dirty="0">
                <a:solidFill>
                  <a:srgbClr val="C7F6FD"/>
                </a:solidFill>
                <a:latin typeface="Rockwell"/>
                <a:cs typeface="Rockwell"/>
              </a:rPr>
              <a:t> </a:t>
            </a:r>
            <a:r>
              <a:rPr sz="4000" dirty="0">
                <a:solidFill>
                  <a:srgbClr val="C7F6FD"/>
                </a:solidFill>
                <a:latin typeface="Rockwell"/>
                <a:cs typeface="Rockwell"/>
              </a:rPr>
              <a:t>model</a:t>
            </a:r>
            <a:r>
              <a:rPr sz="4000" spc="-110" dirty="0">
                <a:solidFill>
                  <a:srgbClr val="C7F6FD"/>
                </a:solidFill>
                <a:latin typeface="Rockwell"/>
                <a:cs typeface="Rockwell"/>
              </a:rPr>
              <a:t> </a:t>
            </a:r>
            <a:r>
              <a:rPr sz="4000" spc="-45" dirty="0">
                <a:solidFill>
                  <a:srgbClr val="C7F6FD"/>
                </a:solidFill>
                <a:latin typeface="Rockwell"/>
                <a:cs typeface="Rockwell"/>
              </a:rPr>
              <a:t>improves</a:t>
            </a:r>
            <a:r>
              <a:rPr sz="4000" spc="-114" dirty="0">
                <a:solidFill>
                  <a:srgbClr val="C7F6FD"/>
                </a:solidFill>
                <a:latin typeface="Rockwell"/>
                <a:cs typeface="Rockwell"/>
              </a:rPr>
              <a:t> </a:t>
            </a:r>
            <a:r>
              <a:rPr sz="4000" dirty="0">
                <a:solidFill>
                  <a:srgbClr val="C7F6FD"/>
                </a:solidFill>
                <a:latin typeface="Rockwell"/>
                <a:cs typeface="Rockwell"/>
              </a:rPr>
              <a:t>accuracy</a:t>
            </a:r>
            <a:r>
              <a:rPr sz="4000" spc="-85" dirty="0">
                <a:solidFill>
                  <a:srgbClr val="C7F6FD"/>
                </a:solidFill>
                <a:latin typeface="Rockwell"/>
                <a:cs typeface="Rockwell"/>
              </a:rPr>
              <a:t> </a:t>
            </a:r>
            <a:r>
              <a:rPr sz="4000" dirty="0">
                <a:solidFill>
                  <a:srgbClr val="C7F6FD"/>
                </a:solidFill>
                <a:latin typeface="Rockwell"/>
                <a:cs typeface="Rockwell"/>
              </a:rPr>
              <a:t>&amp;</a:t>
            </a:r>
            <a:r>
              <a:rPr sz="4000" spc="-110" dirty="0">
                <a:solidFill>
                  <a:srgbClr val="C7F6FD"/>
                </a:solidFill>
                <a:latin typeface="Rockwell"/>
                <a:cs typeface="Rockwell"/>
              </a:rPr>
              <a:t> </a:t>
            </a:r>
            <a:r>
              <a:rPr sz="4000" spc="-10" dirty="0">
                <a:solidFill>
                  <a:srgbClr val="C7F6FD"/>
                </a:solidFill>
                <a:latin typeface="Rockwell"/>
                <a:cs typeface="Rockwell"/>
              </a:rPr>
              <a:t>efficiency.</a:t>
            </a:r>
            <a:endParaRPr sz="4000">
              <a:latin typeface="Rockwell"/>
              <a:cs typeface="Rockwell"/>
            </a:endParaRPr>
          </a:p>
          <a:p>
            <a:pPr marL="190500" indent="-185420">
              <a:lnSpc>
                <a:spcPct val="100000"/>
              </a:lnSpc>
              <a:buSzPct val="97500"/>
              <a:buFont typeface="Arial"/>
              <a:buChar char="•"/>
              <a:tabLst>
                <a:tab pos="190500" algn="l"/>
              </a:tabLst>
            </a:pPr>
            <a:r>
              <a:rPr sz="4000" b="1" spc="-10" dirty="0">
                <a:solidFill>
                  <a:srgbClr val="C7F6FD"/>
                </a:solidFill>
                <a:latin typeface="Rockwell"/>
                <a:cs typeface="Rockwell"/>
              </a:rPr>
              <a:t>Challenges</a:t>
            </a:r>
            <a:r>
              <a:rPr sz="4000" b="1" spc="-170" dirty="0">
                <a:solidFill>
                  <a:srgbClr val="C7F6FD"/>
                </a:solidFill>
                <a:latin typeface="Rockwell"/>
                <a:cs typeface="Rockwell"/>
              </a:rPr>
              <a:t> </a:t>
            </a:r>
            <a:r>
              <a:rPr sz="4000" b="1" spc="-10" dirty="0">
                <a:solidFill>
                  <a:srgbClr val="C7F6FD"/>
                </a:solidFill>
                <a:latin typeface="Rockwell"/>
                <a:cs typeface="Rockwell"/>
              </a:rPr>
              <a:t>Faced:</a:t>
            </a:r>
            <a:endParaRPr sz="4000">
              <a:latin typeface="Rockwell"/>
              <a:cs typeface="Rockwell"/>
            </a:endParaRPr>
          </a:p>
          <a:p>
            <a:pPr marL="756285" lvl="1" indent="-286385">
              <a:lnSpc>
                <a:spcPct val="100000"/>
              </a:lnSpc>
              <a:buFont typeface="Arial"/>
              <a:buChar char="•"/>
              <a:tabLst>
                <a:tab pos="756285" algn="l"/>
              </a:tabLst>
            </a:pPr>
            <a:r>
              <a:rPr sz="4000" dirty="0">
                <a:solidFill>
                  <a:srgbClr val="C7F6FD"/>
                </a:solidFill>
                <a:latin typeface="Rockwell"/>
                <a:cs typeface="Rockwell"/>
              </a:rPr>
              <a:t>Noise </a:t>
            </a:r>
            <a:r>
              <a:rPr sz="4000" spc="-25" dirty="0">
                <a:solidFill>
                  <a:srgbClr val="C7F6FD"/>
                </a:solidFill>
                <a:latin typeface="Rockwell"/>
                <a:cs typeface="Rockwell"/>
              </a:rPr>
              <a:t>interference,</a:t>
            </a:r>
            <a:r>
              <a:rPr sz="4000" spc="-315" dirty="0">
                <a:solidFill>
                  <a:srgbClr val="C7F6FD"/>
                </a:solidFill>
                <a:latin typeface="Rockwell"/>
                <a:cs typeface="Rockwell"/>
              </a:rPr>
              <a:t> </a:t>
            </a:r>
            <a:r>
              <a:rPr sz="4000" dirty="0">
                <a:solidFill>
                  <a:srgbClr val="C7F6FD"/>
                </a:solidFill>
                <a:latin typeface="Rockwell"/>
                <a:cs typeface="Rockwell"/>
              </a:rPr>
              <a:t>dataset</a:t>
            </a:r>
            <a:r>
              <a:rPr sz="4000" spc="35" dirty="0">
                <a:solidFill>
                  <a:srgbClr val="C7F6FD"/>
                </a:solidFill>
                <a:latin typeface="Rockwell"/>
                <a:cs typeface="Rockwell"/>
              </a:rPr>
              <a:t> </a:t>
            </a:r>
            <a:r>
              <a:rPr sz="4000" spc="-20" dirty="0">
                <a:solidFill>
                  <a:srgbClr val="C7F6FD"/>
                </a:solidFill>
                <a:latin typeface="Rockwell"/>
                <a:cs typeface="Rockwell"/>
              </a:rPr>
              <a:t>limitations,</a:t>
            </a:r>
            <a:r>
              <a:rPr sz="4000" spc="-295" dirty="0">
                <a:solidFill>
                  <a:srgbClr val="C7F6FD"/>
                </a:solidFill>
                <a:latin typeface="Rockwell"/>
                <a:cs typeface="Rockwell"/>
              </a:rPr>
              <a:t> </a:t>
            </a:r>
            <a:r>
              <a:rPr sz="4000" dirty="0">
                <a:solidFill>
                  <a:srgbClr val="C7F6FD"/>
                </a:solidFill>
                <a:latin typeface="Rockwell"/>
                <a:cs typeface="Rockwell"/>
              </a:rPr>
              <a:t>model</a:t>
            </a:r>
            <a:r>
              <a:rPr sz="4000" spc="15" dirty="0">
                <a:solidFill>
                  <a:srgbClr val="C7F6FD"/>
                </a:solidFill>
                <a:latin typeface="Rockwell"/>
                <a:cs typeface="Rockwell"/>
              </a:rPr>
              <a:t> </a:t>
            </a:r>
            <a:r>
              <a:rPr sz="4000" spc="-10" dirty="0">
                <a:solidFill>
                  <a:srgbClr val="C7F6FD"/>
                </a:solidFill>
                <a:latin typeface="Rockwell"/>
                <a:cs typeface="Rockwell"/>
              </a:rPr>
              <a:t>tuning.</a:t>
            </a:r>
            <a:endParaRPr sz="4000">
              <a:latin typeface="Rockwell"/>
              <a:cs typeface="Rockwe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45734" y="-19989"/>
            <a:ext cx="5820410" cy="1284605"/>
          </a:xfrm>
          <a:prstGeom prst="rect">
            <a:avLst/>
          </a:prstGeom>
        </p:spPr>
        <p:txBody>
          <a:bodyPr vert="horz" wrap="square" lIns="0" tIns="13335" rIns="0" bIns="0" rtlCol="0">
            <a:spAutoFit/>
          </a:bodyPr>
          <a:lstStyle/>
          <a:p>
            <a:pPr marL="12700">
              <a:lnSpc>
                <a:spcPct val="100000"/>
              </a:lnSpc>
              <a:spcBef>
                <a:spcPts val="105"/>
              </a:spcBef>
            </a:pPr>
            <a:r>
              <a:rPr sz="8250" spc="-180" dirty="0"/>
              <a:t>Future</a:t>
            </a:r>
            <a:r>
              <a:rPr sz="8250" spc="-1000" dirty="0"/>
              <a:t> </a:t>
            </a:r>
            <a:r>
              <a:rPr sz="8250" spc="75" dirty="0"/>
              <a:t>work</a:t>
            </a:r>
            <a:endParaRPr sz="8250"/>
          </a:p>
        </p:txBody>
      </p:sp>
      <p:sp>
        <p:nvSpPr>
          <p:cNvPr id="3" name="object 3"/>
          <p:cNvSpPr txBox="1"/>
          <p:nvPr/>
        </p:nvSpPr>
        <p:spPr>
          <a:xfrm>
            <a:off x="1773682" y="1276858"/>
            <a:ext cx="13090525" cy="3073400"/>
          </a:xfrm>
          <a:prstGeom prst="rect">
            <a:avLst/>
          </a:prstGeom>
        </p:spPr>
        <p:txBody>
          <a:bodyPr vert="horz" wrap="square" lIns="0" tIns="12065" rIns="0" bIns="0" rtlCol="0">
            <a:spAutoFit/>
          </a:bodyPr>
          <a:lstStyle/>
          <a:p>
            <a:pPr marL="190500" indent="-185420">
              <a:lnSpc>
                <a:spcPct val="100000"/>
              </a:lnSpc>
              <a:spcBef>
                <a:spcPts val="95"/>
              </a:spcBef>
              <a:buSzPct val="97500"/>
              <a:buFont typeface="Arial"/>
              <a:buChar char="•"/>
              <a:tabLst>
                <a:tab pos="190500" algn="l"/>
              </a:tabLst>
            </a:pPr>
            <a:r>
              <a:rPr sz="4000" b="1" spc="-35" dirty="0">
                <a:solidFill>
                  <a:srgbClr val="C7F6FD"/>
                </a:solidFill>
                <a:latin typeface="Rockwell"/>
                <a:cs typeface="Rockwell"/>
              </a:rPr>
              <a:t>Future</a:t>
            </a:r>
            <a:r>
              <a:rPr sz="4000" b="1" spc="-355" dirty="0">
                <a:solidFill>
                  <a:srgbClr val="C7F6FD"/>
                </a:solidFill>
                <a:latin typeface="Rockwell"/>
                <a:cs typeface="Rockwell"/>
              </a:rPr>
              <a:t> </a:t>
            </a:r>
            <a:r>
              <a:rPr sz="4000" b="1" spc="-20" dirty="0">
                <a:solidFill>
                  <a:srgbClr val="C7F6FD"/>
                </a:solidFill>
                <a:latin typeface="Rockwell"/>
                <a:cs typeface="Rockwell"/>
              </a:rPr>
              <a:t>Work:</a:t>
            </a:r>
            <a:endParaRPr sz="4000">
              <a:latin typeface="Rockwell"/>
              <a:cs typeface="Rockwell"/>
            </a:endParaRPr>
          </a:p>
          <a:p>
            <a:pPr marL="756285" lvl="1" indent="-286385">
              <a:lnSpc>
                <a:spcPct val="100000"/>
              </a:lnSpc>
              <a:buFont typeface="Arial"/>
              <a:buChar char="•"/>
              <a:tabLst>
                <a:tab pos="756285" algn="l"/>
              </a:tabLst>
            </a:pPr>
            <a:r>
              <a:rPr sz="4000" dirty="0">
                <a:solidFill>
                  <a:srgbClr val="C7F6FD"/>
                </a:solidFill>
                <a:latin typeface="Rockwell"/>
                <a:cs typeface="Rockwell"/>
              </a:rPr>
              <a:t>Optimize</a:t>
            </a:r>
            <a:r>
              <a:rPr sz="4000" spc="5" dirty="0">
                <a:solidFill>
                  <a:srgbClr val="C7F6FD"/>
                </a:solidFill>
                <a:latin typeface="Rockwell"/>
                <a:cs typeface="Rockwell"/>
              </a:rPr>
              <a:t> </a:t>
            </a:r>
            <a:r>
              <a:rPr sz="4000" dirty="0">
                <a:solidFill>
                  <a:srgbClr val="C7F6FD"/>
                </a:solidFill>
                <a:latin typeface="Rockwell"/>
                <a:cs typeface="Rockwell"/>
              </a:rPr>
              <a:t>deep</a:t>
            </a:r>
            <a:r>
              <a:rPr sz="4000" spc="-10" dirty="0">
                <a:solidFill>
                  <a:srgbClr val="C7F6FD"/>
                </a:solidFill>
                <a:latin typeface="Rockwell"/>
                <a:cs typeface="Rockwell"/>
              </a:rPr>
              <a:t> </a:t>
            </a:r>
            <a:r>
              <a:rPr sz="4000" dirty="0">
                <a:solidFill>
                  <a:srgbClr val="C7F6FD"/>
                </a:solidFill>
                <a:latin typeface="Rockwell"/>
                <a:cs typeface="Rockwell"/>
              </a:rPr>
              <a:t>learning</a:t>
            </a:r>
            <a:r>
              <a:rPr sz="4000" spc="-30" dirty="0">
                <a:solidFill>
                  <a:srgbClr val="C7F6FD"/>
                </a:solidFill>
                <a:latin typeface="Rockwell"/>
                <a:cs typeface="Rockwell"/>
              </a:rPr>
              <a:t> </a:t>
            </a:r>
            <a:r>
              <a:rPr sz="4000" dirty="0">
                <a:solidFill>
                  <a:srgbClr val="C7F6FD"/>
                </a:solidFill>
                <a:latin typeface="Rockwell"/>
                <a:cs typeface="Rockwell"/>
              </a:rPr>
              <a:t>model</a:t>
            </a:r>
            <a:r>
              <a:rPr sz="4000" spc="-10" dirty="0">
                <a:solidFill>
                  <a:srgbClr val="C7F6FD"/>
                </a:solidFill>
                <a:latin typeface="Rockwell"/>
                <a:cs typeface="Rockwell"/>
              </a:rPr>
              <a:t> </a:t>
            </a:r>
            <a:r>
              <a:rPr sz="4000" dirty="0">
                <a:solidFill>
                  <a:srgbClr val="C7F6FD"/>
                </a:solidFill>
                <a:latin typeface="Rockwell"/>
                <a:cs typeface="Rockwell"/>
              </a:rPr>
              <a:t>for</a:t>
            </a:r>
            <a:r>
              <a:rPr sz="4000" spc="10" dirty="0">
                <a:solidFill>
                  <a:srgbClr val="C7F6FD"/>
                </a:solidFill>
                <a:latin typeface="Rockwell"/>
                <a:cs typeface="Rockwell"/>
              </a:rPr>
              <a:t> </a:t>
            </a:r>
            <a:r>
              <a:rPr sz="4000" b="1" dirty="0">
                <a:solidFill>
                  <a:srgbClr val="C7F6FD"/>
                </a:solidFill>
                <a:latin typeface="Rockwell"/>
                <a:cs typeface="Rockwell"/>
              </a:rPr>
              <a:t>higher</a:t>
            </a:r>
            <a:r>
              <a:rPr sz="4000" b="1" spc="-15" dirty="0">
                <a:solidFill>
                  <a:srgbClr val="C7F6FD"/>
                </a:solidFill>
                <a:latin typeface="Rockwell"/>
                <a:cs typeface="Rockwell"/>
              </a:rPr>
              <a:t> </a:t>
            </a:r>
            <a:r>
              <a:rPr sz="4000" b="1" spc="-10" dirty="0">
                <a:solidFill>
                  <a:srgbClr val="C7F6FD"/>
                </a:solidFill>
                <a:latin typeface="Rockwell"/>
                <a:cs typeface="Rockwell"/>
              </a:rPr>
              <a:t>accuracy</a:t>
            </a:r>
            <a:r>
              <a:rPr sz="4000" spc="-10" dirty="0">
                <a:solidFill>
                  <a:srgbClr val="C7F6FD"/>
                </a:solidFill>
                <a:latin typeface="Rockwell"/>
                <a:cs typeface="Rockwell"/>
              </a:rPr>
              <a:t>.</a:t>
            </a:r>
            <a:endParaRPr sz="4000">
              <a:latin typeface="Rockwell"/>
              <a:cs typeface="Rockwell"/>
            </a:endParaRPr>
          </a:p>
          <a:p>
            <a:pPr marL="755650" lvl="1" indent="-285750">
              <a:lnSpc>
                <a:spcPct val="100000"/>
              </a:lnSpc>
              <a:buFont typeface="Arial"/>
              <a:buChar char="•"/>
              <a:tabLst>
                <a:tab pos="755650" algn="l"/>
              </a:tabLst>
            </a:pPr>
            <a:r>
              <a:rPr sz="4000" dirty="0">
                <a:solidFill>
                  <a:srgbClr val="C7F6FD"/>
                </a:solidFill>
                <a:latin typeface="Rockwell"/>
                <a:cs typeface="Rockwell"/>
              </a:rPr>
              <a:t>Expand</a:t>
            </a:r>
            <a:r>
              <a:rPr sz="4000" spc="-65" dirty="0">
                <a:solidFill>
                  <a:srgbClr val="C7F6FD"/>
                </a:solidFill>
                <a:latin typeface="Rockwell"/>
                <a:cs typeface="Rockwell"/>
              </a:rPr>
              <a:t> </a:t>
            </a:r>
            <a:r>
              <a:rPr sz="4000" dirty="0">
                <a:solidFill>
                  <a:srgbClr val="C7F6FD"/>
                </a:solidFill>
                <a:latin typeface="Rockwell"/>
                <a:cs typeface="Rockwell"/>
              </a:rPr>
              <a:t>dataset</a:t>
            </a:r>
            <a:r>
              <a:rPr sz="4000" spc="-35" dirty="0">
                <a:solidFill>
                  <a:srgbClr val="C7F6FD"/>
                </a:solidFill>
                <a:latin typeface="Rockwell"/>
                <a:cs typeface="Rockwell"/>
              </a:rPr>
              <a:t> </a:t>
            </a:r>
            <a:r>
              <a:rPr sz="4000" dirty="0">
                <a:solidFill>
                  <a:srgbClr val="C7F6FD"/>
                </a:solidFill>
                <a:latin typeface="Rockwell"/>
                <a:cs typeface="Rockwell"/>
              </a:rPr>
              <a:t>for</a:t>
            </a:r>
            <a:r>
              <a:rPr sz="4000" spc="-65" dirty="0">
                <a:solidFill>
                  <a:srgbClr val="C7F6FD"/>
                </a:solidFill>
                <a:latin typeface="Rockwell"/>
                <a:cs typeface="Rockwell"/>
              </a:rPr>
              <a:t> </a:t>
            </a:r>
            <a:r>
              <a:rPr sz="4000" b="1" dirty="0">
                <a:solidFill>
                  <a:srgbClr val="C7F6FD"/>
                </a:solidFill>
                <a:latin typeface="Rockwell"/>
                <a:cs typeface="Rockwell"/>
              </a:rPr>
              <a:t>better</a:t>
            </a:r>
            <a:r>
              <a:rPr sz="4000" b="1" spc="-60" dirty="0">
                <a:solidFill>
                  <a:srgbClr val="C7F6FD"/>
                </a:solidFill>
                <a:latin typeface="Rockwell"/>
                <a:cs typeface="Rockwell"/>
              </a:rPr>
              <a:t> </a:t>
            </a:r>
            <a:r>
              <a:rPr sz="4000" b="1" spc="-10" dirty="0">
                <a:solidFill>
                  <a:srgbClr val="C7F6FD"/>
                </a:solidFill>
                <a:latin typeface="Rockwell"/>
                <a:cs typeface="Rockwell"/>
              </a:rPr>
              <a:t>generalization</a:t>
            </a:r>
            <a:r>
              <a:rPr sz="4000" spc="-10" dirty="0">
                <a:solidFill>
                  <a:srgbClr val="C7F6FD"/>
                </a:solidFill>
                <a:latin typeface="Rockwell"/>
                <a:cs typeface="Rockwell"/>
              </a:rPr>
              <a:t>.</a:t>
            </a:r>
            <a:endParaRPr sz="4000">
              <a:latin typeface="Rockwell"/>
              <a:cs typeface="Rockwell"/>
            </a:endParaRPr>
          </a:p>
          <a:p>
            <a:pPr marL="756285" marR="592455" lvl="1" indent="-287020">
              <a:lnSpc>
                <a:spcPct val="100000"/>
              </a:lnSpc>
              <a:spcBef>
                <a:spcPts val="5"/>
              </a:spcBef>
              <a:buFont typeface="Arial"/>
              <a:buChar char="•"/>
              <a:tabLst>
                <a:tab pos="756285" algn="l"/>
              </a:tabLst>
            </a:pPr>
            <a:r>
              <a:rPr sz="4000" dirty="0">
                <a:solidFill>
                  <a:srgbClr val="C7F6FD"/>
                </a:solidFill>
                <a:latin typeface="Rockwell"/>
                <a:cs typeface="Rockwell"/>
              </a:rPr>
              <a:t>Implement</a:t>
            </a:r>
            <a:r>
              <a:rPr sz="4000" spc="-70" dirty="0">
                <a:solidFill>
                  <a:srgbClr val="C7F6FD"/>
                </a:solidFill>
                <a:latin typeface="Rockwell"/>
                <a:cs typeface="Rockwell"/>
              </a:rPr>
              <a:t> </a:t>
            </a:r>
            <a:r>
              <a:rPr sz="4000" dirty="0">
                <a:solidFill>
                  <a:srgbClr val="C7F6FD"/>
                </a:solidFill>
                <a:latin typeface="Rockwell"/>
                <a:cs typeface="Rockwell"/>
              </a:rPr>
              <a:t>in</a:t>
            </a:r>
            <a:r>
              <a:rPr sz="4000" spc="-75" dirty="0">
                <a:solidFill>
                  <a:srgbClr val="C7F6FD"/>
                </a:solidFill>
                <a:latin typeface="Rockwell"/>
                <a:cs typeface="Rockwell"/>
              </a:rPr>
              <a:t> </a:t>
            </a:r>
            <a:r>
              <a:rPr sz="4000" dirty="0">
                <a:solidFill>
                  <a:srgbClr val="C7F6FD"/>
                </a:solidFill>
                <a:latin typeface="Rockwell"/>
                <a:cs typeface="Rockwell"/>
              </a:rPr>
              <a:t>a</a:t>
            </a:r>
            <a:r>
              <a:rPr sz="4000" spc="-80" dirty="0">
                <a:solidFill>
                  <a:srgbClr val="C7F6FD"/>
                </a:solidFill>
                <a:latin typeface="Rockwell"/>
                <a:cs typeface="Rockwell"/>
              </a:rPr>
              <a:t> </a:t>
            </a:r>
            <a:r>
              <a:rPr sz="4000" b="1" spc="-20" dirty="0">
                <a:solidFill>
                  <a:srgbClr val="C7F6FD"/>
                </a:solidFill>
                <a:latin typeface="Rockwell"/>
                <a:cs typeface="Rockwell"/>
              </a:rPr>
              <a:t>wearable</a:t>
            </a:r>
            <a:r>
              <a:rPr sz="4000" b="1" spc="-80" dirty="0">
                <a:solidFill>
                  <a:srgbClr val="C7F6FD"/>
                </a:solidFill>
                <a:latin typeface="Rockwell"/>
                <a:cs typeface="Rockwell"/>
              </a:rPr>
              <a:t> </a:t>
            </a:r>
            <a:r>
              <a:rPr sz="4000" b="1" dirty="0">
                <a:solidFill>
                  <a:srgbClr val="C7F6FD"/>
                </a:solidFill>
                <a:latin typeface="Rockwell"/>
                <a:cs typeface="Rockwell"/>
              </a:rPr>
              <a:t>ECG</a:t>
            </a:r>
            <a:r>
              <a:rPr sz="4000" b="1" spc="-75" dirty="0">
                <a:solidFill>
                  <a:srgbClr val="C7F6FD"/>
                </a:solidFill>
                <a:latin typeface="Rockwell"/>
                <a:cs typeface="Rockwell"/>
              </a:rPr>
              <a:t> </a:t>
            </a:r>
            <a:r>
              <a:rPr sz="4000" b="1" dirty="0">
                <a:solidFill>
                  <a:srgbClr val="C7F6FD"/>
                </a:solidFill>
                <a:latin typeface="Rockwell"/>
                <a:cs typeface="Rockwell"/>
              </a:rPr>
              <a:t>patch</a:t>
            </a:r>
            <a:r>
              <a:rPr sz="4000" b="1" spc="-55" dirty="0">
                <a:solidFill>
                  <a:srgbClr val="C7F6FD"/>
                </a:solidFill>
                <a:latin typeface="Rockwell"/>
                <a:cs typeface="Rockwell"/>
              </a:rPr>
              <a:t> </a:t>
            </a:r>
            <a:r>
              <a:rPr sz="4000" dirty="0">
                <a:solidFill>
                  <a:srgbClr val="C7F6FD"/>
                </a:solidFill>
                <a:latin typeface="Rockwell"/>
                <a:cs typeface="Rockwell"/>
              </a:rPr>
              <a:t>for</a:t>
            </a:r>
            <a:r>
              <a:rPr sz="4000" spc="-75" dirty="0">
                <a:solidFill>
                  <a:srgbClr val="C7F6FD"/>
                </a:solidFill>
                <a:latin typeface="Rockwell"/>
                <a:cs typeface="Rockwell"/>
              </a:rPr>
              <a:t> </a:t>
            </a:r>
            <a:r>
              <a:rPr sz="4000" spc="-50" dirty="0">
                <a:solidFill>
                  <a:srgbClr val="C7F6FD"/>
                </a:solidFill>
                <a:latin typeface="Rockwell"/>
                <a:cs typeface="Rockwell"/>
              </a:rPr>
              <a:t>real-</a:t>
            </a:r>
            <a:r>
              <a:rPr sz="4000" spc="-20" dirty="0">
                <a:solidFill>
                  <a:srgbClr val="C7F6FD"/>
                </a:solidFill>
                <a:latin typeface="Rockwell"/>
                <a:cs typeface="Rockwell"/>
              </a:rPr>
              <a:t>time </a:t>
            </a:r>
            <a:r>
              <a:rPr sz="4000" spc="-10" dirty="0">
                <a:solidFill>
                  <a:srgbClr val="C7F6FD"/>
                </a:solidFill>
                <a:latin typeface="Rockwell"/>
                <a:cs typeface="Rockwell"/>
              </a:rPr>
              <a:t>monitoring</a:t>
            </a:r>
            <a:r>
              <a:rPr sz="1800" spc="-10" dirty="0">
                <a:solidFill>
                  <a:srgbClr val="FFFFFF"/>
                </a:solidFill>
                <a:latin typeface="Rockwell"/>
                <a:cs typeface="Rockwell"/>
              </a:rPr>
              <a:t>.</a:t>
            </a:r>
            <a:endParaRPr sz="1800">
              <a:latin typeface="Rockwell"/>
              <a:cs typeface="Rockwe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EAD5C-C070-0B92-17A5-C647642641AF}"/>
              </a:ext>
            </a:extLst>
          </p:cNvPr>
          <p:cNvSpPr>
            <a:spLocks noGrp="1"/>
          </p:cNvSpPr>
          <p:nvPr>
            <p:ph type="title"/>
          </p:nvPr>
        </p:nvSpPr>
        <p:spPr>
          <a:xfrm>
            <a:off x="5638800" y="266700"/>
            <a:ext cx="18161000" cy="1161857"/>
          </a:xfrm>
        </p:spPr>
        <p:txBody>
          <a:bodyPr/>
          <a:lstStyle/>
          <a:p>
            <a:r>
              <a:rPr lang="en-US" dirty="0"/>
              <a:t>OUTCOMES</a:t>
            </a:r>
          </a:p>
        </p:txBody>
      </p:sp>
      <p:sp>
        <p:nvSpPr>
          <p:cNvPr id="3" name="Text Placeholder 2">
            <a:extLst>
              <a:ext uri="{FF2B5EF4-FFF2-40B4-BE49-F238E27FC236}">
                <a16:creationId xmlns:a16="http://schemas.microsoft.com/office/drawing/2014/main" id="{5FCD1412-E481-BF3E-15C9-B8773B4BFFE1}"/>
              </a:ext>
            </a:extLst>
          </p:cNvPr>
          <p:cNvSpPr>
            <a:spLocks noGrp="1"/>
          </p:cNvSpPr>
          <p:nvPr>
            <p:ph type="body" idx="1"/>
          </p:nvPr>
        </p:nvSpPr>
        <p:spPr>
          <a:xfrm>
            <a:off x="2514980" y="1594536"/>
            <a:ext cx="12868275" cy="4916731"/>
          </a:xfrm>
        </p:spPr>
        <p:txBody>
          <a:bodyPr/>
          <a:lstStyle/>
          <a:p>
            <a:r>
              <a:rPr lang="en-US" dirty="0"/>
              <a:t>Using deep learning models and custom-built dry electrodes, this work effectively created an </a:t>
            </a:r>
            <a:r>
              <a:rPr lang="en-US" dirty="0" err="1"/>
              <a:t>ar</a:t>
            </a:r>
            <a:r>
              <a:rPr lang="en-US" dirty="0"/>
              <a:t> </a:t>
            </a:r>
            <a:r>
              <a:rPr lang="en-US" dirty="0" err="1"/>
              <a:t>tificial</a:t>
            </a:r>
            <a:r>
              <a:rPr lang="en-US" dirty="0"/>
              <a:t> intelligence-based ECG abnormality detection system. While balancing computational efficiency for real-time wearable devices, the CNN and CNN-LSTM models shown great ac curacy (up to 97.8 PERCENT). Three square and three circular dry electrodes enhanced signal capture quality without the necessity of conductive gels, therefore enabling continuous </a:t>
            </a:r>
            <a:r>
              <a:rPr lang="en-US" dirty="0" err="1"/>
              <a:t>mon</a:t>
            </a:r>
            <a:r>
              <a:rPr lang="en-US" dirty="0"/>
              <a:t> </a:t>
            </a:r>
            <a:r>
              <a:rPr lang="en-US" dirty="0" err="1"/>
              <a:t>itoring</a:t>
            </a:r>
            <a:r>
              <a:rPr lang="en-US" dirty="0"/>
              <a:t> more practically. Furthermore investigated were Explainable AI (XAI) approaches to improve clinical setting model interpretability and trust</a:t>
            </a:r>
          </a:p>
        </p:txBody>
      </p:sp>
    </p:spTree>
    <p:extLst>
      <p:ext uri="{BB962C8B-B14F-4D97-AF65-F5344CB8AC3E}">
        <p14:creationId xmlns:p14="http://schemas.microsoft.com/office/powerpoint/2010/main" val="31002692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13571-4DD6-6F10-F185-8A059C6C7A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34B935-BB6E-DD46-BBF0-ED4066C62A11}"/>
              </a:ext>
            </a:extLst>
          </p:cNvPr>
          <p:cNvSpPr>
            <a:spLocks noGrp="1"/>
          </p:cNvSpPr>
          <p:nvPr>
            <p:ph type="title"/>
          </p:nvPr>
        </p:nvSpPr>
        <p:spPr>
          <a:xfrm>
            <a:off x="5638800" y="266700"/>
            <a:ext cx="18161000" cy="1161857"/>
          </a:xfrm>
        </p:spPr>
        <p:txBody>
          <a:bodyPr/>
          <a:lstStyle/>
          <a:p>
            <a:r>
              <a:rPr lang="en-US" dirty="0"/>
              <a:t>REFERENCES</a:t>
            </a:r>
          </a:p>
        </p:txBody>
      </p:sp>
      <p:sp>
        <p:nvSpPr>
          <p:cNvPr id="3" name="Text Placeholder 2">
            <a:extLst>
              <a:ext uri="{FF2B5EF4-FFF2-40B4-BE49-F238E27FC236}">
                <a16:creationId xmlns:a16="http://schemas.microsoft.com/office/drawing/2014/main" id="{307A899A-6E2A-FF85-71E4-E465DEF86430}"/>
              </a:ext>
            </a:extLst>
          </p:cNvPr>
          <p:cNvSpPr>
            <a:spLocks noGrp="1"/>
          </p:cNvSpPr>
          <p:nvPr>
            <p:ph type="body" idx="1"/>
          </p:nvPr>
        </p:nvSpPr>
        <p:spPr>
          <a:xfrm>
            <a:off x="1066800" y="1594536"/>
            <a:ext cx="15697200" cy="7648248"/>
          </a:xfrm>
        </p:spPr>
        <p:txBody>
          <a:bodyPr/>
          <a:lstStyle/>
          <a:p>
            <a:r>
              <a:rPr lang="en-US" dirty="0"/>
              <a:t>[1] U. R. Acharya, S. L. Oh, Y. Hagiwara, J. H. Tan, and M. Adam. A deep convolutional neural network model to classify heartbeats. Computers in Biology and Medicine, 89: 389–396, 2017.</a:t>
            </a:r>
          </a:p>
          <a:p>
            <a:r>
              <a:rPr lang="en-US" dirty="0"/>
              <a:t> [2] U. Amin, G. Swapna, and K. P. Soman. Anomaly detection in </a:t>
            </a:r>
            <a:r>
              <a:rPr lang="en-US" dirty="0" err="1"/>
              <a:t>ecg</a:t>
            </a:r>
            <a:r>
              <a:rPr lang="en-US" dirty="0"/>
              <a:t> signals using deep learning techniques. Biomedical Engineering Letters, 9(1):101–111, 2019. </a:t>
            </a:r>
          </a:p>
          <a:p>
            <a:r>
              <a:rPr lang="en-US" dirty="0"/>
              <a:t>[3] R. </a:t>
            </a:r>
            <a:r>
              <a:rPr lang="en-US" dirty="0" err="1"/>
              <a:t>Bousseljot</a:t>
            </a:r>
            <a:r>
              <a:rPr lang="en-US" dirty="0"/>
              <a:t>, D. </a:t>
            </a:r>
            <a:r>
              <a:rPr lang="en-US" dirty="0" err="1"/>
              <a:t>Kreiseler</a:t>
            </a:r>
            <a:r>
              <a:rPr lang="en-US" dirty="0"/>
              <a:t>, and A. Schnabel. The </a:t>
            </a:r>
            <a:r>
              <a:rPr lang="en-US" dirty="0" err="1"/>
              <a:t>ptb</a:t>
            </a:r>
            <a:r>
              <a:rPr lang="en-US" dirty="0"/>
              <a:t> diagnostic </a:t>
            </a:r>
            <a:r>
              <a:rPr lang="en-US" dirty="0" err="1"/>
              <a:t>ecg</a:t>
            </a:r>
            <a:r>
              <a:rPr lang="en-US" dirty="0"/>
              <a:t> database. PhysioNet, 1995. </a:t>
            </a:r>
          </a:p>
          <a:p>
            <a:r>
              <a:rPr lang="en-US" dirty="0"/>
              <a:t>[4] W. Chen, R. Hu, J. Wang, and X. Fang. An attention-based deep learning model for </a:t>
            </a:r>
            <a:r>
              <a:rPr lang="en-US" dirty="0" err="1"/>
              <a:t>ecg</a:t>
            </a:r>
            <a:r>
              <a:rPr lang="en-US" dirty="0"/>
              <a:t> anomaly detection. IEEE Transactions on Neural Networks and Learning Systems, 32 (10):4325–4336, 2021. </a:t>
            </a:r>
          </a:p>
          <a:p>
            <a:r>
              <a:rPr lang="en-US" dirty="0"/>
              <a:t>[5] A. L. Goldberger, L. A. N. Amaral, L. Glass, J. M. </a:t>
            </a:r>
            <a:r>
              <a:rPr lang="en-US" dirty="0" err="1"/>
              <a:t>Hausdorff</a:t>
            </a:r>
            <a:r>
              <a:rPr lang="en-US" dirty="0"/>
              <a:t>, P. C. Ivanov, R. G. Mark, J. E. Mietus, G. B. Moody, C. K. Peng, and H. E. Stanley. </a:t>
            </a:r>
            <a:r>
              <a:rPr lang="en-US" dirty="0" err="1"/>
              <a:t>Physiobank</a:t>
            </a:r>
            <a:r>
              <a:rPr lang="en-US" dirty="0"/>
              <a:t>, </a:t>
            </a:r>
            <a:r>
              <a:rPr lang="en-US" dirty="0" err="1"/>
              <a:t>physiotoolkit</a:t>
            </a:r>
            <a:r>
              <a:rPr lang="en-US" dirty="0"/>
              <a:t>, and </a:t>
            </a:r>
            <a:r>
              <a:rPr lang="en-US" dirty="0" err="1"/>
              <a:t>physionet</a:t>
            </a:r>
            <a:r>
              <a:rPr lang="en-US" dirty="0"/>
              <a:t>: Components of a new research resource for complex physiologic signals. Circulation, 101(23):e215–e220, 2000</a:t>
            </a:r>
          </a:p>
        </p:txBody>
      </p:sp>
    </p:spTree>
    <p:extLst>
      <p:ext uri="{BB962C8B-B14F-4D97-AF65-F5344CB8AC3E}">
        <p14:creationId xmlns:p14="http://schemas.microsoft.com/office/powerpoint/2010/main" val="11701559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E5B75-B0CD-910A-7278-6CBB85A9E0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C31727-F43A-1F7E-4432-6A13B06BF829}"/>
              </a:ext>
            </a:extLst>
          </p:cNvPr>
          <p:cNvSpPr>
            <a:spLocks noGrp="1"/>
          </p:cNvSpPr>
          <p:nvPr>
            <p:ph type="title"/>
          </p:nvPr>
        </p:nvSpPr>
        <p:spPr>
          <a:xfrm>
            <a:off x="5638800" y="266700"/>
            <a:ext cx="18161000" cy="1161857"/>
          </a:xfrm>
        </p:spPr>
        <p:txBody>
          <a:bodyPr/>
          <a:lstStyle/>
          <a:p>
            <a:r>
              <a:rPr lang="en-US" dirty="0"/>
              <a:t>REFERENCES</a:t>
            </a:r>
          </a:p>
        </p:txBody>
      </p:sp>
      <p:sp>
        <p:nvSpPr>
          <p:cNvPr id="3" name="Text Placeholder 2">
            <a:extLst>
              <a:ext uri="{FF2B5EF4-FFF2-40B4-BE49-F238E27FC236}">
                <a16:creationId xmlns:a16="http://schemas.microsoft.com/office/drawing/2014/main" id="{C73FBF5E-37CF-58C9-5EC0-D0763464D2D6}"/>
              </a:ext>
            </a:extLst>
          </p:cNvPr>
          <p:cNvSpPr>
            <a:spLocks noGrp="1"/>
          </p:cNvSpPr>
          <p:nvPr>
            <p:ph type="body" idx="1"/>
          </p:nvPr>
        </p:nvSpPr>
        <p:spPr>
          <a:xfrm>
            <a:off x="1066800" y="1594536"/>
            <a:ext cx="15697200" cy="7101944"/>
          </a:xfrm>
        </p:spPr>
        <p:txBody>
          <a:bodyPr/>
          <a:lstStyle/>
          <a:p>
            <a:r>
              <a:rPr lang="en-US" dirty="0"/>
              <a:t>[6] A. Y. </a:t>
            </a:r>
            <a:r>
              <a:rPr lang="en-US" dirty="0" err="1"/>
              <a:t>Hannun</a:t>
            </a:r>
            <a:r>
              <a:rPr lang="en-US" dirty="0"/>
              <a:t>, P. </a:t>
            </a:r>
            <a:r>
              <a:rPr lang="en-US" dirty="0" err="1"/>
              <a:t>Rajpurkar</a:t>
            </a:r>
            <a:r>
              <a:rPr lang="en-US" dirty="0"/>
              <a:t>, M. </a:t>
            </a:r>
            <a:r>
              <a:rPr lang="en-US" dirty="0" err="1"/>
              <a:t>Haghpanahi</a:t>
            </a:r>
            <a:r>
              <a:rPr lang="en-US" dirty="0"/>
              <a:t>, G. H. Tison, C. Bourn, M. P. </a:t>
            </a:r>
            <a:r>
              <a:rPr lang="en-US" dirty="0" err="1"/>
              <a:t>Turakhia</a:t>
            </a:r>
            <a:r>
              <a:rPr lang="en-US" dirty="0"/>
              <a:t>, and A. Y. Ng. Cardiologist-level arrhythmia detection with deep neural networks. Nature Medicine, 25(1):65–69, 2019. </a:t>
            </a:r>
          </a:p>
          <a:p>
            <a:r>
              <a:rPr lang="en-US" dirty="0"/>
              <a:t>[7] M. </a:t>
            </a:r>
            <a:r>
              <a:rPr lang="en-US" dirty="0" err="1"/>
              <a:t>Kachuee</a:t>
            </a:r>
            <a:r>
              <a:rPr lang="en-US" dirty="0"/>
              <a:t>, S. Fazeli, and M. </a:t>
            </a:r>
            <a:r>
              <a:rPr lang="en-US" dirty="0" err="1"/>
              <a:t>Sarrafzadeh</a:t>
            </a:r>
            <a:r>
              <a:rPr lang="en-US" dirty="0"/>
              <a:t>. </a:t>
            </a:r>
            <a:r>
              <a:rPr lang="en-US" dirty="0" err="1"/>
              <a:t>Ecg</a:t>
            </a:r>
            <a:r>
              <a:rPr lang="en-US" dirty="0"/>
              <a:t> heartbeat classification: A deep transfer able representation. IEEE International Conference on Healthcare Informatics, 5:881 886, 2018.</a:t>
            </a:r>
          </a:p>
          <a:p>
            <a:r>
              <a:rPr lang="en-US" dirty="0"/>
              <a:t> [8] Y. Liu and J. Zhang. </a:t>
            </a:r>
            <a:r>
              <a:rPr lang="en-US" dirty="0" err="1"/>
              <a:t>Ecg</a:t>
            </a:r>
            <a:r>
              <a:rPr lang="en-US" dirty="0"/>
              <a:t> classification using ensemble deep learning models. Neural Computing and Applications, 34(4):1783–1792, 2022. </a:t>
            </a:r>
          </a:p>
          <a:p>
            <a:r>
              <a:rPr lang="en-US" dirty="0"/>
              <a:t>[9] R. J. Martis, U. R. Acharya, and L. C. Min. </a:t>
            </a:r>
            <a:r>
              <a:rPr lang="en-US" dirty="0" err="1"/>
              <a:t>Ecg</a:t>
            </a:r>
            <a:r>
              <a:rPr lang="en-US" dirty="0"/>
              <a:t> beat classification using </a:t>
            </a:r>
            <a:r>
              <a:rPr lang="en-US" dirty="0" err="1"/>
              <a:t>pca</a:t>
            </a:r>
            <a:r>
              <a:rPr lang="en-US" dirty="0"/>
              <a:t>, </a:t>
            </a:r>
            <a:r>
              <a:rPr lang="en-US" dirty="0" err="1"/>
              <a:t>lda</a:t>
            </a:r>
            <a:r>
              <a:rPr lang="en-US" dirty="0"/>
              <a:t>, </a:t>
            </a:r>
            <a:r>
              <a:rPr lang="en-US" dirty="0" err="1"/>
              <a:t>ica</a:t>
            </a:r>
            <a:r>
              <a:rPr lang="en-US" dirty="0"/>
              <a:t>, and discrete wavelet transform. Biomedical Signal Processing and Control, 8(5):437–448, 2013.</a:t>
            </a:r>
          </a:p>
          <a:p>
            <a:r>
              <a:rPr lang="en-US" dirty="0"/>
              <a:t> [10] A. </a:t>
            </a:r>
            <a:r>
              <a:rPr lang="en-US" dirty="0" err="1"/>
              <a:t>Minchol´e</a:t>
            </a:r>
            <a:r>
              <a:rPr lang="en-US" dirty="0"/>
              <a:t> and B. Rodriguez. Artificial intelligence in the electrocardiogram: Chal </a:t>
            </a:r>
            <a:r>
              <a:rPr lang="en-US" dirty="0" err="1"/>
              <a:t>lenges</a:t>
            </a:r>
            <a:r>
              <a:rPr lang="en-US" dirty="0"/>
              <a:t> and opportunities. Nature Reviews Cardiology, 16:547–558, 2019</a:t>
            </a:r>
          </a:p>
        </p:txBody>
      </p:sp>
    </p:spTree>
    <p:extLst>
      <p:ext uri="{BB962C8B-B14F-4D97-AF65-F5344CB8AC3E}">
        <p14:creationId xmlns:p14="http://schemas.microsoft.com/office/powerpoint/2010/main" val="21958613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103</TotalTime>
  <Words>1924</Words>
  <Application>Microsoft Office PowerPoint</Application>
  <PresentationFormat>Custom</PresentationFormat>
  <Paragraphs>122</Paragraphs>
  <Slides>36</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Aptos</vt:lpstr>
      <vt:lpstr>Arial</vt:lpstr>
      <vt:lpstr>Rockwell</vt:lpstr>
      <vt:lpstr>Times New Roman</vt:lpstr>
      <vt:lpstr>Office Theme</vt:lpstr>
      <vt:lpstr>Detecting the Anomaly on ECG</vt:lpstr>
      <vt:lpstr>Introduction</vt:lpstr>
      <vt:lpstr>Introduction</vt:lpstr>
      <vt:lpstr>Problem Statement</vt:lpstr>
      <vt:lpstr>Research Objectives</vt:lpstr>
      <vt:lpstr>Research Objectives</vt:lpstr>
      <vt:lpstr>Proposed system</vt:lpstr>
      <vt:lpstr>Proposed System</vt:lpstr>
      <vt:lpstr>System diagram</vt:lpstr>
      <vt:lpstr>System diagram</vt:lpstr>
      <vt:lpstr>Modules listed and detailed explanation</vt:lpstr>
      <vt:lpstr>Modules listed and detailed explanation Hardware Design</vt:lpstr>
      <vt:lpstr>Modules listed and detailed explanation Hardware Design</vt:lpstr>
      <vt:lpstr>Modules listed and detailed explanation</vt:lpstr>
      <vt:lpstr>M•.</vt:lpstr>
      <vt:lpstr>M•.</vt:lpstr>
      <vt:lpstr>DATASET LOADING</vt:lpstr>
      <vt:lpstr>ECG WAVE</vt:lpstr>
      <vt:lpstr>ABNORMAL ECG</vt:lpstr>
      <vt:lpstr>COMPILE AND TRAIN MODEL</vt:lpstr>
      <vt:lpstr>RECONSTURCTION OF ECG SIGNA;L</vt:lpstr>
      <vt:lpstr>CONFUSION MATRIX FOR HEART DISEASE DETECTION</vt:lpstr>
      <vt:lpstr>DISTRIBUTION OF PREDICTED HEART DISEASES</vt:lpstr>
      <vt:lpstr>PowerPoint Presentation</vt:lpstr>
      <vt:lpstr>TRAINING AND VALIDATION LOSS</vt:lpstr>
      <vt:lpstr>precision ,recall and f1 score</vt:lpstr>
      <vt:lpstr>MANUAL ECG SIGNAL</vt:lpstr>
      <vt:lpstr>MANUAL ECG SIGNAL</vt:lpstr>
      <vt:lpstr>MANUAL ECG SIGNAL</vt:lpstr>
      <vt:lpstr>STANDARDS USED</vt:lpstr>
      <vt:lpstr>STANDARDS USED</vt:lpstr>
      <vt:lpstr>Conclusion and Future Work</vt:lpstr>
      <vt:lpstr>Future work</vt:lpstr>
      <vt:lpstr>OUTCOMES</vt:lpstr>
      <vt:lpstr>REFERENCES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Daily Team Standup (1).pdf</dc:title>
  <dc:creator>Harish</dc:creator>
  <cp:lastModifiedBy>harish 03</cp:lastModifiedBy>
  <cp:revision>1</cp:revision>
  <dcterms:created xsi:type="dcterms:W3CDTF">2025-04-04T08:22:49Z</dcterms:created>
  <dcterms:modified xsi:type="dcterms:W3CDTF">2025-04-06T04:37:46Z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2025-03-20T00:00:00Z</vt:filetime>
  </property>
  <property fmtid="{D5CDD505-2E9C-101B-9397-08002B2CF9AE}" pid="3" name="Creator">
    <vt:lpwstr>Microsoft® PowerPoint® for Microsoft 365</vt:lpwstr>
  </property>
  <property fmtid="{D5CDD505-2E9C-101B-9397-08002B2CF9AE}" pid="4" name="LastSaved">
    <vt:filetime>2025-04-04T00:00:00Z</vt:filetime>
  </property>
  <property fmtid="{D5CDD505-2E9C-101B-9397-08002B2CF9AE}" pid="5" name="Producer">
    <vt:lpwstr>Microsoft® PowerPoint® for Microsoft 365</vt:lpwstr>
  </property>
</Properties>
</file>